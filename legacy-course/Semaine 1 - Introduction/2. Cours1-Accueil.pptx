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1B_70C42A9A.xml" ContentType="application/vnd.ms-powerpoint.comment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92" r:id="rId1"/>
  </p:sldMasterIdLst>
  <p:notesMasterIdLst>
    <p:notesMasterId r:id="rId14"/>
  </p:notesMasterIdLst>
  <p:sldIdLst>
    <p:sldId id="290" r:id="rId2"/>
    <p:sldId id="291" r:id="rId3"/>
    <p:sldId id="279" r:id="rId4"/>
    <p:sldId id="292" r:id="rId5"/>
    <p:sldId id="284" r:id="rId6"/>
    <p:sldId id="282" r:id="rId7"/>
    <p:sldId id="283" r:id="rId8"/>
    <p:sldId id="285" r:id="rId9"/>
    <p:sldId id="286" r:id="rId10"/>
    <p:sldId id="288" r:id="rId11"/>
    <p:sldId id="289" r:id="rId12"/>
    <p:sldId id="277" r:id="rId13"/>
  </p:sldIdLst>
  <p:sldSz cx="12192000" cy="6858000"/>
  <p:notesSz cx="7104063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500EC4B-C790-4D9C-BB33-3F245E00FF11}" name="Martin Hardy" initials="MH" userId="S::mhardy@cegepgarneau.ca::18c45b91-9529-4376-afee-15439663c97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37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97238A-C808-4F5E-B993-F596EAE5FFC6}" v="1" dt="2024-08-27T12:37:36.7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750" autoAdjust="0"/>
    <p:restoredTop sz="95332" autoAdjust="0"/>
  </p:normalViewPr>
  <p:slideViewPr>
    <p:cSldViewPr>
      <p:cViewPr varScale="1">
        <p:scale>
          <a:sx n="111" d="100"/>
          <a:sy n="111" d="100"/>
        </p:scale>
        <p:origin x="37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13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" userId="18c45b91-9529-4376-afee-15439663c977" providerId="ADAL" clId="{681D8AD2-256B-4F36-8B54-2AFB10414198}"/>
    <pc:docChg chg="undo redo custSel modSld modMainMaster modNotesMaster">
      <pc:chgData name="Martin" userId="18c45b91-9529-4376-afee-15439663c977" providerId="ADAL" clId="{681D8AD2-256B-4F36-8B54-2AFB10414198}" dt="2022-08-18T15:38:35.890" v="340" actId="20577"/>
      <pc:docMkLst>
        <pc:docMk/>
      </pc:docMkLst>
      <pc:sldChg chg="modSp mod modNotes">
        <pc:chgData name="Martin" userId="18c45b91-9529-4376-afee-15439663c977" providerId="ADAL" clId="{681D8AD2-256B-4F36-8B54-2AFB10414198}" dt="2022-08-18T13:25:26.605" v="154"/>
        <pc:sldMkLst>
          <pc:docMk/>
          <pc:sldMk cId="0" sldId="277"/>
        </pc:sldMkLst>
        <pc:spChg chg="mod">
          <ac:chgData name="Martin" userId="18c45b91-9529-4376-afee-15439663c977" providerId="ADAL" clId="{681D8AD2-256B-4F36-8B54-2AFB10414198}" dt="2022-08-18T13:21:36.520" v="153" actId="20577"/>
          <ac:spMkLst>
            <pc:docMk/>
            <pc:sldMk cId="0" sldId="277"/>
            <ac:spMk id="4" creationId="{00000000-0000-0000-0000-000000000000}"/>
          </ac:spMkLst>
        </pc:spChg>
        <pc:picChg chg="mod">
          <ac:chgData name="Martin" userId="18c45b91-9529-4376-afee-15439663c977" providerId="ADAL" clId="{681D8AD2-256B-4F36-8B54-2AFB10414198}" dt="2022-08-18T13:25:26.605" v="154"/>
          <ac:picMkLst>
            <pc:docMk/>
            <pc:sldMk cId="0" sldId="277"/>
            <ac:picMk id="1026" creationId="{00000000-0000-0000-0000-000000000000}"/>
          </ac:picMkLst>
        </pc:picChg>
      </pc:sldChg>
      <pc:sldChg chg="modSp mod chgLayout">
        <pc:chgData name="Martin" userId="18c45b91-9529-4376-afee-15439663c977" providerId="ADAL" clId="{681D8AD2-256B-4F36-8B54-2AFB10414198}" dt="2022-08-18T15:37:44.152" v="330" actId="14100"/>
        <pc:sldMkLst>
          <pc:docMk/>
          <pc:sldMk cId="2503099798" sldId="279"/>
        </pc:sldMkLst>
        <pc:spChg chg="mod ord">
          <ac:chgData name="Martin" userId="18c45b91-9529-4376-afee-15439663c977" providerId="ADAL" clId="{681D8AD2-256B-4F36-8B54-2AFB10414198}" dt="2022-08-18T15:37:18.629" v="323" actId="700"/>
          <ac:spMkLst>
            <pc:docMk/>
            <pc:sldMk cId="2503099798" sldId="279"/>
            <ac:spMk id="2" creationId="{00000000-0000-0000-0000-000000000000}"/>
          </ac:spMkLst>
        </pc:spChg>
        <pc:spChg chg="mod ord">
          <ac:chgData name="Martin" userId="18c45b91-9529-4376-afee-15439663c977" providerId="ADAL" clId="{681D8AD2-256B-4F36-8B54-2AFB10414198}" dt="2022-08-18T15:37:44.152" v="330" actId="14100"/>
          <ac:spMkLst>
            <pc:docMk/>
            <pc:sldMk cId="2503099798" sldId="279"/>
            <ac:spMk id="3" creationId="{00000000-0000-0000-0000-000000000000}"/>
          </ac:spMkLst>
        </pc:spChg>
        <pc:picChg chg="mod">
          <ac:chgData name="Martin" userId="18c45b91-9529-4376-afee-15439663c977" providerId="ADAL" clId="{681D8AD2-256B-4F36-8B54-2AFB10414198}" dt="2022-08-18T15:37:41.368" v="329" actId="1076"/>
          <ac:picMkLst>
            <pc:docMk/>
            <pc:sldMk cId="2503099798" sldId="279"/>
            <ac:picMk id="2050" creationId="{00000000-0000-0000-0000-000000000000}"/>
          </ac:picMkLst>
        </pc:picChg>
      </pc:sldChg>
      <pc:sldChg chg="modSp mod chgLayout">
        <pc:chgData name="Martin" userId="18c45b91-9529-4376-afee-15439663c977" providerId="ADAL" clId="{681D8AD2-256B-4F36-8B54-2AFB10414198}" dt="2022-08-18T15:38:10.152" v="336" actId="1076"/>
        <pc:sldMkLst>
          <pc:docMk/>
          <pc:sldMk cId="2868986493" sldId="282"/>
        </pc:sldMkLst>
        <pc:spChg chg="mod ord">
          <ac:chgData name="Martin" userId="18c45b91-9529-4376-afee-15439663c977" providerId="ADAL" clId="{681D8AD2-256B-4F36-8B54-2AFB10414198}" dt="2022-08-18T15:38:00.208" v="333" actId="700"/>
          <ac:spMkLst>
            <pc:docMk/>
            <pc:sldMk cId="2868986493" sldId="282"/>
            <ac:spMk id="2" creationId="{00000000-0000-0000-0000-000000000000}"/>
          </ac:spMkLst>
        </pc:spChg>
        <pc:spChg chg="mod ord">
          <ac:chgData name="Martin" userId="18c45b91-9529-4376-afee-15439663c977" providerId="ADAL" clId="{681D8AD2-256B-4F36-8B54-2AFB10414198}" dt="2022-08-18T15:38:00.225" v="334" actId="27636"/>
          <ac:spMkLst>
            <pc:docMk/>
            <pc:sldMk cId="2868986493" sldId="282"/>
            <ac:spMk id="5" creationId="{00000000-0000-0000-0000-000000000000}"/>
          </ac:spMkLst>
        </pc:spChg>
        <pc:picChg chg="mod modCrop">
          <ac:chgData name="Martin" userId="18c45b91-9529-4376-afee-15439663c977" providerId="ADAL" clId="{681D8AD2-256B-4F36-8B54-2AFB10414198}" dt="2022-08-18T15:09:49.122" v="293" actId="1076"/>
          <ac:picMkLst>
            <pc:docMk/>
            <pc:sldMk cId="2868986493" sldId="282"/>
            <ac:picMk id="3" creationId="{00000000-0000-0000-0000-000000000000}"/>
          </ac:picMkLst>
        </pc:picChg>
        <pc:picChg chg="mod">
          <ac:chgData name="Martin" userId="18c45b91-9529-4376-afee-15439663c977" providerId="ADAL" clId="{681D8AD2-256B-4F36-8B54-2AFB10414198}" dt="2022-08-18T15:38:04.808" v="335" actId="1076"/>
          <ac:picMkLst>
            <pc:docMk/>
            <pc:sldMk cId="2868986493" sldId="282"/>
            <ac:picMk id="4" creationId="{00000000-0000-0000-0000-000000000000}"/>
          </ac:picMkLst>
        </pc:picChg>
        <pc:picChg chg="mod">
          <ac:chgData name="Martin" userId="18c45b91-9529-4376-afee-15439663c977" providerId="ADAL" clId="{681D8AD2-256B-4F36-8B54-2AFB10414198}" dt="2022-08-18T15:38:10.152" v="336" actId="1076"/>
          <ac:picMkLst>
            <pc:docMk/>
            <pc:sldMk cId="2868986493" sldId="282"/>
            <ac:picMk id="6" creationId="{00000000-0000-0000-0000-000000000000}"/>
          </ac:picMkLst>
        </pc:picChg>
        <pc:picChg chg="mod">
          <ac:chgData name="Martin" userId="18c45b91-9529-4376-afee-15439663c977" providerId="ADAL" clId="{681D8AD2-256B-4F36-8B54-2AFB10414198}" dt="2022-08-18T13:25:26.605" v="154"/>
          <ac:picMkLst>
            <pc:docMk/>
            <pc:sldMk cId="2868986493" sldId="282"/>
            <ac:picMk id="2050" creationId="{00000000-0000-0000-0000-000000000000}"/>
          </ac:picMkLst>
        </pc:picChg>
      </pc:sldChg>
      <pc:sldChg chg="modSp mod modShow addCm modCm chgLayout modNotes">
        <pc:chgData name="Martin" userId="18c45b91-9529-4376-afee-15439663c977" providerId="ADAL" clId="{681D8AD2-256B-4F36-8B54-2AFB10414198}" dt="2022-08-18T15:38:13.819" v="338" actId="27636"/>
        <pc:sldMkLst>
          <pc:docMk/>
          <pc:sldMk cId="1891904154" sldId="283"/>
        </pc:sldMkLst>
        <pc:spChg chg="mod ord">
          <ac:chgData name="Martin" userId="18c45b91-9529-4376-afee-15439663c977" providerId="ADAL" clId="{681D8AD2-256B-4F36-8B54-2AFB10414198}" dt="2022-08-18T15:38:13.807" v="337" actId="700"/>
          <ac:spMkLst>
            <pc:docMk/>
            <pc:sldMk cId="1891904154" sldId="283"/>
            <ac:spMk id="2" creationId="{00000000-0000-0000-0000-000000000000}"/>
          </ac:spMkLst>
        </pc:spChg>
        <pc:spChg chg="mod ord">
          <ac:chgData name="Martin" userId="18c45b91-9529-4376-afee-15439663c977" providerId="ADAL" clId="{681D8AD2-256B-4F36-8B54-2AFB10414198}" dt="2022-08-18T15:38:13.819" v="338" actId="27636"/>
          <ac:spMkLst>
            <pc:docMk/>
            <pc:sldMk cId="1891904154" sldId="283"/>
            <ac:spMk id="5" creationId="{00000000-0000-0000-0000-000000000000}"/>
          </ac:spMkLst>
        </pc:spChg>
        <pc:picChg chg="mod">
          <ac:chgData name="Martin" userId="18c45b91-9529-4376-afee-15439663c977" providerId="ADAL" clId="{681D8AD2-256B-4F36-8B54-2AFB10414198}" dt="2022-08-18T13:25:26.605" v="154"/>
          <ac:picMkLst>
            <pc:docMk/>
            <pc:sldMk cId="1891904154" sldId="283"/>
            <ac:picMk id="2050" creationId="{00000000-0000-0000-0000-000000000000}"/>
          </ac:picMkLst>
        </pc:picChg>
      </pc:sldChg>
      <pc:sldChg chg="modSp mod addCm delCm chgLayout">
        <pc:chgData name="Martin" userId="18c45b91-9529-4376-afee-15439663c977" providerId="ADAL" clId="{681D8AD2-256B-4F36-8B54-2AFB10414198}" dt="2022-08-18T15:37:53.841" v="332" actId="27636"/>
        <pc:sldMkLst>
          <pc:docMk/>
          <pc:sldMk cId="3010407104" sldId="284"/>
        </pc:sldMkLst>
        <pc:spChg chg="mod ord">
          <ac:chgData name="Martin" userId="18c45b91-9529-4376-afee-15439663c977" providerId="ADAL" clId="{681D8AD2-256B-4F36-8B54-2AFB10414198}" dt="2022-08-18T15:37:53.824" v="331" actId="700"/>
          <ac:spMkLst>
            <pc:docMk/>
            <pc:sldMk cId="3010407104" sldId="284"/>
            <ac:spMk id="2" creationId="{00000000-0000-0000-0000-000000000000}"/>
          </ac:spMkLst>
        </pc:spChg>
        <pc:spChg chg="mod ord">
          <ac:chgData name="Martin" userId="18c45b91-9529-4376-afee-15439663c977" providerId="ADAL" clId="{681D8AD2-256B-4F36-8B54-2AFB10414198}" dt="2022-08-18T15:37:53.841" v="332" actId="27636"/>
          <ac:spMkLst>
            <pc:docMk/>
            <pc:sldMk cId="3010407104" sldId="284"/>
            <ac:spMk id="5" creationId="{00000000-0000-0000-0000-000000000000}"/>
          </ac:spMkLst>
        </pc:spChg>
        <pc:picChg chg="mod">
          <ac:chgData name="Martin" userId="18c45b91-9529-4376-afee-15439663c977" providerId="ADAL" clId="{681D8AD2-256B-4F36-8B54-2AFB10414198}" dt="2022-08-18T13:25:26.605" v="154"/>
          <ac:picMkLst>
            <pc:docMk/>
            <pc:sldMk cId="3010407104" sldId="284"/>
            <ac:picMk id="1026" creationId="{00000000-0000-0000-0000-000000000000}"/>
          </ac:picMkLst>
        </pc:picChg>
      </pc:sldChg>
      <pc:sldChg chg="modSp mod chgLayout">
        <pc:chgData name="Martin" userId="18c45b91-9529-4376-afee-15439663c977" providerId="ADAL" clId="{681D8AD2-256B-4F36-8B54-2AFB10414198}" dt="2022-08-18T15:38:19.039" v="339" actId="700"/>
        <pc:sldMkLst>
          <pc:docMk/>
          <pc:sldMk cId="108062373" sldId="285"/>
        </pc:sldMkLst>
        <pc:spChg chg="mod ord">
          <ac:chgData name="Martin" userId="18c45b91-9529-4376-afee-15439663c977" providerId="ADAL" clId="{681D8AD2-256B-4F36-8B54-2AFB10414198}" dt="2022-08-18T15:38:19.039" v="339" actId="700"/>
          <ac:spMkLst>
            <pc:docMk/>
            <pc:sldMk cId="108062373" sldId="285"/>
            <ac:spMk id="2" creationId="{00000000-0000-0000-0000-000000000000}"/>
          </ac:spMkLst>
        </pc:spChg>
        <pc:spChg chg="mod ord">
          <ac:chgData name="Martin" userId="18c45b91-9529-4376-afee-15439663c977" providerId="ADAL" clId="{681D8AD2-256B-4F36-8B54-2AFB10414198}" dt="2022-08-18T15:38:19.039" v="339" actId="700"/>
          <ac:spMkLst>
            <pc:docMk/>
            <pc:sldMk cId="108062373" sldId="285"/>
            <ac:spMk id="5" creationId="{00000000-0000-0000-0000-000000000000}"/>
          </ac:spMkLst>
        </pc:spChg>
        <pc:picChg chg="mod">
          <ac:chgData name="Martin" userId="18c45b91-9529-4376-afee-15439663c977" providerId="ADAL" clId="{681D8AD2-256B-4F36-8B54-2AFB10414198}" dt="2022-08-18T13:25:26.605" v="154"/>
          <ac:picMkLst>
            <pc:docMk/>
            <pc:sldMk cId="108062373" sldId="285"/>
            <ac:picMk id="3076" creationId="{00000000-0000-0000-0000-000000000000}"/>
          </ac:picMkLst>
        </pc:picChg>
      </pc:sldChg>
      <pc:sldChg chg="modSp mod chgLayout">
        <pc:chgData name="Martin" userId="18c45b91-9529-4376-afee-15439663c977" providerId="ADAL" clId="{681D8AD2-256B-4F36-8B54-2AFB10414198}" dt="2022-08-18T15:12:28.733" v="298" actId="27636"/>
        <pc:sldMkLst>
          <pc:docMk/>
          <pc:sldMk cId="3863688694" sldId="286"/>
        </pc:sldMkLst>
        <pc:spChg chg="mod ord">
          <ac:chgData name="Martin" userId="18c45b91-9529-4376-afee-15439663c977" providerId="ADAL" clId="{681D8AD2-256B-4F36-8B54-2AFB10414198}" dt="2022-08-18T15:12:28.723" v="297" actId="700"/>
          <ac:spMkLst>
            <pc:docMk/>
            <pc:sldMk cId="3863688694" sldId="286"/>
            <ac:spMk id="2" creationId="{00000000-0000-0000-0000-000000000000}"/>
          </ac:spMkLst>
        </pc:spChg>
        <pc:spChg chg="mod ord">
          <ac:chgData name="Martin" userId="18c45b91-9529-4376-afee-15439663c977" providerId="ADAL" clId="{681D8AD2-256B-4F36-8B54-2AFB10414198}" dt="2022-08-18T15:12:28.733" v="298" actId="27636"/>
          <ac:spMkLst>
            <pc:docMk/>
            <pc:sldMk cId="3863688694" sldId="286"/>
            <ac:spMk id="5" creationId="{00000000-0000-0000-0000-000000000000}"/>
          </ac:spMkLst>
        </pc:spChg>
        <pc:picChg chg="mod">
          <ac:chgData name="Martin" userId="18c45b91-9529-4376-afee-15439663c977" providerId="ADAL" clId="{681D8AD2-256B-4F36-8B54-2AFB10414198}" dt="2022-08-18T13:25:26.605" v="154"/>
          <ac:picMkLst>
            <pc:docMk/>
            <pc:sldMk cId="3863688694" sldId="286"/>
            <ac:picMk id="2052" creationId="{00000000-0000-0000-0000-000000000000}"/>
          </ac:picMkLst>
        </pc:picChg>
        <pc:picChg chg="mod">
          <ac:chgData name="Martin" userId="18c45b91-9529-4376-afee-15439663c977" providerId="ADAL" clId="{681D8AD2-256B-4F36-8B54-2AFB10414198}" dt="2022-08-18T13:25:26.605" v="154"/>
          <ac:picMkLst>
            <pc:docMk/>
            <pc:sldMk cId="3863688694" sldId="286"/>
            <ac:picMk id="3074" creationId="{00000000-0000-0000-0000-000000000000}"/>
          </ac:picMkLst>
        </pc:picChg>
      </pc:sldChg>
      <pc:sldChg chg="modSp mod chgLayout">
        <pc:chgData name="Martin" userId="18c45b91-9529-4376-afee-15439663c977" providerId="ADAL" clId="{681D8AD2-256B-4F36-8B54-2AFB10414198}" dt="2022-08-18T15:38:35.890" v="340" actId="20577"/>
        <pc:sldMkLst>
          <pc:docMk/>
          <pc:sldMk cId="83981479" sldId="288"/>
        </pc:sldMkLst>
        <pc:spChg chg="mod ord">
          <ac:chgData name="Martin" userId="18c45b91-9529-4376-afee-15439663c977" providerId="ADAL" clId="{681D8AD2-256B-4F36-8B54-2AFB10414198}" dt="2022-08-18T15:12:09.001" v="295" actId="700"/>
          <ac:spMkLst>
            <pc:docMk/>
            <pc:sldMk cId="83981479" sldId="288"/>
            <ac:spMk id="2" creationId="{00000000-0000-0000-0000-000000000000}"/>
          </ac:spMkLst>
        </pc:spChg>
        <pc:spChg chg="mod ord">
          <ac:chgData name="Martin" userId="18c45b91-9529-4376-afee-15439663c977" providerId="ADAL" clId="{681D8AD2-256B-4F36-8B54-2AFB10414198}" dt="2022-08-18T15:38:35.890" v="340" actId="20577"/>
          <ac:spMkLst>
            <pc:docMk/>
            <pc:sldMk cId="83981479" sldId="288"/>
            <ac:spMk id="5" creationId="{00000000-0000-0000-0000-000000000000}"/>
          </ac:spMkLst>
        </pc:spChg>
        <pc:picChg chg="mod">
          <ac:chgData name="Martin" userId="18c45b91-9529-4376-afee-15439663c977" providerId="ADAL" clId="{681D8AD2-256B-4F36-8B54-2AFB10414198}" dt="2022-08-18T13:25:26.605" v="154"/>
          <ac:picMkLst>
            <pc:docMk/>
            <pc:sldMk cId="83981479" sldId="288"/>
            <ac:picMk id="3" creationId="{00000000-0000-0000-0000-000000000000}"/>
          </ac:picMkLst>
        </pc:picChg>
        <pc:picChg chg="mod">
          <ac:chgData name="Martin" userId="18c45b91-9529-4376-afee-15439663c977" providerId="ADAL" clId="{681D8AD2-256B-4F36-8B54-2AFB10414198}" dt="2022-08-18T13:25:26.605" v="154"/>
          <ac:picMkLst>
            <pc:docMk/>
            <pc:sldMk cId="83981479" sldId="288"/>
            <ac:picMk id="4" creationId="{00000000-0000-0000-0000-000000000000}"/>
          </ac:picMkLst>
        </pc:picChg>
        <pc:picChg chg="mod">
          <ac:chgData name="Martin" userId="18c45b91-9529-4376-afee-15439663c977" providerId="ADAL" clId="{681D8AD2-256B-4F36-8B54-2AFB10414198}" dt="2022-08-18T15:12:11.593" v="296" actId="1076"/>
          <ac:picMkLst>
            <pc:docMk/>
            <pc:sldMk cId="83981479" sldId="288"/>
            <ac:picMk id="3074" creationId="{00000000-0000-0000-0000-000000000000}"/>
          </ac:picMkLst>
        </pc:picChg>
        <pc:picChg chg="mod">
          <ac:chgData name="Martin" userId="18c45b91-9529-4376-afee-15439663c977" providerId="ADAL" clId="{681D8AD2-256B-4F36-8B54-2AFB10414198}" dt="2022-08-18T13:25:26.605" v="154"/>
          <ac:picMkLst>
            <pc:docMk/>
            <pc:sldMk cId="83981479" sldId="288"/>
            <ac:picMk id="4098" creationId="{00000000-0000-0000-0000-000000000000}"/>
          </ac:picMkLst>
        </pc:picChg>
        <pc:picChg chg="mod">
          <ac:chgData name="Martin" userId="18c45b91-9529-4376-afee-15439663c977" providerId="ADAL" clId="{681D8AD2-256B-4F36-8B54-2AFB10414198}" dt="2022-08-18T13:25:26.605" v="154"/>
          <ac:picMkLst>
            <pc:docMk/>
            <pc:sldMk cId="83981479" sldId="288"/>
            <ac:picMk id="4100" creationId="{00000000-0000-0000-0000-000000000000}"/>
          </ac:picMkLst>
        </pc:picChg>
      </pc:sldChg>
      <pc:sldChg chg="delSp modSp mod chgLayout">
        <pc:chgData name="Martin" userId="18c45b91-9529-4376-afee-15439663c977" providerId="ADAL" clId="{681D8AD2-256B-4F36-8B54-2AFB10414198}" dt="2022-08-18T15:36:54.120" v="319" actId="1076"/>
        <pc:sldMkLst>
          <pc:docMk/>
          <pc:sldMk cId="796509126" sldId="289"/>
        </pc:sldMkLst>
        <pc:spChg chg="mod ord">
          <ac:chgData name="Martin" userId="18c45b91-9529-4376-afee-15439663c977" providerId="ADAL" clId="{681D8AD2-256B-4F36-8B54-2AFB10414198}" dt="2022-08-18T15:31:56.673" v="303" actId="700"/>
          <ac:spMkLst>
            <pc:docMk/>
            <pc:sldMk cId="796509126" sldId="289"/>
            <ac:spMk id="2" creationId="{00000000-0000-0000-0000-000000000000}"/>
          </ac:spMkLst>
        </pc:spChg>
        <pc:spChg chg="mod ord">
          <ac:chgData name="Martin" userId="18c45b91-9529-4376-afee-15439663c977" providerId="ADAL" clId="{681D8AD2-256B-4F36-8B54-2AFB10414198}" dt="2022-08-18T15:36:41.001" v="317" actId="20577"/>
          <ac:spMkLst>
            <pc:docMk/>
            <pc:sldMk cId="796509126" sldId="289"/>
            <ac:spMk id="5" creationId="{00000000-0000-0000-0000-000000000000}"/>
          </ac:spMkLst>
        </pc:spChg>
        <pc:picChg chg="mod">
          <ac:chgData name="Martin" userId="18c45b91-9529-4376-afee-15439663c977" providerId="ADAL" clId="{681D8AD2-256B-4F36-8B54-2AFB10414198}" dt="2022-08-18T15:36:46.281" v="318" actId="1076"/>
          <ac:picMkLst>
            <pc:docMk/>
            <pc:sldMk cId="796509126" sldId="289"/>
            <ac:picMk id="3" creationId="{00000000-0000-0000-0000-000000000000}"/>
          </ac:picMkLst>
        </pc:picChg>
        <pc:picChg chg="del">
          <ac:chgData name="Martin" userId="18c45b91-9529-4376-afee-15439663c977" providerId="ADAL" clId="{681D8AD2-256B-4F36-8B54-2AFB10414198}" dt="2022-08-18T13:20:03.077" v="113" actId="478"/>
          <ac:picMkLst>
            <pc:docMk/>
            <pc:sldMk cId="796509126" sldId="289"/>
            <ac:picMk id="4" creationId="{00000000-0000-0000-0000-000000000000}"/>
          </ac:picMkLst>
        </pc:picChg>
        <pc:picChg chg="mod">
          <ac:chgData name="Martin" userId="18c45b91-9529-4376-afee-15439663c977" providerId="ADAL" clId="{681D8AD2-256B-4F36-8B54-2AFB10414198}" dt="2022-08-18T15:36:54.120" v="319" actId="1076"/>
          <ac:picMkLst>
            <pc:docMk/>
            <pc:sldMk cId="796509126" sldId="289"/>
            <ac:picMk id="5122" creationId="{00000000-0000-0000-0000-000000000000}"/>
          </ac:picMkLst>
        </pc:picChg>
      </pc:sldChg>
      <pc:sldChg chg="modSp">
        <pc:chgData name="Martin" userId="18c45b91-9529-4376-afee-15439663c977" providerId="ADAL" clId="{681D8AD2-256B-4F36-8B54-2AFB10414198}" dt="2022-08-18T13:25:26.605" v="154"/>
        <pc:sldMkLst>
          <pc:docMk/>
          <pc:sldMk cId="3761001358" sldId="290"/>
        </pc:sldMkLst>
        <pc:spChg chg="mod">
          <ac:chgData name="Martin" userId="18c45b91-9529-4376-afee-15439663c977" providerId="ADAL" clId="{681D8AD2-256B-4F36-8B54-2AFB10414198}" dt="2022-08-18T13:25:26.605" v="154"/>
          <ac:spMkLst>
            <pc:docMk/>
            <pc:sldMk cId="3761001358" sldId="290"/>
            <ac:spMk id="2" creationId="{00000000-0000-0000-0000-000000000000}"/>
          </ac:spMkLst>
        </pc:spChg>
        <pc:picChg chg="mod">
          <ac:chgData name="Martin" userId="18c45b91-9529-4376-afee-15439663c977" providerId="ADAL" clId="{681D8AD2-256B-4F36-8B54-2AFB10414198}" dt="2022-08-18T13:25:26.605" v="154"/>
          <ac:picMkLst>
            <pc:docMk/>
            <pc:sldMk cId="3761001358" sldId="290"/>
            <ac:picMk id="4" creationId="{00000000-0000-0000-0000-000000000000}"/>
          </ac:picMkLst>
        </pc:picChg>
      </pc:sldChg>
      <pc:sldChg chg="modSp mod">
        <pc:chgData name="Martin" userId="18c45b91-9529-4376-afee-15439663c977" providerId="ADAL" clId="{681D8AD2-256B-4F36-8B54-2AFB10414198}" dt="2022-08-18T15:02:13.180" v="167" actId="14100"/>
        <pc:sldMkLst>
          <pc:docMk/>
          <pc:sldMk cId="845381281" sldId="291"/>
        </pc:sldMkLst>
        <pc:picChg chg="mod">
          <ac:chgData name="Martin" userId="18c45b91-9529-4376-afee-15439663c977" providerId="ADAL" clId="{681D8AD2-256B-4F36-8B54-2AFB10414198}" dt="2022-08-18T14:57:48.523" v="162" actId="1076"/>
          <ac:picMkLst>
            <pc:docMk/>
            <pc:sldMk cId="845381281" sldId="291"/>
            <ac:picMk id="7" creationId="{00000000-0000-0000-0000-000000000000}"/>
          </ac:picMkLst>
        </pc:picChg>
        <pc:picChg chg="mod">
          <ac:chgData name="Martin" userId="18c45b91-9529-4376-afee-15439663c977" providerId="ADAL" clId="{681D8AD2-256B-4F36-8B54-2AFB10414198}" dt="2022-08-18T15:02:13.180" v="167" actId="14100"/>
          <ac:picMkLst>
            <pc:docMk/>
            <pc:sldMk cId="845381281" sldId="291"/>
            <ac:picMk id="9" creationId="{00000000-0000-0000-0000-000000000000}"/>
          </ac:picMkLst>
        </pc:picChg>
        <pc:picChg chg="mod">
          <ac:chgData name="Martin" userId="18c45b91-9529-4376-afee-15439663c977" providerId="ADAL" clId="{681D8AD2-256B-4F36-8B54-2AFB10414198}" dt="2022-08-18T14:56:56.698" v="155" actId="1076"/>
          <ac:picMkLst>
            <pc:docMk/>
            <pc:sldMk cId="845381281" sldId="291"/>
            <ac:picMk id="1028" creationId="{00000000-0000-0000-0000-000000000000}"/>
          </ac:picMkLst>
        </pc:picChg>
      </pc:sldChg>
      <pc:sldChg chg="delSp modSp mod">
        <pc:chgData name="Martin" userId="18c45b91-9529-4376-afee-15439663c977" providerId="ADAL" clId="{681D8AD2-256B-4F36-8B54-2AFB10414198}" dt="2022-08-18T15:03:14.684" v="171" actId="20577"/>
        <pc:sldMkLst>
          <pc:docMk/>
          <pc:sldMk cId="2665482168" sldId="292"/>
        </pc:sldMkLst>
        <pc:spChg chg="mod">
          <ac:chgData name="Martin" userId="18c45b91-9529-4376-afee-15439663c977" providerId="ADAL" clId="{681D8AD2-256B-4F36-8B54-2AFB10414198}" dt="2022-08-18T15:03:14.684" v="171" actId="20577"/>
          <ac:spMkLst>
            <pc:docMk/>
            <pc:sldMk cId="2665482168" sldId="292"/>
            <ac:spMk id="2" creationId="{00000000-0000-0000-0000-000000000000}"/>
          </ac:spMkLst>
        </pc:spChg>
        <pc:spChg chg="del">
          <ac:chgData name="Martin" userId="18c45b91-9529-4376-afee-15439663c977" providerId="ADAL" clId="{681D8AD2-256B-4F36-8B54-2AFB10414198}" dt="2022-08-18T15:03:10.579" v="169" actId="478"/>
          <ac:spMkLst>
            <pc:docMk/>
            <pc:sldMk cId="2665482168" sldId="292"/>
            <ac:spMk id="5" creationId="{00000000-0000-0000-0000-000000000000}"/>
          </ac:spMkLst>
        </pc:spChg>
        <pc:picChg chg="mod">
          <ac:chgData name="Martin" userId="18c45b91-9529-4376-afee-15439663c977" providerId="ADAL" clId="{681D8AD2-256B-4F36-8B54-2AFB10414198}" dt="2022-08-18T13:25:26.605" v="154"/>
          <ac:picMkLst>
            <pc:docMk/>
            <pc:sldMk cId="2665482168" sldId="292"/>
            <ac:picMk id="6" creationId="{00000000-0000-0000-0000-000000000000}"/>
          </ac:picMkLst>
        </pc:picChg>
      </pc:sldChg>
      <pc:sldMasterChg chg="modSp modSldLayout">
        <pc:chgData name="Martin" userId="18c45b91-9529-4376-afee-15439663c977" providerId="ADAL" clId="{681D8AD2-256B-4F36-8B54-2AFB10414198}" dt="2022-08-18T13:25:26.605" v="154"/>
        <pc:sldMasterMkLst>
          <pc:docMk/>
          <pc:sldMasterMk cId="0" sldId="2147484392"/>
        </pc:sldMasterMkLst>
        <pc:spChg chg="mod">
          <ac:chgData name="Martin" userId="18c45b91-9529-4376-afee-15439663c977" providerId="ADAL" clId="{681D8AD2-256B-4F36-8B54-2AFB10414198}" dt="2022-08-18T13:25:26.605" v="154"/>
          <ac:spMkLst>
            <pc:docMk/>
            <pc:sldMasterMk cId="0" sldId="2147484392"/>
            <ac:spMk id="3" creationId="{00000000-0000-0000-0000-000000000000}"/>
          </ac:spMkLst>
        </pc:spChg>
        <pc:spChg chg="mod">
          <ac:chgData name="Martin" userId="18c45b91-9529-4376-afee-15439663c977" providerId="ADAL" clId="{681D8AD2-256B-4F36-8B54-2AFB10414198}" dt="2022-08-18T13:25:26.605" v="154"/>
          <ac:spMkLst>
            <pc:docMk/>
            <pc:sldMasterMk cId="0" sldId="2147484392"/>
            <ac:spMk id="7" creationId="{00000000-0000-0000-0000-000000000000}"/>
          </ac:spMkLst>
        </pc:spChg>
        <pc:spChg chg="mod">
          <ac:chgData name="Martin" userId="18c45b91-9529-4376-afee-15439663c977" providerId="ADAL" clId="{681D8AD2-256B-4F36-8B54-2AFB10414198}" dt="2022-08-18T13:25:26.605" v="154"/>
          <ac:spMkLst>
            <pc:docMk/>
            <pc:sldMasterMk cId="0" sldId="2147484392"/>
            <ac:spMk id="8" creationId="{00000000-0000-0000-0000-000000000000}"/>
          </ac:spMkLst>
        </pc:spChg>
        <pc:spChg chg="mod">
          <ac:chgData name="Martin" userId="18c45b91-9529-4376-afee-15439663c977" providerId="ADAL" clId="{681D8AD2-256B-4F36-8B54-2AFB10414198}" dt="2022-08-18T13:25:26.605" v="154"/>
          <ac:spMkLst>
            <pc:docMk/>
            <pc:sldMasterMk cId="0" sldId="2147484392"/>
            <ac:spMk id="9" creationId="{00000000-0000-0000-0000-000000000000}"/>
          </ac:spMkLst>
        </pc:spChg>
        <pc:spChg chg="mod">
          <ac:chgData name="Martin" userId="18c45b91-9529-4376-afee-15439663c977" providerId="ADAL" clId="{681D8AD2-256B-4F36-8B54-2AFB10414198}" dt="2022-08-18T13:25:26.605" v="154"/>
          <ac:spMkLst>
            <pc:docMk/>
            <pc:sldMasterMk cId="0" sldId="2147484392"/>
            <ac:spMk id="13" creationId="{00000000-0000-0000-0000-000000000000}"/>
          </ac:spMkLst>
        </pc:spChg>
        <pc:spChg chg="mod">
          <ac:chgData name="Martin" userId="18c45b91-9529-4376-afee-15439663c977" providerId="ADAL" clId="{681D8AD2-256B-4F36-8B54-2AFB10414198}" dt="2022-08-18T13:25:26.605" v="154"/>
          <ac:spMkLst>
            <pc:docMk/>
            <pc:sldMasterMk cId="0" sldId="2147484392"/>
            <ac:spMk id="14" creationId="{00000000-0000-0000-0000-000000000000}"/>
          </ac:spMkLst>
        </pc:spChg>
        <pc:spChg chg="mod">
          <ac:chgData name="Martin" userId="18c45b91-9529-4376-afee-15439663c977" providerId="ADAL" clId="{681D8AD2-256B-4F36-8B54-2AFB10414198}" dt="2022-08-18T13:25:26.605" v="154"/>
          <ac:spMkLst>
            <pc:docMk/>
            <pc:sldMasterMk cId="0" sldId="2147484392"/>
            <ac:spMk id="22" creationId="{00000000-0000-0000-0000-000000000000}"/>
          </ac:spMkLst>
        </pc:spChg>
        <pc:spChg chg="mod">
          <ac:chgData name="Martin" userId="18c45b91-9529-4376-afee-15439663c977" providerId="ADAL" clId="{681D8AD2-256B-4F36-8B54-2AFB10414198}" dt="2022-08-18T13:25:26.605" v="154"/>
          <ac:spMkLst>
            <pc:docMk/>
            <pc:sldMasterMk cId="0" sldId="2147484392"/>
            <ac:spMk id="23" creationId="{00000000-0000-0000-0000-000000000000}"/>
          </ac:spMkLst>
        </pc:spChg>
        <pc:sldLayoutChg chg="modSp">
          <pc:chgData name="Martin" userId="18c45b91-9529-4376-afee-15439663c977" providerId="ADAL" clId="{681D8AD2-256B-4F36-8B54-2AFB10414198}" dt="2022-08-18T13:25:26.605" v="154"/>
          <pc:sldLayoutMkLst>
            <pc:docMk/>
            <pc:sldMasterMk cId="0" sldId="2147484392"/>
            <pc:sldLayoutMk cId="0" sldId="2147484393"/>
          </pc:sldLayoutMkLst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3"/>
              <ac:spMk id="7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3"/>
              <ac:spMk id="8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3"/>
              <ac:spMk id="9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3"/>
              <ac:spMk id="10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3"/>
              <ac:spMk id="11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3"/>
              <ac:spMk id="17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3"/>
              <ac:spMk id="28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3"/>
              <ac:spMk id="29" creationId="{00000000-0000-0000-0000-000000000000}"/>
            </ac:spMkLst>
          </pc:spChg>
        </pc:sldLayoutChg>
        <pc:sldLayoutChg chg="modSp">
          <pc:chgData name="Martin" userId="18c45b91-9529-4376-afee-15439663c977" providerId="ADAL" clId="{681D8AD2-256B-4F36-8B54-2AFB10414198}" dt="2022-08-18T13:25:26.605" v="154"/>
          <pc:sldLayoutMkLst>
            <pc:docMk/>
            <pc:sldMasterMk cId="0" sldId="2147484392"/>
            <pc:sldLayoutMk cId="0" sldId="2147484394"/>
          </pc:sldLayoutMkLst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4"/>
              <ac:spMk id="2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4"/>
              <ac:spMk id="8" creationId="{00000000-0000-0000-0000-000000000000}"/>
            </ac:spMkLst>
          </pc:spChg>
        </pc:sldLayoutChg>
        <pc:sldLayoutChg chg="modSp">
          <pc:chgData name="Martin" userId="18c45b91-9529-4376-afee-15439663c977" providerId="ADAL" clId="{681D8AD2-256B-4F36-8B54-2AFB10414198}" dt="2022-08-18T13:25:26.605" v="154"/>
          <pc:sldLayoutMkLst>
            <pc:docMk/>
            <pc:sldMasterMk cId="0" sldId="2147484392"/>
            <pc:sldLayoutMk cId="0" sldId="2147484395"/>
          </pc:sldLayoutMkLst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5"/>
              <ac:spMk id="2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5"/>
              <ac:spMk id="3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5"/>
              <ac:spMk id="7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5"/>
              <ac:spMk id="8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5"/>
              <ac:spMk id="9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5"/>
              <ac:spMk id="13" creationId="{00000000-0000-0000-0000-000000000000}"/>
            </ac:spMkLst>
          </pc:spChg>
        </pc:sldLayoutChg>
        <pc:sldLayoutChg chg="modSp">
          <pc:chgData name="Martin" userId="18c45b91-9529-4376-afee-15439663c977" providerId="ADAL" clId="{681D8AD2-256B-4F36-8B54-2AFB10414198}" dt="2022-08-18T13:25:26.605" v="154"/>
          <pc:sldLayoutMkLst>
            <pc:docMk/>
            <pc:sldMasterMk cId="0" sldId="2147484392"/>
            <pc:sldLayoutMk cId="0" sldId="2147484396"/>
          </pc:sldLayoutMkLst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6"/>
              <ac:spMk id="9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6"/>
              <ac:spMk id="11" creationId="{00000000-0000-0000-0000-000000000000}"/>
            </ac:spMkLst>
          </pc:spChg>
        </pc:sldLayoutChg>
        <pc:sldLayoutChg chg="modSp">
          <pc:chgData name="Martin" userId="18c45b91-9529-4376-afee-15439663c977" providerId="ADAL" clId="{681D8AD2-256B-4F36-8B54-2AFB10414198}" dt="2022-08-18T13:25:26.605" v="154"/>
          <pc:sldLayoutMkLst>
            <pc:docMk/>
            <pc:sldMasterMk cId="0" sldId="2147484392"/>
            <pc:sldLayoutMk cId="0" sldId="2147484397"/>
          </pc:sldLayoutMkLst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7"/>
              <ac:spMk id="2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7"/>
              <ac:spMk id="11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7"/>
              <ac:spMk id="13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7"/>
              <ac:spMk id="15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7"/>
              <ac:spMk id="16" creationId="{00000000-0000-0000-0000-000000000000}"/>
            </ac:spMkLst>
          </pc:spChg>
        </pc:sldLayoutChg>
        <pc:sldLayoutChg chg="modSp">
          <pc:chgData name="Martin" userId="18c45b91-9529-4376-afee-15439663c977" providerId="ADAL" clId="{681D8AD2-256B-4F36-8B54-2AFB10414198}" dt="2022-08-18T13:25:26.605" v="154"/>
          <pc:sldLayoutMkLst>
            <pc:docMk/>
            <pc:sldMasterMk cId="0" sldId="2147484392"/>
            <pc:sldLayoutMk cId="0" sldId="2147484399"/>
          </pc:sldLayoutMkLst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399"/>
              <ac:spMk id="4" creationId="{00000000-0000-0000-0000-000000000000}"/>
            </ac:spMkLst>
          </pc:spChg>
        </pc:sldLayoutChg>
        <pc:sldLayoutChg chg="modSp">
          <pc:chgData name="Martin" userId="18c45b91-9529-4376-afee-15439663c977" providerId="ADAL" clId="{681D8AD2-256B-4F36-8B54-2AFB10414198}" dt="2022-08-18T13:25:26.605" v="154"/>
          <pc:sldLayoutMkLst>
            <pc:docMk/>
            <pc:sldMasterMk cId="0" sldId="2147484392"/>
            <pc:sldLayoutMk cId="0" sldId="2147484400"/>
          </pc:sldLayoutMkLst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0"/>
              <ac:spMk id="2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0"/>
              <ac:spMk id="3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0"/>
              <ac:spMk id="9" creationId="{00000000-0000-0000-0000-000000000000}"/>
            </ac:spMkLst>
          </pc:spChg>
        </pc:sldLayoutChg>
        <pc:sldLayoutChg chg="modSp">
          <pc:chgData name="Martin" userId="18c45b91-9529-4376-afee-15439663c977" providerId="ADAL" clId="{681D8AD2-256B-4F36-8B54-2AFB10414198}" dt="2022-08-18T13:25:26.605" v="154"/>
          <pc:sldLayoutMkLst>
            <pc:docMk/>
            <pc:sldMasterMk cId="0" sldId="2147484392"/>
            <pc:sldLayoutMk cId="0" sldId="2147484401"/>
          </pc:sldLayoutMkLst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1"/>
              <ac:spMk id="2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1"/>
              <ac:spMk id="3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1"/>
              <ac:spMk id="4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1"/>
              <ac:spMk id="8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1"/>
              <ac:spMk id="9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1"/>
              <ac:spMk id="10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1"/>
              <ac:spMk id="11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1"/>
              <ac:spMk id="12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1"/>
              <ac:spMk id="13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1"/>
              <ac:spMk id="14" creationId="{00000000-0000-0000-0000-000000000000}"/>
            </ac:spMkLst>
          </pc:spChg>
        </pc:sldLayoutChg>
        <pc:sldLayoutChg chg="modSp">
          <pc:chgData name="Martin" userId="18c45b91-9529-4376-afee-15439663c977" providerId="ADAL" clId="{681D8AD2-256B-4F36-8B54-2AFB10414198}" dt="2022-08-18T13:25:26.605" v="154"/>
          <pc:sldLayoutMkLst>
            <pc:docMk/>
            <pc:sldMasterMk cId="0" sldId="2147484392"/>
            <pc:sldLayoutMk cId="0" sldId="2147484403"/>
          </pc:sldLayoutMkLst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3"/>
              <ac:spMk id="2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3"/>
              <ac:spMk id="3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3"/>
              <ac:spMk id="4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3"/>
              <ac:spMk id="5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3"/>
              <ac:spMk id="6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3"/>
              <ac:spMk id="7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3"/>
              <ac:spMk id="8" creationId="{00000000-0000-0000-0000-000000000000}"/>
            </ac:spMkLst>
          </pc:spChg>
          <pc:spChg chg="mod">
            <ac:chgData name="Martin" userId="18c45b91-9529-4376-afee-15439663c977" providerId="ADAL" clId="{681D8AD2-256B-4F36-8B54-2AFB10414198}" dt="2022-08-18T13:25:26.605" v="154"/>
            <ac:spMkLst>
              <pc:docMk/>
              <pc:sldMasterMk cId="0" sldId="2147484392"/>
              <pc:sldLayoutMk cId="0" sldId="2147484403"/>
              <ac:spMk id="9" creationId="{00000000-0000-0000-0000-000000000000}"/>
            </ac:spMkLst>
          </pc:spChg>
        </pc:sldLayoutChg>
      </pc:sldMasterChg>
    </pc:docChg>
  </pc:docChgLst>
  <pc:docChgLst>
    <pc:chgData name="Christopher Coulombe" userId="a998e8d0-2d43-4621-ac06-202b3484f264" providerId="ADAL" clId="{464E47ED-336C-4A62-9CFD-15595F6F9129}"/>
    <pc:docChg chg="modSld">
      <pc:chgData name="Christopher Coulombe" userId="a998e8d0-2d43-4621-ac06-202b3484f264" providerId="ADAL" clId="{464E47ED-336C-4A62-9CFD-15595F6F9129}" dt="2023-01-20T21:00:07.698" v="0" actId="20577"/>
      <pc:docMkLst>
        <pc:docMk/>
      </pc:docMkLst>
      <pc:sldChg chg="modSp mod">
        <pc:chgData name="Christopher Coulombe" userId="a998e8d0-2d43-4621-ac06-202b3484f264" providerId="ADAL" clId="{464E47ED-336C-4A62-9CFD-15595F6F9129}" dt="2023-01-20T21:00:07.698" v="0" actId="20577"/>
        <pc:sldMkLst>
          <pc:docMk/>
          <pc:sldMk cId="796509126" sldId="289"/>
        </pc:sldMkLst>
        <pc:spChg chg="mod">
          <ac:chgData name="Christopher Coulombe" userId="a998e8d0-2d43-4621-ac06-202b3484f264" providerId="ADAL" clId="{464E47ED-336C-4A62-9CFD-15595F6F9129}" dt="2023-01-20T21:00:07.698" v="0" actId="20577"/>
          <ac:spMkLst>
            <pc:docMk/>
            <pc:sldMk cId="796509126" sldId="289"/>
            <ac:spMk id="5" creationId="{00000000-0000-0000-0000-000000000000}"/>
          </ac:spMkLst>
        </pc:spChg>
      </pc:sldChg>
    </pc:docChg>
  </pc:docChgLst>
</pc:chgInfo>
</file>

<file path=ppt/comments/modernComment_11B_70C42A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76DB20-C7E4-443A-9736-008FDF204732}" authorId="{B500EC4B-C790-4D9C-BB33-3F245E00FF11}" created="2022-08-18T13:07:59.61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891904154" sldId="283"/>
      <ac:spMk id="5" creationId="{00000000-0000-0000-0000-000000000000}"/>
      <ac:txMk cp="244" len="6">
        <ac:context len="309" hash="2322679354"/>
      </ac:txMk>
    </ac:txMkLst>
    <p188:pos x="4487253" y="3273458"/>
    <p188:replyLst>
      <p188:reply id="{7328CE44-BC8C-4403-9F3F-7F02F1147CCB}" authorId="{B500EC4B-C790-4D9C-BB33-3F245E00FF11}" created="2022-08-18T13:08:49.623">
        <p188:txBody>
          <a:bodyPr/>
          <a:lstStyle/>
          <a:p>
            <a:r>
              <a:rPr lang="fr-CA"/>
              <a:t>Faire des démarches rapidement avant qu'il soit trop tard</a:t>
            </a:r>
          </a:p>
        </p188:txBody>
      </p188:reply>
      <p188:reply id="{869CA964-71F7-4CB1-B150-77D8015704D3}" authorId="{B500EC4B-C790-4D9C-BB33-3F245E00FF11}" created="2022-08-18T13:09:43.347">
        <p188:txBody>
          <a:bodyPr/>
          <a:lstStyle/>
          <a:p>
            <a:r>
              <a:rPr lang="fr-CA"/>
              <a:t>Présentation par les CDRP</a:t>
            </a:r>
          </a:p>
        </p188:txBody>
      </p188:reply>
    </p188:replyLst>
    <p188:txBody>
      <a:bodyPr/>
      <a:lstStyle/>
      <a:p>
        <a:r>
          <a:rPr lang="fr-CA"/>
          <a:t>Étudiant qui offre du tutorat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966D0F4-9EE9-47C8-B280-606DB96E0CA0}" type="datetimeFigureOut">
              <a:rPr lang="fr-CA" smtClean="0"/>
              <a:t>2024-08-27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1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42E2CADF-A918-48A1-83BE-405A36280D49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1601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 err="1"/>
              <a:t>Voir</a:t>
            </a:r>
            <a:r>
              <a:rPr lang="en-CA" dirty="0"/>
              <a:t> MER pour </a:t>
            </a:r>
            <a:r>
              <a:rPr lang="en-CA" dirty="0" err="1"/>
              <a:t>garneautravail</a:t>
            </a:r>
            <a:r>
              <a:rPr lang="en-CA" dirty="0"/>
              <a:t>, API, </a:t>
            </a:r>
            <a:r>
              <a:rPr lang="en-CA" dirty="0" err="1"/>
              <a:t>Coffre</a:t>
            </a:r>
            <a:r>
              <a:rPr lang="en-CA" dirty="0"/>
              <a:t> à </a:t>
            </a:r>
            <a:r>
              <a:rPr lang="en-CA" dirty="0" err="1"/>
              <a:t>outils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E2CADF-A918-48A1-83BE-405A36280D49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60479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E2CADF-A918-48A1-83BE-405A36280D49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0239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0D67DC0-4E34-47E3-8296-7E5C3074123D}" type="datetime1">
              <a:rPr lang="fr-FR" smtClean="0"/>
              <a:t>27/08/2024</a:t>
            </a:fld>
            <a:endParaRPr lang="fr-BE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fr-BE"/>
              <a:t>420-136-FX N. Richard</a:t>
            </a: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53EFA-50EA-47E2-81E3-559D81913EEE}" type="datetime1">
              <a:rPr lang="fr-FR" smtClean="0"/>
              <a:t>27/08/2024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C129-ECDC-4837-B0FD-751857EF23DB}" type="datetime1">
              <a:rPr lang="fr-FR" smtClean="0"/>
              <a:t>27/08/2024</a:t>
            </a:fld>
            <a:endParaRPr lang="fr-BE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571E566-DC24-419F-8A1A-425949F7DD6D}" type="datetime1">
              <a:rPr lang="fr-FR" smtClean="0"/>
              <a:t>27/08/2024</a:t>
            </a:fld>
            <a:endParaRPr lang="fr-BE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BE"/>
              <a:t>420-136-FX N. Richard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A469130-1D37-4670-9B50-4B745DF712B2}" type="datetime1">
              <a:rPr lang="fr-FR" smtClean="0"/>
              <a:t>27/08/2024</a:t>
            </a:fld>
            <a:endParaRPr lang="fr-BE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fr-BE"/>
              <a:t>420-136-FX N. Richard</a:t>
            </a:r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FE4A6-FBCB-44F2-BE4C-762EF2C09F32}" type="datetime1">
              <a:rPr lang="fr-FR" smtClean="0"/>
              <a:t>27/08/2024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98AA1-FAA7-46BC-91F1-CC09A7A46772}" type="datetime1">
              <a:rPr lang="fr-FR" smtClean="0"/>
              <a:t>27/08/2024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9F69D-3858-42A1-B73E-92125AFC8BF1}" type="datetime1">
              <a:rPr lang="fr-FR" smtClean="0"/>
              <a:t>27/08/2024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8778F407-8926-4A9E-9B35-DEE6EE4052A9}" type="datetime1">
              <a:rPr lang="fr-FR" smtClean="0"/>
              <a:t>27/08/2024</a:t>
            </a:fld>
            <a:endParaRPr lang="fr-BE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r>
              <a:rPr lang="fr-BE"/>
              <a:t>420-136-FX N. Richard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6B32D-98A1-45CE-8FCF-DFAA6E6DA508}" type="datetime1">
              <a:rPr lang="fr-FR" smtClean="0"/>
              <a:t>27/08/2024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23CC2F63-704E-4D40-B0A1-33B6BC661933}" type="datetime1">
              <a:rPr lang="fr-FR" smtClean="0"/>
              <a:t>27/08/2024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r>
              <a:rPr lang="fr-BE"/>
              <a:t>420-136-FX N. Richard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C6F6457-122E-45E4-8DD9-91F3B9387889}" type="datetime1">
              <a:rPr lang="fr-FR" smtClean="0"/>
              <a:t>27/08/2024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BE"/>
              <a:t>420-136-FX N. Richard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3" r:id="rId1"/>
    <p:sldLayoutId id="2147484394" r:id="rId2"/>
    <p:sldLayoutId id="2147484395" r:id="rId3"/>
    <p:sldLayoutId id="2147484396" r:id="rId4"/>
    <p:sldLayoutId id="2147484397" r:id="rId5"/>
    <p:sldLayoutId id="2147484398" r:id="rId6"/>
    <p:sldLayoutId id="2147484399" r:id="rId7"/>
    <p:sldLayoutId id="2147484400" r:id="rId8"/>
    <p:sldLayoutId id="2147484401" r:id="rId9"/>
    <p:sldLayoutId id="2147484402" r:id="rId10"/>
    <p:sldLayoutId id="2147484403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mailto:https://www.cegepgarneau.ca/programmes-formations/techniques/techniques-informatique%23grille-de-cour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outilsnumeriquesetudiants.ca/connexion-au-reseau-sans-fil/" TargetMode="External"/><Relationship Id="rId2" Type="http://schemas.openxmlformats.org/officeDocument/2006/relationships/hyperlink" Target="https://outilsnumeriquesetudiants.ca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.google.com/store/apps/details?id=com.skytech.omnivoxmobile&amp;hl=fr" TargetMode="External"/><Relationship Id="rId7" Type="http://schemas.openxmlformats.org/officeDocument/2006/relationships/image" Target="../media/image13.png"/><Relationship Id="rId2" Type="http://schemas.openxmlformats.org/officeDocument/2006/relationships/hyperlink" Target="https://cegepgarneau.omnivox.ca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B_70C42A9A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://garneautravail.ca/" TargetMode="External"/><Relationship Id="rId4" Type="http://schemas.openxmlformats.org/officeDocument/2006/relationships/hyperlink" Target="http://deptinfo.cegepgarneau.ca/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file:///\\socrate\Public\Programme_Portables_OLD\Tech_informatique\Garneau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file:///\\socrate\Public\Programme_Portables_oLD\Tech_informatique\Garneau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hyperlink" Target="http://a136.idata.over-blog.com/3/94/10/32/telechargement_fichiers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>
          <a:xfrm>
            <a:off x="2895601" y="3501009"/>
            <a:ext cx="7123113" cy="915417"/>
          </a:xfrm>
        </p:spPr>
        <p:txBody>
          <a:bodyPr>
            <a:noAutofit/>
          </a:bodyPr>
          <a:lstStyle/>
          <a:p>
            <a:r>
              <a:rPr lang="fr-CA" sz="6600" dirty="0"/>
              <a:t>Accueil</a:t>
            </a:r>
          </a:p>
        </p:txBody>
      </p:sp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CA" sz="3600" dirty="0"/>
              <a:t>420-06A-FX </a:t>
            </a:r>
            <a:br>
              <a:rPr lang="fr-CA" sz="3600" dirty="0"/>
            </a:br>
            <a:r>
              <a:rPr lang="fr-CA" sz="3600" dirty="0"/>
              <a:t>Milieu de l’informatique</a:t>
            </a:r>
          </a:p>
        </p:txBody>
      </p:sp>
      <p:pic>
        <p:nvPicPr>
          <p:cNvPr id="4" name="Picture 2" descr="http://deptinfo.cegepgarneau.ca/sectionDepartement/images/logoDeptInf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104" y="5294862"/>
            <a:ext cx="3528392" cy="1446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100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90"/>
    </mc:Choice>
    <mc:Fallback xmlns="">
      <p:transition spd="slow" advTm="11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Bienvenue!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/>
              <a:t>Nous sommes heureux</a:t>
            </a:r>
            <a:br>
              <a:rPr lang="fr-CA" dirty="0"/>
            </a:br>
            <a:r>
              <a:rPr lang="fr-CA" dirty="0"/>
              <a:t>de vous accueillir 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120" y="548680"/>
            <a:ext cx="4288225" cy="348324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028" name="Picture 4" descr="Résultats de recherche d'images pour « smiley »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2" y="337069"/>
            <a:ext cx="728029" cy="72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472" y="2826543"/>
            <a:ext cx="5952728" cy="330116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845381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420.B0 Techniques de l’informatique</a:t>
            </a:r>
            <a:br>
              <a:rPr lang="fr-CA" dirty="0"/>
            </a:br>
            <a:r>
              <a:rPr lang="fr-CA" dirty="0"/>
              <a:t>420.B5 DEC + BAC en informatique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8375480" cy="4853136"/>
          </a:xfrm>
        </p:spPr>
        <p:txBody>
          <a:bodyPr>
            <a:normAutofit fontScale="92500" lnSpcReduction="10000"/>
          </a:bodyPr>
          <a:lstStyle/>
          <a:p>
            <a:r>
              <a:rPr lang="fr-CA" sz="3000" dirty="0"/>
              <a:t>Formation générale</a:t>
            </a:r>
          </a:p>
          <a:p>
            <a:pPr lvl="1"/>
            <a:r>
              <a:rPr lang="fr-CA" dirty="0"/>
              <a:t>Français, anglais, philosophie, éducation physique et communication</a:t>
            </a:r>
          </a:p>
          <a:p>
            <a:pPr lvl="1"/>
            <a:r>
              <a:rPr lang="fr-CA" dirty="0"/>
              <a:t>Seuls les cours de math sont différents entre les cheminements régulier et DEC+BAC</a:t>
            </a:r>
          </a:p>
          <a:p>
            <a:r>
              <a:rPr lang="fr-CA" sz="3000" dirty="0">
                <a:hlinkClick r:id="rId2"/>
              </a:rPr>
              <a:t>Cours de technique</a:t>
            </a:r>
            <a:endParaRPr lang="fr-CA" sz="3000" dirty="0"/>
          </a:p>
          <a:p>
            <a:pPr lvl="1"/>
            <a:r>
              <a:rPr lang="fr-CA" dirty="0"/>
              <a:t>Orientation Web et Programmation</a:t>
            </a:r>
          </a:p>
          <a:p>
            <a:pPr lvl="2"/>
            <a:r>
              <a:rPr lang="fr-CA" sz="2200" dirty="0"/>
              <a:t>HTML, CSS, JavaScript, Python, Ajax, Android, Services Web, C#, etc. </a:t>
            </a:r>
          </a:p>
          <a:p>
            <a:pPr lvl="1"/>
            <a:r>
              <a:rPr lang="fr-CA" dirty="0"/>
              <a:t>Bases de données, réseautique, etc.</a:t>
            </a:r>
          </a:p>
          <a:p>
            <a:r>
              <a:rPr lang="fr-CA" sz="3000" dirty="0"/>
              <a:t>Cours complémentaires</a:t>
            </a:r>
          </a:p>
          <a:p>
            <a:pPr lvl="1"/>
            <a:r>
              <a:rPr lang="fr-CA" dirty="0"/>
              <a:t>À votre choix, 2 cours pour les 420.B0</a:t>
            </a:r>
          </a:p>
        </p:txBody>
      </p:sp>
      <p:pic>
        <p:nvPicPr>
          <p:cNvPr id="2050" name="Picture 2" descr="http://www.formation-bruxelles.be/images/HTM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3848100"/>
            <a:ext cx="2725535" cy="19442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099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43"/>
    </mc:Choice>
    <mc:Fallback xmlns="">
      <p:transition spd="slow" advTm="224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Logigramme: cours + préalables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1556792"/>
            <a:ext cx="9108504" cy="523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482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Se connecter au Sans-fil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CA" dirty="0"/>
              <a:t>Voir un technicien </a:t>
            </a:r>
          </a:p>
          <a:p>
            <a:pPr lvl="1"/>
            <a:r>
              <a:rPr lang="fr-CA" dirty="0"/>
              <a:t>Centre de services : Entrée du 1660</a:t>
            </a:r>
          </a:p>
          <a:p>
            <a:pPr lvl="1"/>
            <a:r>
              <a:rPr lang="fr-CA" dirty="0">
                <a:hlinkClick r:id="rId2"/>
              </a:rPr>
              <a:t>Outils numériques pour étudiants</a:t>
            </a:r>
            <a:r>
              <a:rPr lang="fr-CA" dirty="0"/>
              <a:t> (section Besoin d'aide?)</a:t>
            </a:r>
          </a:p>
          <a:p>
            <a:r>
              <a:rPr lang="fr-CA" dirty="0">
                <a:hlinkClick r:id="rId3"/>
              </a:rPr>
              <a:t>Connexion au réseau sans-fil</a:t>
            </a:r>
            <a:r>
              <a:rPr lang="fr-CA" dirty="0"/>
              <a:t>:</a:t>
            </a:r>
          </a:p>
          <a:p>
            <a:pPr lvl="1"/>
            <a:r>
              <a:rPr lang="fr-CA" b="1" dirty="0"/>
              <a:t>FXG-Secure</a:t>
            </a:r>
            <a:endParaRPr lang="fr-CA" dirty="0"/>
          </a:p>
          <a:p>
            <a:pPr lvl="2"/>
            <a:r>
              <a:rPr lang="fr-CA" dirty="0"/>
              <a:t>Pour votre portable</a:t>
            </a:r>
          </a:p>
          <a:p>
            <a:pPr lvl="2"/>
            <a:r>
              <a:rPr lang="fr-CA" dirty="0"/>
              <a:t>Authentification :</a:t>
            </a:r>
          </a:p>
          <a:p>
            <a:pPr lvl="3"/>
            <a:r>
              <a:rPr lang="fr-CA" dirty="0"/>
              <a:t>cegep-</a:t>
            </a:r>
            <a:r>
              <a:rPr lang="fr-CA" dirty="0" err="1"/>
              <a:t>fxg</a:t>
            </a:r>
            <a:r>
              <a:rPr lang="fr-CA" dirty="0"/>
              <a:t>\</a:t>
            </a:r>
            <a:r>
              <a:rPr lang="fr-CA" dirty="0" err="1"/>
              <a:t>VotreNumeroDA</a:t>
            </a:r>
            <a:endParaRPr lang="fr-CA" dirty="0"/>
          </a:p>
          <a:p>
            <a:pPr lvl="3"/>
            <a:r>
              <a:rPr lang="fr-CA" dirty="0"/>
              <a:t>Mot de passe: Même que Omnivox</a:t>
            </a:r>
          </a:p>
          <a:p>
            <a:pPr lvl="1"/>
            <a:r>
              <a:rPr lang="fr-CA" b="1" dirty="0"/>
              <a:t>FXG-Invite</a:t>
            </a:r>
            <a:r>
              <a:rPr lang="fr-CA" dirty="0"/>
              <a:t> </a:t>
            </a:r>
          </a:p>
          <a:p>
            <a:pPr lvl="2"/>
            <a:r>
              <a:rPr lang="fr-CA" dirty="0"/>
              <a:t>Pour votre téléphone, tablette, etc.</a:t>
            </a:r>
          </a:p>
          <a:p>
            <a:pPr lvl="2"/>
            <a:r>
              <a:rPr lang="fr-CA" dirty="0"/>
              <a:t>Aucune authentification</a:t>
            </a:r>
          </a:p>
        </p:txBody>
      </p:sp>
      <p:pic>
        <p:nvPicPr>
          <p:cNvPr id="1026" name="Picture 2" descr="http://www.wateen.com/wp-content/uploads/2012/09/wirelessinterne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217" y="3356992"/>
            <a:ext cx="2485755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40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36"/>
    </mc:Choice>
    <mc:Fallback xmlns="">
      <p:transition spd="slow" advTm="1423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Omnivox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CA" sz="2800" dirty="0">
                <a:hlinkClick r:id="rId2"/>
              </a:rPr>
              <a:t>https://cegepgarneau.omnivox.ca</a:t>
            </a:r>
            <a:endParaRPr lang="fr-CA" sz="2800" dirty="0"/>
          </a:p>
          <a:p>
            <a:r>
              <a:rPr lang="fr-CA" sz="2800" dirty="0"/>
              <a:t>Google Play: </a:t>
            </a:r>
            <a:r>
              <a:rPr lang="fr-CA" sz="2800" dirty="0">
                <a:hlinkClick r:id="rId3"/>
              </a:rPr>
              <a:t>Omnivox Mobile</a:t>
            </a:r>
            <a:br>
              <a:rPr lang="fr-CA" sz="2800" dirty="0"/>
            </a:br>
            <a:endParaRPr lang="fr-CA" sz="2800" dirty="0"/>
          </a:p>
          <a:p>
            <a:r>
              <a:rPr lang="fr-CA" sz="2800" dirty="0"/>
              <a:t>LÉA</a:t>
            </a:r>
          </a:p>
          <a:p>
            <a:pPr lvl="1"/>
            <a:r>
              <a:rPr lang="fr-CA" sz="2400" dirty="0"/>
              <a:t>Documents distribués</a:t>
            </a:r>
          </a:p>
          <a:p>
            <a:pPr lvl="1"/>
            <a:r>
              <a:rPr lang="fr-CA" sz="2400" dirty="0"/>
              <a:t>Travaux - Énoncés et remise</a:t>
            </a:r>
          </a:p>
          <a:p>
            <a:pPr lvl="1"/>
            <a:r>
              <a:rPr lang="fr-CA" sz="2400" dirty="0"/>
              <a:t>Accès à vos notes d’évaluation</a:t>
            </a:r>
          </a:p>
          <a:p>
            <a:r>
              <a:rPr lang="fr-CA" sz="2800" dirty="0"/>
              <a:t>MIO</a:t>
            </a:r>
          </a:p>
          <a:p>
            <a:pPr lvl="1"/>
            <a:r>
              <a:rPr lang="fr-CA" sz="2400" dirty="0"/>
              <a:t>Messagerie interne</a:t>
            </a:r>
          </a:p>
          <a:p>
            <a:pPr lvl="1"/>
            <a:r>
              <a:rPr lang="fr-CA" sz="2400" dirty="0"/>
              <a:t>Voir « Options de la messagerie »</a:t>
            </a:r>
          </a:p>
          <a:p>
            <a:pPr lvl="2"/>
            <a:r>
              <a:rPr lang="fr-CA" sz="2000" dirty="0"/>
              <a:t>Cochez « Avis par courriel » et indiquez votre adresse de courriel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2145" y="260649"/>
            <a:ext cx="2875037" cy="7094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 rotWithShape="1">
          <a:blip r:embed="rId5"/>
          <a:srcRect b="20571"/>
          <a:stretch/>
        </p:blipFill>
        <p:spPr>
          <a:xfrm>
            <a:off x="5735960" y="3382124"/>
            <a:ext cx="5899373" cy="632887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7322" y="4753239"/>
            <a:ext cx="2724150" cy="135255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0178" y="1738767"/>
            <a:ext cx="752645" cy="112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86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239"/>
    </mc:Choice>
    <mc:Fallback xmlns="">
      <p:transition spd="slow" advTm="12239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Département d’informatique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CA" sz="3000" dirty="0">
                <a:hlinkClick r:id="rId4"/>
              </a:rPr>
              <a:t>http://deptinfo.cegepgarneau.ca/</a:t>
            </a:r>
            <a:endParaRPr lang="fr-CA" sz="3000" dirty="0"/>
          </a:p>
          <a:p>
            <a:r>
              <a:rPr lang="fr-CA" sz="3000" dirty="0"/>
              <a:t>Horaires des professeurs</a:t>
            </a:r>
          </a:p>
          <a:p>
            <a:r>
              <a:rPr lang="fr-CA" sz="3000" dirty="0"/>
              <a:t>Liste des cours et Horaire maître</a:t>
            </a:r>
          </a:p>
          <a:p>
            <a:r>
              <a:rPr lang="fr-CA" sz="3000" dirty="0"/>
              <a:t>Logigramme des cours de la technique et </a:t>
            </a:r>
            <a:r>
              <a:rPr lang="fr-CA" sz="3000" b="1" dirty="0"/>
              <a:t>préalables</a:t>
            </a:r>
            <a:endParaRPr lang="fr-CA" sz="2700" i="1" dirty="0"/>
          </a:p>
          <a:p>
            <a:r>
              <a:rPr lang="fr-CA" sz="3000" dirty="0"/>
              <a:t>Stages, ATE et Garneau Travail (</a:t>
            </a:r>
            <a:r>
              <a:rPr lang="fr-CA" sz="3000" dirty="0">
                <a:hlinkClick r:id="rId5"/>
              </a:rPr>
              <a:t>garneautravail.ca</a:t>
            </a:r>
            <a:r>
              <a:rPr lang="fr-CA" sz="3000" dirty="0"/>
              <a:t>)</a:t>
            </a:r>
          </a:p>
          <a:p>
            <a:r>
              <a:rPr lang="fr-CA" sz="3000" dirty="0"/>
              <a:t>Ressources (CD, RP et API)</a:t>
            </a:r>
          </a:p>
          <a:p>
            <a:r>
              <a:rPr lang="fr-CA" sz="3000" dirty="0"/>
              <a:t>Tutorat par les pairs (prog 1)</a:t>
            </a:r>
          </a:p>
          <a:p>
            <a:r>
              <a:rPr lang="fr-CA" sz="3000" dirty="0"/>
              <a:t>Coffre à outils</a:t>
            </a:r>
          </a:p>
          <a:p>
            <a:pPr lvl="1"/>
            <a:r>
              <a:rPr lang="fr-CA" dirty="0"/>
              <a:t>Page de présentation</a:t>
            </a:r>
          </a:p>
          <a:p>
            <a:pPr lvl="1"/>
            <a:r>
              <a:rPr lang="fr-CA" dirty="0"/>
              <a:t>Plaintes étudiantes</a:t>
            </a:r>
          </a:p>
        </p:txBody>
      </p:sp>
      <p:pic>
        <p:nvPicPr>
          <p:cNvPr id="2050" name="Picture 2" descr="http://deptinfo.cegepgarneau.ca/sectionDepartement/images/logoDeptInfo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024" y="1600200"/>
            <a:ext cx="2486025" cy="101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904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4"/>
    </mc:Choice>
    <mc:Fallback xmlns="">
      <p:transition spd="slow" advTm="2174"/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Lecteurs réseaux (FXG-Secure)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fr-CA" sz="2800" dirty="0"/>
              <a:t>Liens vers les guides et les ressources disponibles </a:t>
            </a:r>
            <a:r>
              <a:rPr lang="fr-CA" sz="2400" b="1" dirty="0">
                <a:hlinkClick r:id="rId2" action="ppaction://hlinkfile"/>
              </a:rPr>
              <a:t>\\socrate\Public\Programme_Portables_OLD\Tech_informatique\Garneau</a:t>
            </a:r>
            <a:endParaRPr lang="fr-CA" sz="2400" b="1" dirty="0"/>
          </a:p>
          <a:p>
            <a:r>
              <a:rPr lang="fr-CA" sz="2800" dirty="0"/>
              <a:t>Espace personnel</a:t>
            </a:r>
          </a:p>
          <a:p>
            <a:pPr lvl="1"/>
            <a:r>
              <a:rPr lang="fr-CA" sz="2400" b="1" dirty="0"/>
              <a:t>\\socrate\LesU\VotreNumeroDA</a:t>
            </a:r>
            <a:endParaRPr lang="fr-CA" sz="2400" dirty="0"/>
          </a:p>
          <a:p>
            <a:r>
              <a:rPr lang="fr-CA" sz="2800" dirty="0"/>
              <a:t>Récupération et remise de documents</a:t>
            </a:r>
          </a:p>
          <a:p>
            <a:pPr lvl="1"/>
            <a:r>
              <a:rPr lang="fr-CA" sz="2400" b="1" dirty="0"/>
              <a:t>\\socrate\Documents</a:t>
            </a:r>
            <a:endParaRPr lang="fr-CA" sz="2400" dirty="0"/>
          </a:p>
          <a:p>
            <a:pPr lvl="1"/>
            <a:r>
              <a:rPr lang="fr-CA" sz="2300" dirty="0"/>
              <a:t>Dossiers en Lecture et Écriture</a:t>
            </a:r>
          </a:p>
        </p:txBody>
      </p:sp>
      <p:pic>
        <p:nvPicPr>
          <p:cNvPr id="3076" name="Picture 4" descr="http://www.network-station.net/images/network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240" y="4508340"/>
            <a:ext cx="2209286" cy="165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6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29"/>
    </mc:Choice>
    <mc:Fallback xmlns="">
      <p:transition spd="slow" advTm="422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Impression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Pages</a:t>
            </a:r>
          </a:p>
          <a:p>
            <a:pPr lvl="1"/>
            <a:r>
              <a:rPr lang="fr-CA" b="1" dirty="0"/>
              <a:t>5$</a:t>
            </a:r>
            <a:r>
              <a:rPr lang="fr-CA" dirty="0"/>
              <a:t> (environ 40 pages) en crédits d’impression par session</a:t>
            </a:r>
          </a:p>
          <a:p>
            <a:pPr lvl="1"/>
            <a:r>
              <a:rPr lang="fr-CA" dirty="0"/>
              <a:t>Acheter des crédits à la Coop pour en avoir d’autres</a:t>
            </a:r>
          </a:p>
          <a:p>
            <a:r>
              <a:rPr lang="fr-CA" dirty="0"/>
              <a:t>Connexion à une imprimante</a:t>
            </a:r>
          </a:p>
          <a:p>
            <a:pPr lvl="1"/>
            <a:r>
              <a:rPr lang="fr-CA" dirty="0"/>
              <a:t>Voir procédure d’installation (Clinique technique)</a:t>
            </a:r>
            <a:endParaRPr lang="fr-CA" b="1" dirty="0"/>
          </a:p>
          <a:p>
            <a:pPr marL="365760" lvl="1" indent="0">
              <a:buNone/>
            </a:pPr>
            <a:r>
              <a:rPr lang="fr-CA" sz="2400" dirty="0">
                <a:hlinkClick r:id="rId2" action="ppaction://hlinkfile"/>
              </a:rPr>
              <a:t>Guide pour l'utilisation des ressources informatiques partagées</a:t>
            </a:r>
            <a:endParaRPr lang="fr-CA" sz="2400" dirty="0"/>
          </a:p>
          <a:p>
            <a:pPr lvl="1"/>
            <a:r>
              <a:rPr lang="fr-CA" dirty="0"/>
              <a:t>\\dti-imp-etud.cegep-fxg.qc.ca</a:t>
            </a:r>
          </a:p>
          <a:p>
            <a:pPr lvl="2"/>
            <a:r>
              <a:rPr lang="fr-CA" dirty="0"/>
              <a:t>Imprimantes accessibles au 4</a:t>
            </a:r>
            <a:r>
              <a:rPr lang="fr-CA" baseline="30000" dirty="0"/>
              <a:t>e</a:t>
            </a:r>
            <a:r>
              <a:rPr lang="fr-CA" dirty="0"/>
              <a:t> étage:</a:t>
            </a:r>
          </a:p>
          <a:p>
            <a:pPr lvl="3"/>
            <a:r>
              <a:rPr lang="fr-CA" dirty="0"/>
              <a:t>Imp-440</a:t>
            </a:r>
          </a:p>
          <a:p>
            <a:pPr lvl="3"/>
            <a:r>
              <a:rPr lang="fr-CA" dirty="0"/>
              <a:t>Imp-441</a:t>
            </a:r>
          </a:p>
          <a:p>
            <a:endParaRPr lang="fr-CA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264" y="4952578"/>
            <a:ext cx="1716782" cy="17167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 descr="Résultats de recherche d'images pour « papercut »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36822"/>
            <a:ext cx="1231938" cy="123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68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24"/>
    </mc:Choice>
    <mc:Fallback xmlns="">
      <p:transition spd="slow" advTm="1924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Gestion de fichiers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CA" dirty="0"/>
              <a:t>Pour structurer vos fichiers :</a:t>
            </a:r>
          </a:p>
          <a:p>
            <a:pPr lvl="1"/>
            <a:r>
              <a:rPr lang="fr-CA" dirty="0"/>
              <a:t>Explorateur de fichiers Windows…</a:t>
            </a:r>
          </a:p>
          <a:p>
            <a:r>
              <a:rPr lang="fr-CA" dirty="0"/>
              <a:t>Faire des « back-up » souvent</a:t>
            </a:r>
          </a:p>
          <a:p>
            <a:pPr lvl="1"/>
            <a:r>
              <a:rPr lang="fr-CA" dirty="0"/>
              <a:t>Espace personnel réseau</a:t>
            </a:r>
          </a:p>
          <a:p>
            <a:pPr lvl="1"/>
            <a:r>
              <a:rPr lang="fr-CA" dirty="0"/>
              <a:t>Clé USB</a:t>
            </a:r>
          </a:p>
          <a:p>
            <a:pPr lvl="1"/>
            <a:r>
              <a:rPr lang="fr-CA" dirty="0"/>
              <a:t>Disque dur externe</a:t>
            </a:r>
          </a:p>
          <a:p>
            <a:pPr lvl="1"/>
            <a:r>
              <a:rPr lang="fr-CA" dirty="0"/>
              <a:t>OneDrive, Google Drive, Dropbox, Git, etc.</a:t>
            </a:r>
          </a:p>
        </p:txBody>
      </p:sp>
      <p:pic>
        <p:nvPicPr>
          <p:cNvPr id="3074" name="Picture 2" descr="http://a136.idata.over-blog.com/3/94/10/32/telechargement_fichiers.jpg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7162" y="1844824"/>
            <a:ext cx="2047406" cy="1760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784" y="5085185"/>
            <a:ext cx="1905000" cy="1266825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3792" y="5013177"/>
            <a:ext cx="1866900" cy="1800225"/>
          </a:xfrm>
          <a:prstGeom prst="rect">
            <a:avLst/>
          </a:prstGeom>
        </p:spPr>
      </p:pic>
      <p:pic>
        <p:nvPicPr>
          <p:cNvPr id="4098" name="Picture 2" descr="Image associé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404" y="5085185"/>
            <a:ext cx="1609427" cy="1609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associée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1850" y="5170929"/>
            <a:ext cx="2620615" cy="109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81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91"/>
    </mc:Choice>
    <mc:Fallback xmlns="">
      <p:transition spd="slow" advTm="1149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La vie au Département d’info!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6719296" cy="4495800"/>
          </a:xfrm>
        </p:spPr>
        <p:txBody>
          <a:bodyPr>
            <a:normAutofit/>
          </a:bodyPr>
          <a:lstStyle/>
          <a:p>
            <a:r>
              <a:rPr lang="fr-CA" dirty="0"/>
              <a:t>Local étudiant (pour vous!)</a:t>
            </a:r>
          </a:p>
          <a:p>
            <a:pPr lvl="1"/>
            <a:r>
              <a:rPr lang="fr-CA" dirty="0"/>
              <a:t>G-4810</a:t>
            </a:r>
          </a:p>
          <a:p>
            <a:r>
              <a:rPr lang="fr-CA" dirty="0"/>
              <a:t>Les profs sont là pour vous</a:t>
            </a:r>
          </a:p>
          <a:p>
            <a:pPr lvl="1"/>
            <a:r>
              <a:rPr lang="fr-CA" dirty="0"/>
              <a:t>Horaires des disponibilités </a:t>
            </a:r>
            <a:br>
              <a:rPr lang="fr-CA" dirty="0"/>
            </a:br>
            <a:r>
              <a:rPr lang="fr-CA" dirty="0"/>
              <a:t>(porte + Omnivox)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184" y="1566901"/>
            <a:ext cx="3820981" cy="2187373"/>
          </a:xfrm>
          <a:prstGeom prst="rect">
            <a:avLst/>
          </a:prstGeom>
        </p:spPr>
      </p:pic>
      <p:pic>
        <p:nvPicPr>
          <p:cNvPr id="5122" name="Picture 2" descr="https://www.cegepgarneau.ca/imager/medias/photos/Videos/4956/TI_Apple_0ba546cd4aca636bf09d79f2e1437af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3956429"/>
            <a:ext cx="3804997" cy="2139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50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CA" dirty="0"/>
              <a:t>Bonne session!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908720"/>
            <a:ext cx="8572500" cy="390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édian">
  <a:themeElements>
    <a:clrScheme name="Vert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5623</TotalTime>
  <Words>465</Words>
  <Application>Microsoft Office PowerPoint</Application>
  <PresentationFormat>Grand écran</PresentationFormat>
  <Paragraphs>85</Paragraphs>
  <Slides>12</Slides>
  <Notes>2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Calibri</vt:lpstr>
      <vt:lpstr>Tw Cen MT</vt:lpstr>
      <vt:lpstr>Wingdings</vt:lpstr>
      <vt:lpstr>Wingdings 2</vt:lpstr>
      <vt:lpstr>Médian</vt:lpstr>
      <vt:lpstr>420-06A-FX  Milieu de l’informatique</vt:lpstr>
      <vt:lpstr>Bienvenue!</vt:lpstr>
      <vt:lpstr>420.B0 Techniques de l’informatique 420.B5 DEC + BAC en informatique</vt:lpstr>
      <vt:lpstr>Logigramme: cours + préalables</vt:lpstr>
      <vt:lpstr>Se connecter au Sans-fil</vt:lpstr>
      <vt:lpstr>Omnivox</vt:lpstr>
      <vt:lpstr>Département d’informatique</vt:lpstr>
      <vt:lpstr>Lecteurs réseaux (FXG-Secure)</vt:lpstr>
      <vt:lpstr>Impression</vt:lpstr>
      <vt:lpstr>Gestion de fichiers</vt:lpstr>
      <vt:lpstr>La vie au Département d’info!</vt:lpstr>
      <vt:lpstr>Bonne session!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Stéphane Lapointe</dc:creator>
  <cp:lastModifiedBy>Christopher Coulombe</cp:lastModifiedBy>
  <cp:revision>430</cp:revision>
  <cp:lastPrinted>2016-08-19T13:39:24Z</cp:lastPrinted>
  <dcterms:created xsi:type="dcterms:W3CDTF">2012-09-04T15:29:37Z</dcterms:created>
  <dcterms:modified xsi:type="dcterms:W3CDTF">2024-08-27T12:37:46Z</dcterms:modified>
</cp:coreProperties>
</file>