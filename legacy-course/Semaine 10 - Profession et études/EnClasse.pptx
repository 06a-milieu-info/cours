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136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840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677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5798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883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184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27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434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801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82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161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D74727-774E-4FB7-AC2B-C57478FFBED8}" type="datetimeFigureOut">
              <a:rPr lang="fr-CA" smtClean="0"/>
              <a:t>2025-10-23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5C1BFBA-1A44-4B55-B2ED-BCD29A7D7EB3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02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21F5-BB4B-0735-B269-22AE1E0DB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Profession et études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DB51AF-FACB-86BA-DF27-90258F7E6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4379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E80B7-48AA-F734-96B4-7AD4FCEE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D149BF-755D-857A-3882-5D9D0DF2D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03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1816C-4AD5-39AD-292F-0EBF4F4F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Développement des applications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9D5AA-26E0-7883-CA82-E832D4E13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mission d’un développeur d’applications </a:t>
            </a:r>
          </a:p>
          <a:p>
            <a:pPr lvl="1"/>
            <a:r>
              <a:rPr lang="fr-CA" b="1" dirty="0"/>
              <a:t>Créer</a:t>
            </a:r>
          </a:p>
          <a:p>
            <a:pPr lvl="1"/>
            <a:r>
              <a:rPr lang="fr-CA" b="1" dirty="0"/>
              <a:t>Améliorer</a:t>
            </a:r>
          </a:p>
          <a:p>
            <a:pPr lvl="1"/>
            <a:r>
              <a:rPr lang="fr-CA" b="1" dirty="0"/>
              <a:t>Adapter </a:t>
            </a:r>
            <a:endParaRPr lang="fr-CA" dirty="0"/>
          </a:p>
          <a:p>
            <a:pPr lvl="1"/>
            <a:r>
              <a:rPr lang="fr-CA" b="1" dirty="0"/>
              <a:t>… </a:t>
            </a:r>
            <a:r>
              <a:rPr lang="fr-CA" dirty="0"/>
              <a:t>des programmes informatiques à la demande de son client.</a:t>
            </a:r>
          </a:p>
          <a:p>
            <a:pPr lvl="1"/>
            <a:endParaRPr lang="fr-CA" b="1" dirty="0"/>
          </a:p>
          <a:p>
            <a:pPr lvl="1"/>
            <a:endParaRPr lang="fr-CA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5DD293B-08C9-ECF7-A16E-514FD3368219}"/>
              </a:ext>
            </a:extLst>
          </p:cNvPr>
          <p:cNvSpPr txBox="1"/>
          <p:nvPr/>
        </p:nvSpPr>
        <p:spPr>
          <a:xfrm>
            <a:off x="1652337" y="5141495"/>
            <a:ext cx="88231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CA" sz="4000" b="1" dirty="0"/>
              <a:t>Gestion Web Mobile</a:t>
            </a:r>
            <a:br>
              <a:rPr lang="fr-CA" sz="4000" b="1" dirty="0"/>
            </a:br>
            <a:endParaRPr lang="fr-CA" sz="4000" b="1" dirty="0"/>
          </a:p>
        </p:txBody>
      </p:sp>
    </p:spTree>
    <p:extLst>
      <p:ext uri="{BB962C8B-B14F-4D97-AF65-F5344CB8AC3E}">
        <p14:creationId xmlns:p14="http://schemas.microsoft.com/office/powerpoint/2010/main" val="17034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7CB173-71F7-3966-A5A3-A1D0F6FC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Programmeur de logiciels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3CB80-A3AC-6BB5-2954-0F47664CF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programmeur logiciel est un </a:t>
            </a:r>
            <a:r>
              <a:rPr lang="fr-CA" b="1" dirty="0"/>
              <a:t>développeur d’application de gestion. </a:t>
            </a:r>
          </a:p>
          <a:p>
            <a:r>
              <a:rPr lang="fr-CA" dirty="0"/>
              <a:t>On l’appelle aussi « développeur, programmeur ».</a:t>
            </a:r>
          </a:p>
          <a:p>
            <a:r>
              <a:rPr lang="fr-CA" dirty="0"/>
              <a:t>Ses tâches :</a:t>
            </a:r>
          </a:p>
          <a:p>
            <a:pPr lvl="1"/>
            <a:r>
              <a:rPr lang="fr-CA" b="1" dirty="0"/>
              <a:t>Concevoir</a:t>
            </a:r>
          </a:p>
          <a:p>
            <a:pPr lvl="1"/>
            <a:r>
              <a:rPr lang="fr-CA" b="1" dirty="0"/>
              <a:t>Documentation</a:t>
            </a:r>
          </a:p>
          <a:p>
            <a:pPr lvl="1"/>
            <a:r>
              <a:rPr lang="fr-CA" b="1" dirty="0"/>
              <a:t>Collaboration </a:t>
            </a:r>
            <a:r>
              <a:rPr lang="fr-CA" dirty="0"/>
              <a:t>avec d’autres métiers</a:t>
            </a:r>
          </a:p>
          <a:p>
            <a:pPr lvl="1"/>
            <a:r>
              <a:rPr lang="fr-CA" b="1" dirty="0"/>
              <a:t>Respecter les contraintes de qualité</a:t>
            </a:r>
          </a:p>
          <a:p>
            <a:pPr lvl="1"/>
            <a:r>
              <a:rPr lang="fr-CA" b="1" dirty="0"/>
              <a:t>Tester</a:t>
            </a:r>
          </a:p>
        </p:txBody>
      </p:sp>
    </p:spTree>
    <p:extLst>
      <p:ext uri="{BB962C8B-B14F-4D97-AF65-F5344CB8AC3E}">
        <p14:creationId xmlns:p14="http://schemas.microsoft.com/office/powerpoint/2010/main" val="258439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6837FF-18D7-A4EC-C77D-A38CCAE3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Programmeur de logiciels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63331B-49FB-D61A-1010-F367D9B1D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Compétences nécessaires :</a:t>
            </a:r>
          </a:p>
          <a:p>
            <a:pPr lvl="1"/>
            <a:r>
              <a:rPr lang="fr-CA" b="1" dirty="0"/>
              <a:t>Connaître </a:t>
            </a:r>
            <a:r>
              <a:rPr lang="fr-CA" dirty="0"/>
              <a:t>(langages de programmation, bases de données, protocoles réseaux, matériel informatique, etc.)</a:t>
            </a:r>
          </a:p>
          <a:p>
            <a:pPr lvl="1"/>
            <a:r>
              <a:rPr lang="fr-CA" b="1" dirty="0"/>
              <a:t>Adapter</a:t>
            </a:r>
          </a:p>
          <a:p>
            <a:pPr lvl="1"/>
            <a:r>
              <a:rPr lang="fr-CA" b="1" dirty="0"/>
              <a:t>Contrôle de qualité</a:t>
            </a:r>
          </a:p>
          <a:p>
            <a:pPr lvl="1"/>
            <a:endParaRPr lang="fr-CA" dirty="0"/>
          </a:p>
          <a:p>
            <a:r>
              <a:rPr lang="fr-CA" dirty="0"/>
              <a:t>Habiletés personnelles :</a:t>
            </a:r>
          </a:p>
          <a:p>
            <a:pPr lvl="1"/>
            <a:r>
              <a:rPr lang="fr-CA" b="1" dirty="0"/>
              <a:t>Autonomie</a:t>
            </a:r>
          </a:p>
          <a:p>
            <a:pPr lvl="1"/>
            <a:r>
              <a:rPr lang="fr-CA" b="1" dirty="0"/>
              <a:t>Capacité d’analyse</a:t>
            </a:r>
          </a:p>
          <a:p>
            <a:pPr lvl="1"/>
            <a:r>
              <a:rPr lang="fr-CA" b="1" dirty="0"/>
              <a:t>Esprit d’équipe</a:t>
            </a:r>
          </a:p>
          <a:p>
            <a:pPr lvl="1"/>
            <a:r>
              <a:rPr lang="fr-CA" b="1" dirty="0"/>
              <a:t>Français / Anglais</a:t>
            </a:r>
          </a:p>
          <a:p>
            <a:pPr lvl="1"/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181802213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38</TotalTime>
  <Words>104</Words>
  <Application>Microsoft Office PowerPoint</Application>
  <PresentationFormat>Grand écran</PresentationFormat>
  <Paragraphs>28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Gill Sans MT</vt:lpstr>
      <vt:lpstr>Wingdings 2</vt:lpstr>
      <vt:lpstr>Dividende</vt:lpstr>
      <vt:lpstr>Profession et études</vt:lpstr>
      <vt:lpstr>Présentation PowerPoint</vt:lpstr>
      <vt:lpstr>Développement des applications</vt:lpstr>
      <vt:lpstr>Programmeur de logiciels</vt:lpstr>
      <vt:lpstr>Programmeur de logiciels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Rousseau</dc:creator>
  <cp:lastModifiedBy>Sébastien Rousseau</cp:lastModifiedBy>
  <cp:revision>2</cp:revision>
  <dcterms:created xsi:type="dcterms:W3CDTF">2025-10-23T20:29:11Z</dcterms:created>
  <dcterms:modified xsi:type="dcterms:W3CDTF">2025-10-23T21:07:27Z</dcterms:modified>
</cp:coreProperties>
</file>