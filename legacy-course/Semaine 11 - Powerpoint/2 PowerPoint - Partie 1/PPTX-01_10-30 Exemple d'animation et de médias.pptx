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0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1.xml" ContentType="application/vnd.openxmlformats-officedocument.presentationml.notesSlide+xml"/>
  <Override PartName="/ppt/tags/tag4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46.xml" ContentType="application/vnd.openxmlformats-officedocument.presentationml.tags+xml"/>
  <Override PartName="/ppt/notesSlides/notesSlide15.xml" ContentType="application/vnd.openxmlformats-officedocument.presentationml.notesSlide+xml"/>
  <Override PartName="/ppt/tags/tag47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6" r:id="rId4"/>
  </p:sldMasterIdLst>
  <p:notesMasterIdLst>
    <p:notesMasterId r:id="rId41"/>
  </p:notesMasterIdLst>
  <p:handoutMasterIdLst>
    <p:handoutMasterId r:id="rId42"/>
  </p:handoutMasterIdLst>
  <p:sldIdLst>
    <p:sldId id="257" r:id="rId5"/>
    <p:sldId id="525" r:id="rId6"/>
    <p:sldId id="468" r:id="rId7"/>
    <p:sldId id="385" r:id="rId8"/>
    <p:sldId id="496" r:id="rId9"/>
    <p:sldId id="497" r:id="rId10"/>
    <p:sldId id="507" r:id="rId11"/>
    <p:sldId id="498" r:id="rId12"/>
    <p:sldId id="501" r:id="rId13"/>
    <p:sldId id="503" r:id="rId14"/>
    <p:sldId id="504" r:id="rId15"/>
    <p:sldId id="531" r:id="rId16"/>
    <p:sldId id="506" r:id="rId17"/>
    <p:sldId id="526" r:id="rId18"/>
    <p:sldId id="527" r:id="rId19"/>
    <p:sldId id="475" r:id="rId20"/>
    <p:sldId id="530" r:id="rId21"/>
    <p:sldId id="499" r:id="rId22"/>
    <p:sldId id="508" r:id="rId23"/>
    <p:sldId id="509" r:id="rId24"/>
    <p:sldId id="510" r:id="rId25"/>
    <p:sldId id="500" r:id="rId26"/>
    <p:sldId id="511" r:id="rId27"/>
    <p:sldId id="512" r:id="rId28"/>
    <p:sldId id="513" r:id="rId29"/>
    <p:sldId id="524" r:id="rId30"/>
    <p:sldId id="517" r:id="rId31"/>
    <p:sldId id="518" r:id="rId32"/>
    <p:sldId id="519" r:id="rId33"/>
    <p:sldId id="520" r:id="rId34"/>
    <p:sldId id="521" r:id="rId35"/>
    <p:sldId id="522" r:id="rId36"/>
    <p:sldId id="523" r:id="rId37"/>
    <p:sldId id="494" r:id="rId38"/>
    <p:sldId id="495" r:id="rId39"/>
    <p:sldId id="467" r:id="rId40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38545220-D3A4-484C-8DC8-59C80A8805D1}">
          <p14:sldIdLst>
            <p14:sldId id="257"/>
          </p14:sldIdLst>
        </p14:section>
        <p14:section name="Section récapitulative" id="{9E044F46-D873-48FC-8DAE-1FA2F7661343}">
          <p14:sldIdLst>
            <p14:sldId id="525"/>
          </p14:sldIdLst>
        </p14:section>
        <p14:section name="Introduction" id="{0E82F3EB-B18F-4C28-89C5-4ABA1F42F416}">
          <p14:sldIdLst>
            <p14:sldId id="468"/>
            <p14:sldId id="385"/>
            <p14:sldId id="496"/>
          </p14:sldIdLst>
        </p14:section>
        <p14:section name="RMAN" id="{6CBBE8DB-8450-4567-897B-C7582BD75C7A}">
          <p14:sldIdLst>
            <p14:sldId id="497"/>
            <p14:sldId id="507"/>
            <p14:sldId id="498"/>
            <p14:sldId id="501"/>
            <p14:sldId id="503"/>
            <p14:sldId id="504"/>
            <p14:sldId id="531"/>
            <p14:sldId id="506"/>
            <p14:sldId id="526"/>
            <p14:sldId id="527"/>
            <p14:sldId id="475"/>
            <p14:sldId id="530"/>
          </p14:sldIdLst>
        </p14:section>
        <p14:section name="SQL*LOADER" id="{AD2D2ABF-D399-4575-A059-078E2AE53FB3}">
          <p14:sldIdLst>
            <p14:sldId id="499"/>
            <p14:sldId id="508"/>
            <p14:sldId id="509"/>
            <p14:sldId id="510"/>
          </p14:sldIdLst>
        </p14:section>
        <p14:section name="DATA PUMP" id="{5A6AEF26-6333-4FB8-BEFE-C3205F595C55}">
          <p14:sldIdLst>
            <p14:sldId id="500"/>
            <p14:sldId id="511"/>
            <p14:sldId id="512"/>
            <p14:sldId id="513"/>
            <p14:sldId id="524"/>
            <p14:sldId id="517"/>
            <p14:sldId id="518"/>
            <p14:sldId id="519"/>
            <p14:sldId id="520"/>
            <p14:sldId id="521"/>
            <p14:sldId id="522"/>
            <p14:sldId id="523"/>
          </p14:sldIdLst>
        </p14:section>
        <p14:section name="Exercices" id="{73DB9377-5467-4D0D-B948-A5246EB42309}">
          <p14:sldIdLst>
            <p14:sldId id="494"/>
            <p14:sldId id="495"/>
            <p14:sldId id="4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412" userDrawn="1">
          <p15:clr>
            <a:srgbClr val="A4A3A4"/>
          </p15:clr>
        </p15:guide>
        <p15:guide id="2" pos="37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4C22"/>
    <a:srgbClr val="333333"/>
    <a:srgbClr val="B22600"/>
    <a:srgbClr val="EEECE1"/>
    <a:srgbClr val="FFB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A172C-4F57-47AD-BDCB-D128E2375DE9}" v="1325" dt="2021-12-05T15:55:46.284"/>
    <p1510:client id="{D970A702-110C-4C9F-B337-4287DBA5F387}" v="3" dt="2021-12-05T15:58:59.6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8" autoAdjust="0"/>
    <p:restoredTop sz="79379" autoAdjust="0"/>
  </p:normalViewPr>
  <p:slideViewPr>
    <p:cSldViewPr snapToGrid="0">
      <p:cViewPr varScale="1">
        <p:scale>
          <a:sx n="120" d="100"/>
          <a:sy n="120" d="100"/>
        </p:scale>
        <p:origin x="1674" y="90"/>
      </p:cViewPr>
      <p:guideLst>
        <p:guide orient="horz" pos="1412"/>
        <p:guide pos="37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napToGrid="0">
      <p:cViewPr varScale="1">
        <p:scale>
          <a:sx n="95" d="100"/>
          <a:sy n="95" d="100"/>
        </p:scale>
        <p:origin x="128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Hardy" userId="18c45b91-9529-4376-afee-15439663c977" providerId="ADAL" clId="{F487FA31-323A-4CA8-AE05-0E45D33C5314}"/>
    <pc:docChg chg="undo redo custSel addSld delSld modSld sldOrd addSection delSection modSection">
      <pc:chgData name="Martin Hardy" userId="18c45b91-9529-4376-afee-15439663c977" providerId="ADAL" clId="{F487FA31-323A-4CA8-AE05-0E45D33C5314}" dt="2021-11-16T13:25:18.586" v="6452" actId="6549"/>
      <pc:docMkLst>
        <pc:docMk/>
      </pc:docMkLst>
      <pc:sldChg chg="modSp mod">
        <pc:chgData name="Martin Hardy" userId="18c45b91-9529-4376-afee-15439663c977" providerId="ADAL" clId="{F487FA31-323A-4CA8-AE05-0E45D33C5314}" dt="2021-11-08T13:12:22.543" v="11" actId="20577"/>
        <pc:sldMkLst>
          <pc:docMk/>
          <pc:sldMk cId="3737331811" sldId="257"/>
        </pc:sldMkLst>
        <pc:spChg chg="mod">
          <ac:chgData name="Martin Hardy" userId="18c45b91-9529-4376-afee-15439663c977" providerId="ADAL" clId="{F487FA31-323A-4CA8-AE05-0E45D33C5314}" dt="2021-11-08T13:12:22.543" v="11" actId="20577"/>
          <ac:spMkLst>
            <pc:docMk/>
            <pc:sldMk cId="3737331811" sldId="257"/>
            <ac:spMk id="5" creationId="{9E480E55-15FD-4515-A046-9DB8D47B9CF5}"/>
          </ac:spMkLst>
        </pc:spChg>
      </pc:sldChg>
      <pc:sldChg chg="modSp mod">
        <pc:chgData name="Martin Hardy" userId="18c45b91-9529-4376-afee-15439663c977" providerId="ADAL" clId="{F487FA31-323A-4CA8-AE05-0E45D33C5314}" dt="2021-11-08T13:12:30.207" v="23" actId="20577"/>
        <pc:sldMkLst>
          <pc:docMk/>
          <pc:sldMk cId="3809762583" sldId="266"/>
        </pc:sldMkLst>
        <pc:spChg chg="mod">
          <ac:chgData name="Martin Hardy" userId="18c45b91-9529-4376-afee-15439663c977" providerId="ADAL" clId="{F487FA31-323A-4CA8-AE05-0E45D33C5314}" dt="2021-11-08T13:12:30.207" v="23" actId="20577"/>
          <ac:spMkLst>
            <pc:docMk/>
            <pc:sldMk cId="3809762583" sldId="266"/>
            <ac:spMk id="3" creationId="{0079E3F9-6F3C-4C12-89C1-4DD38088FAB3}"/>
          </ac:spMkLst>
        </pc:spChg>
      </pc:sldChg>
      <pc:sldChg chg="modSp mod">
        <pc:chgData name="Martin Hardy" userId="18c45b91-9529-4376-afee-15439663c977" providerId="ADAL" clId="{F487FA31-323A-4CA8-AE05-0E45D33C5314}" dt="2021-11-08T13:13:55.822" v="76" actId="20577"/>
        <pc:sldMkLst>
          <pc:docMk/>
          <pc:sldMk cId="886089098" sldId="284"/>
        </pc:sldMkLst>
        <pc:spChg chg="mod">
          <ac:chgData name="Martin Hardy" userId="18c45b91-9529-4376-afee-15439663c977" providerId="ADAL" clId="{F487FA31-323A-4CA8-AE05-0E45D33C5314}" dt="2021-11-08T13:13:55.822" v="76" actId="20577"/>
          <ac:spMkLst>
            <pc:docMk/>
            <pc:sldMk cId="886089098" sldId="284"/>
            <ac:spMk id="3" creationId="{FF40BA11-D48C-44C4-AB14-9B66EBE9965D}"/>
          </ac:spMkLst>
        </pc:spChg>
      </pc:sldChg>
      <pc:sldChg chg="modSp mod">
        <pc:chgData name="Martin Hardy" userId="18c45b91-9529-4376-afee-15439663c977" providerId="ADAL" clId="{F487FA31-323A-4CA8-AE05-0E45D33C5314}" dt="2021-11-08T13:15:26.190" v="125" actId="20577"/>
        <pc:sldMkLst>
          <pc:docMk/>
          <pc:sldMk cId="2282098802" sldId="307"/>
        </pc:sldMkLst>
        <pc:spChg chg="mod">
          <ac:chgData name="Martin Hardy" userId="18c45b91-9529-4376-afee-15439663c977" providerId="ADAL" clId="{F487FA31-323A-4CA8-AE05-0E45D33C5314}" dt="2021-11-08T13:15:26.190" v="125" actId="20577"/>
          <ac:spMkLst>
            <pc:docMk/>
            <pc:sldMk cId="2282098802" sldId="307"/>
            <ac:spMk id="2" creationId="{905CDD7D-A2BF-4AA3-8565-D7BACF492C21}"/>
          </ac:spMkLst>
        </pc:spChg>
        <pc:spChg chg="mod">
          <ac:chgData name="Martin Hardy" userId="18c45b91-9529-4376-afee-15439663c977" providerId="ADAL" clId="{F487FA31-323A-4CA8-AE05-0E45D33C5314}" dt="2021-11-08T13:15:16.622" v="96" actId="20577"/>
          <ac:spMkLst>
            <pc:docMk/>
            <pc:sldMk cId="2282098802" sldId="307"/>
            <ac:spMk id="3" creationId="{0079E3F9-6F3C-4C12-89C1-4DD38088FAB3}"/>
          </ac:spMkLst>
        </pc:spChg>
      </pc:sldChg>
      <pc:sldChg chg="addSp delSp modSp mod modClrScheme chgLayout modNotesTx">
        <pc:chgData name="Martin Hardy" userId="18c45b91-9529-4376-afee-15439663c977" providerId="ADAL" clId="{F487FA31-323A-4CA8-AE05-0E45D33C5314}" dt="2021-11-08T13:27:59.130" v="694" actId="20577"/>
        <pc:sldMkLst>
          <pc:docMk/>
          <pc:sldMk cId="3984742994" sldId="385"/>
        </pc:sldMkLst>
        <pc:spChg chg="mod ord">
          <ac:chgData name="Martin Hardy" userId="18c45b91-9529-4376-afee-15439663c977" providerId="ADAL" clId="{F487FA31-323A-4CA8-AE05-0E45D33C5314}" dt="2021-11-08T13:21:51.050" v="359" actId="700"/>
          <ac:spMkLst>
            <pc:docMk/>
            <pc:sldMk cId="3984742994" sldId="385"/>
            <ac:spMk id="2" creationId="{136A748A-1F80-4680-A5BC-E2AF0526BCFD}"/>
          </ac:spMkLst>
        </pc:spChg>
        <pc:spChg chg="add del mod ord">
          <ac:chgData name="Martin Hardy" userId="18c45b91-9529-4376-afee-15439663c977" providerId="ADAL" clId="{F487FA31-323A-4CA8-AE05-0E45D33C5314}" dt="2021-11-08T13:21:51.050" v="359" actId="700"/>
          <ac:spMkLst>
            <pc:docMk/>
            <pc:sldMk cId="3984742994" sldId="385"/>
            <ac:spMk id="3" creationId="{3156B989-22FD-4CE2-AB39-65E962DBC385}"/>
          </ac:spMkLst>
        </pc:spChg>
        <pc:spChg chg="mod ord">
          <ac:chgData name="Martin Hardy" userId="18c45b91-9529-4376-afee-15439663c977" providerId="ADAL" clId="{F487FA31-323A-4CA8-AE05-0E45D33C5314}" dt="2021-11-08T13:21:58.827" v="373" actId="20577"/>
          <ac:spMkLst>
            <pc:docMk/>
            <pc:sldMk cId="3984742994" sldId="385"/>
            <ac:spMk id="4" creationId="{118D370F-35B5-48D0-96EF-1611F902316F}"/>
          </ac:spMkLst>
        </pc:spChg>
        <pc:spChg chg="mod ord">
          <ac:chgData name="Martin Hardy" userId="18c45b91-9529-4376-afee-15439663c977" providerId="ADAL" clId="{F487FA31-323A-4CA8-AE05-0E45D33C5314}" dt="2021-11-08T13:21:51.050" v="359" actId="700"/>
          <ac:spMkLst>
            <pc:docMk/>
            <pc:sldMk cId="3984742994" sldId="385"/>
            <ac:spMk id="5" creationId="{11CD095E-BBA4-47E4-8D53-713C7B022F16}"/>
          </ac:spMkLst>
        </pc:spChg>
        <pc:spChg chg="mod ord">
          <ac:chgData name="Martin Hardy" userId="18c45b91-9529-4376-afee-15439663c977" providerId="ADAL" clId="{F487FA31-323A-4CA8-AE05-0E45D33C5314}" dt="2021-11-08T13:21:51.050" v="359" actId="700"/>
          <ac:spMkLst>
            <pc:docMk/>
            <pc:sldMk cId="3984742994" sldId="385"/>
            <ac:spMk id="6" creationId="{6ABA69B2-4B03-4A7D-8B27-DCCE00ACB29D}"/>
          </ac:spMkLst>
        </pc:spChg>
        <pc:spChg chg="add mod ord">
          <ac:chgData name="Martin Hardy" userId="18c45b91-9529-4376-afee-15439663c977" providerId="ADAL" clId="{F487FA31-323A-4CA8-AE05-0E45D33C5314}" dt="2021-11-08T13:26:20.632" v="641" actId="14100"/>
          <ac:spMkLst>
            <pc:docMk/>
            <pc:sldMk cId="3984742994" sldId="385"/>
            <ac:spMk id="7" creationId="{017C7709-0095-490C-84F5-03FAED028645}"/>
          </ac:spMkLst>
        </pc:spChg>
        <pc:spChg chg="mod ord">
          <ac:chgData name="Martin Hardy" userId="18c45b91-9529-4376-afee-15439663c977" providerId="ADAL" clId="{F487FA31-323A-4CA8-AE05-0E45D33C5314}" dt="2021-11-08T13:26:08.599" v="638" actId="14100"/>
          <ac:spMkLst>
            <pc:docMk/>
            <pc:sldMk cId="3984742994" sldId="385"/>
            <ac:spMk id="8" creationId="{70590DA8-4F20-430F-95A3-F7B47E65B073}"/>
          </ac:spMkLst>
        </pc:spChg>
        <pc:spChg chg="add mod ord">
          <ac:chgData name="Martin Hardy" userId="18c45b91-9529-4376-afee-15439663c977" providerId="ADAL" clId="{F487FA31-323A-4CA8-AE05-0E45D33C5314}" dt="2021-11-08T13:26:14.900" v="640" actId="27636"/>
          <ac:spMkLst>
            <pc:docMk/>
            <pc:sldMk cId="3984742994" sldId="385"/>
            <ac:spMk id="9" creationId="{3C2D7E8A-A872-4F81-BEA6-1666C90551BC}"/>
          </ac:spMkLst>
        </pc:spChg>
        <pc:spChg chg="add mod ord">
          <ac:chgData name="Martin Hardy" userId="18c45b91-9529-4376-afee-15439663c977" providerId="ADAL" clId="{F487FA31-323A-4CA8-AE05-0E45D33C5314}" dt="2021-11-08T13:27:59.130" v="694" actId="20577"/>
          <ac:spMkLst>
            <pc:docMk/>
            <pc:sldMk cId="3984742994" sldId="385"/>
            <ac:spMk id="11" creationId="{43DDC76A-0058-4C7E-B997-FBA61D16F64A}"/>
          </ac:spMkLst>
        </pc:spChg>
        <pc:picChg chg="del">
          <ac:chgData name="Martin Hardy" userId="18c45b91-9529-4376-afee-15439663c977" providerId="ADAL" clId="{F487FA31-323A-4CA8-AE05-0E45D33C5314}" dt="2021-11-08T13:12:38.546" v="26" actId="478"/>
          <ac:picMkLst>
            <pc:docMk/>
            <pc:sldMk cId="3984742994" sldId="385"/>
            <ac:picMk id="10" creationId="{0F8ABE70-9635-4236-85AD-18F06585B709}"/>
          </ac:picMkLst>
        </pc:picChg>
      </pc:sldChg>
      <pc:sldChg chg="del">
        <pc:chgData name="Martin Hardy" userId="18c45b91-9529-4376-afee-15439663c977" providerId="ADAL" clId="{F487FA31-323A-4CA8-AE05-0E45D33C5314}" dt="2021-11-08T13:13:06.487" v="41" actId="47"/>
        <pc:sldMkLst>
          <pc:docMk/>
          <pc:sldMk cId="3336390750" sldId="399"/>
        </pc:sldMkLst>
      </pc:sldChg>
      <pc:sldChg chg="del">
        <pc:chgData name="Martin Hardy" userId="18c45b91-9529-4376-afee-15439663c977" providerId="ADAL" clId="{F487FA31-323A-4CA8-AE05-0E45D33C5314}" dt="2021-11-08T13:12:34.525" v="24" actId="47"/>
        <pc:sldMkLst>
          <pc:docMk/>
          <pc:sldMk cId="1829112659" sldId="400"/>
        </pc:sldMkLst>
      </pc:sldChg>
      <pc:sldChg chg="addSp delSp modSp mod">
        <pc:chgData name="Martin Hardy" userId="18c45b91-9529-4376-afee-15439663c977" providerId="ADAL" clId="{F487FA31-323A-4CA8-AE05-0E45D33C5314}" dt="2021-11-16T12:58:33.905" v="5932" actId="20577"/>
        <pc:sldMkLst>
          <pc:docMk/>
          <pc:sldMk cId="1566901393" sldId="404"/>
        </pc:sldMkLst>
        <pc:spChg chg="mod">
          <ac:chgData name="Martin Hardy" userId="18c45b91-9529-4376-afee-15439663c977" providerId="ADAL" clId="{F487FA31-323A-4CA8-AE05-0E45D33C5314}" dt="2021-11-08T13:14:14.819" v="85" actId="6549"/>
          <ac:spMkLst>
            <pc:docMk/>
            <pc:sldMk cId="1566901393" sldId="404"/>
            <ac:spMk id="2" creationId="{136A748A-1F80-4680-A5BC-E2AF0526BCFD}"/>
          </ac:spMkLst>
        </pc:spChg>
        <pc:spChg chg="add mod">
          <ac:chgData name="Martin Hardy" userId="18c45b91-9529-4376-afee-15439663c977" providerId="ADAL" clId="{F487FA31-323A-4CA8-AE05-0E45D33C5314}" dt="2021-11-08T13:14:11.527" v="83" actId="478"/>
          <ac:spMkLst>
            <pc:docMk/>
            <pc:sldMk cId="1566901393" sldId="404"/>
            <ac:spMk id="3" creationId="{9AC03FD4-00D2-4A96-8CD7-82B657574C28}"/>
          </ac:spMkLst>
        </pc:spChg>
        <pc:spChg chg="mod">
          <ac:chgData name="Martin Hardy" userId="18c45b91-9529-4376-afee-15439663c977" providerId="ADAL" clId="{F487FA31-323A-4CA8-AE05-0E45D33C5314}" dt="2021-11-08T20:33:41.358" v="2376" actId="207"/>
          <ac:spMkLst>
            <pc:docMk/>
            <pc:sldMk cId="1566901393" sldId="404"/>
            <ac:spMk id="7" creationId="{00000000-0000-0000-0000-000000000000}"/>
          </ac:spMkLst>
        </pc:spChg>
        <pc:spChg chg="mod">
          <ac:chgData name="Martin Hardy" userId="18c45b91-9529-4376-afee-15439663c977" providerId="ADAL" clId="{F487FA31-323A-4CA8-AE05-0E45D33C5314}" dt="2021-11-08T13:14:13.471" v="84" actId="6549"/>
          <ac:spMkLst>
            <pc:docMk/>
            <pc:sldMk cId="1566901393" sldId="404"/>
            <ac:spMk id="8" creationId="{70590DA8-4F20-430F-95A3-F7B47E65B073}"/>
          </ac:spMkLst>
        </pc:spChg>
        <pc:spChg chg="mod">
          <ac:chgData name="Martin Hardy" userId="18c45b91-9529-4376-afee-15439663c977" providerId="ADAL" clId="{F487FA31-323A-4CA8-AE05-0E45D33C5314}" dt="2021-11-16T12:58:33.905" v="5932" actId="20577"/>
          <ac:spMkLst>
            <pc:docMk/>
            <pc:sldMk cId="1566901393" sldId="404"/>
            <ac:spMk id="9" creationId="{00000000-0000-0000-0000-000000000000}"/>
          </ac:spMkLst>
        </pc:spChg>
        <pc:spChg chg="mod">
          <ac:chgData name="Martin Hardy" userId="18c45b91-9529-4376-afee-15439663c977" providerId="ADAL" clId="{F487FA31-323A-4CA8-AE05-0E45D33C5314}" dt="2021-11-10T16:19:11.350" v="3679" actId="20577"/>
          <ac:spMkLst>
            <pc:docMk/>
            <pc:sldMk cId="1566901393" sldId="404"/>
            <ac:spMk id="10" creationId="{00000000-0000-0000-0000-000000000000}"/>
          </ac:spMkLst>
        </pc:spChg>
        <pc:picChg chg="del">
          <ac:chgData name="Martin Hardy" userId="18c45b91-9529-4376-afee-15439663c977" providerId="ADAL" clId="{F487FA31-323A-4CA8-AE05-0E45D33C5314}" dt="2021-11-08T13:14:11.527" v="83" actId="478"/>
          <ac:picMkLst>
            <pc:docMk/>
            <pc:sldMk cId="1566901393" sldId="404"/>
            <ac:picMk id="12" creationId="{745BAC74-5EE8-4913-BBAE-04741E0539B7}"/>
          </ac:picMkLst>
        </pc:picChg>
      </pc:sldChg>
      <pc:sldChg chg="del">
        <pc:chgData name="Martin Hardy" userId="18c45b91-9529-4376-afee-15439663c977" providerId="ADAL" clId="{F487FA31-323A-4CA8-AE05-0E45D33C5314}" dt="2021-11-08T13:13:06.487" v="41" actId="47"/>
        <pc:sldMkLst>
          <pc:docMk/>
          <pc:sldMk cId="4237217970" sldId="405"/>
        </pc:sldMkLst>
      </pc:sldChg>
      <pc:sldChg chg="del">
        <pc:chgData name="Martin Hardy" userId="18c45b91-9529-4376-afee-15439663c977" providerId="ADAL" clId="{F487FA31-323A-4CA8-AE05-0E45D33C5314}" dt="2021-11-08T13:13:06.487" v="41" actId="47"/>
        <pc:sldMkLst>
          <pc:docMk/>
          <pc:sldMk cId="814064922" sldId="406"/>
        </pc:sldMkLst>
      </pc:sldChg>
      <pc:sldChg chg="del">
        <pc:chgData name="Martin Hardy" userId="18c45b91-9529-4376-afee-15439663c977" providerId="ADAL" clId="{F487FA31-323A-4CA8-AE05-0E45D33C5314}" dt="2021-11-08T13:13:12.375" v="42" actId="47"/>
        <pc:sldMkLst>
          <pc:docMk/>
          <pc:sldMk cId="1052582420" sldId="410"/>
        </pc:sldMkLst>
      </pc:sldChg>
      <pc:sldChg chg="modSp mod">
        <pc:chgData name="Martin Hardy" userId="18c45b91-9529-4376-afee-15439663c977" providerId="ADAL" clId="{F487FA31-323A-4CA8-AE05-0E45D33C5314}" dt="2021-11-08T13:14:08.656" v="82" actId="14100"/>
        <pc:sldMkLst>
          <pc:docMk/>
          <pc:sldMk cId="1139809251" sldId="411"/>
        </pc:sldMkLst>
        <pc:spChg chg="mod">
          <ac:chgData name="Martin Hardy" userId="18c45b91-9529-4376-afee-15439663c977" providerId="ADAL" clId="{F487FA31-323A-4CA8-AE05-0E45D33C5314}" dt="2021-11-08T13:14:08.656" v="82" actId="14100"/>
          <ac:spMkLst>
            <pc:docMk/>
            <pc:sldMk cId="1139809251" sldId="411"/>
            <ac:spMk id="2" creationId="{E5741C5A-FC11-4C94-AAAD-C31E48621C23}"/>
          </ac:spMkLst>
        </pc:spChg>
        <pc:spChg chg="mod">
          <ac:chgData name="Martin Hardy" userId="18c45b91-9529-4376-afee-15439663c977" providerId="ADAL" clId="{F487FA31-323A-4CA8-AE05-0E45D33C5314}" dt="2021-11-08T13:14:02.409" v="80" actId="27636"/>
          <ac:spMkLst>
            <pc:docMk/>
            <pc:sldMk cId="1139809251" sldId="411"/>
            <ac:spMk id="6" creationId="{F83CEFE9-0858-417E-B325-023DF58F6EDE}"/>
          </ac:spMkLst>
        </pc:spChg>
        <pc:spChg chg="mod">
          <ac:chgData name="Martin Hardy" userId="18c45b91-9529-4376-afee-15439663c977" providerId="ADAL" clId="{F487FA31-323A-4CA8-AE05-0E45D33C5314}" dt="2021-11-08T13:14:00.673" v="78" actId="27636"/>
          <ac:spMkLst>
            <pc:docMk/>
            <pc:sldMk cId="1139809251" sldId="411"/>
            <ac:spMk id="12" creationId="{D75232D8-8C6B-4AF2-8817-63BDF7109808}"/>
          </ac:spMkLst>
        </pc:spChg>
      </pc:sldChg>
      <pc:sldChg chg="del">
        <pc:chgData name="Martin Hardy" userId="18c45b91-9529-4376-afee-15439663c977" providerId="ADAL" clId="{F487FA31-323A-4CA8-AE05-0E45D33C5314}" dt="2021-11-08T13:13:13.504" v="43" actId="47"/>
        <pc:sldMkLst>
          <pc:docMk/>
          <pc:sldMk cId="3267621173" sldId="412"/>
        </pc:sldMkLst>
      </pc:sldChg>
      <pc:sldChg chg="del">
        <pc:chgData name="Martin Hardy" userId="18c45b91-9529-4376-afee-15439663c977" providerId="ADAL" clId="{F487FA31-323A-4CA8-AE05-0E45D33C5314}" dt="2021-11-08T13:13:17.748" v="44" actId="18676"/>
        <pc:sldMkLst>
          <pc:docMk/>
          <pc:sldMk cId="147395811" sldId="413"/>
        </pc:sldMkLst>
      </pc:sldChg>
      <pc:sldChg chg="del">
        <pc:chgData name="Martin Hardy" userId="18c45b91-9529-4376-afee-15439663c977" providerId="ADAL" clId="{F487FA31-323A-4CA8-AE05-0E45D33C5314}" dt="2021-11-08T13:13:21.123" v="45" actId="18676"/>
        <pc:sldMkLst>
          <pc:docMk/>
          <pc:sldMk cId="1617783964" sldId="414"/>
        </pc:sldMkLst>
      </pc:sldChg>
      <pc:sldChg chg="del">
        <pc:chgData name="Martin Hardy" userId="18c45b91-9529-4376-afee-15439663c977" providerId="ADAL" clId="{F487FA31-323A-4CA8-AE05-0E45D33C5314}" dt="2021-11-08T13:13:17.748" v="44" actId="18676"/>
        <pc:sldMkLst>
          <pc:docMk/>
          <pc:sldMk cId="4094457334" sldId="416"/>
        </pc:sldMkLst>
      </pc:sldChg>
      <pc:sldChg chg="del">
        <pc:chgData name="Martin Hardy" userId="18c45b91-9529-4376-afee-15439663c977" providerId="ADAL" clId="{F487FA31-323A-4CA8-AE05-0E45D33C5314}" dt="2021-11-08T13:13:17.748" v="44" actId="18676"/>
        <pc:sldMkLst>
          <pc:docMk/>
          <pc:sldMk cId="3391269621" sldId="417"/>
        </pc:sldMkLst>
      </pc:sldChg>
      <pc:sldChg chg="del">
        <pc:chgData name="Martin Hardy" userId="18c45b91-9529-4376-afee-15439663c977" providerId="ADAL" clId="{F487FA31-323A-4CA8-AE05-0E45D33C5314}" dt="2021-11-08T13:13:17.748" v="44" actId="18676"/>
        <pc:sldMkLst>
          <pc:docMk/>
          <pc:sldMk cId="910332719" sldId="418"/>
        </pc:sldMkLst>
      </pc:sldChg>
      <pc:sldChg chg="del">
        <pc:chgData name="Martin Hardy" userId="18c45b91-9529-4376-afee-15439663c977" providerId="ADAL" clId="{F487FA31-323A-4CA8-AE05-0E45D33C5314}" dt="2021-11-08T13:13:21.123" v="45" actId="18676"/>
        <pc:sldMkLst>
          <pc:docMk/>
          <pc:sldMk cId="1907379576" sldId="419"/>
        </pc:sldMkLst>
      </pc:sldChg>
      <pc:sldChg chg="del">
        <pc:chgData name="Martin Hardy" userId="18c45b91-9529-4376-afee-15439663c977" providerId="ADAL" clId="{F487FA31-323A-4CA8-AE05-0E45D33C5314}" dt="2021-11-08T13:13:21.123" v="45" actId="18676"/>
        <pc:sldMkLst>
          <pc:docMk/>
          <pc:sldMk cId="3539547523" sldId="420"/>
        </pc:sldMkLst>
      </pc:sldChg>
      <pc:sldChg chg="del">
        <pc:chgData name="Martin Hardy" userId="18c45b91-9529-4376-afee-15439663c977" providerId="ADAL" clId="{F487FA31-323A-4CA8-AE05-0E45D33C5314}" dt="2021-11-08T13:13:21.123" v="45" actId="18676"/>
        <pc:sldMkLst>
          <pc:docMk/>
          <pc:sldMk cId="490524930" sldId="421"/>
        </pc:sldMkLst>
      </pc:sldChg>
      <pc:sldChg chg="del">
        <pc:chgData name="Martin Hardy" userId="18c45b91-9529-4376-afee-15439663c977" providerId="ADAL" clId="{F487FA31-323A-4CA8-AE05-0E45D33C5314}" dt="2021-11-08T13:13:21.123" v="45" actId="18676"/>
        <pc:sldMkLst>
          <pc:docMk/>
          <pc:sldMk cId="2580186557" sldId="422"/>
        </pc:sldMkLst>
      </pc:sldChg>
      <pc:sldChg chg="del">
        <pc:chgData name="Martin Hardy" userId="18c45b91-9529-4376-afee-15439663c977" providerId="ADAL" clId="{F487FA31-323A-4CA8-AE05-0E45D33C5314}" dt="2021-11-08T13:13:23.370" v="46" actId="18676"/>
        <pc:sldMkLst>
          <pc:docMk/>
          <pc:sldMk cId="1262588285" sldId="423"/>
        </pc:sldMkLst>
      </pc:sldChg>
      <pc:sldChg chg="del">
        <pc:chgData name="Martin Hardy" userId="18c45b91-9529-4376-afee-15439663c977" providerId="ADAL" clId="{F487FA31-323A-4CA8-AE05-0E45D33C5314}" dt="2021-11-08T13:13:27.729" v="47" actId="18676"/>
        <pc:sldMkLst>
          <pc:docMk/>
          <pc:sldMk cId="1871230330" sldId="424"/>
        </pc:sldMkLst>
      </pc:sldChg>
      <pc:sldChg chg="del">
        <pc:chgData name="Martin Hardy" userId="18c45b91-9529-4376-afee-15439663c977" providerId="ADAL" clId="{F487FA31-323A-4CA8-AE05-0E45D33C5314}" dt="2021-11-08T13:13:23.370" v="46" actId="18676"/>
        <pc:sldMkLst>
          <pc:docMk/>
          <pc:sldMk cId="128177707" sldId="425"/>
        </pc:sldMkLst>
      </pc:sldChg>
      <pc:sldChg chg="del">
        <pc:chgData name="Martin Hardy" userId="18c45b91-9529-4376-afee-15439663c977" providerId="ADAL" clId="{F487FA31-323A-4CA8-AE05-0E45D33C5314}" dt="2021-11-08T13:13:27.729" v="47" actId="18676"/>
        <pc:sldMkLst>
          <pc:docMk/>
          <pc:sldMk cId="3710858695" sldId="426"/>
        </pc:sldMkLst>
      </pc:sldChg>
      <pc:sldChg chg="del">
        <pc:chgData name="Martin Hardy" userId="18c45b91-9529-4376-afee-15439663c977" providerId="ADAL" clId="{F487FA31-323A-4CA8-AE05-0E45D33C5314}" dt="2021-11-08T13:19:53.267" v="238" actId="47"/>
        <pc:sldMkLst>
          <pc:docMk/>
          <pc:sldMk cId="4167866320" sldId="427"/>
        </pc:sldMkLst>
      </pc:sldChg>
      <pc:sldChg chg="del">
        <pc:chgData name="Martin Hardy" userId="18c45b91-9529-4376-afee-15439663c977" providerId="ADAL" clId="{F487FA31-323A-4CA8-AE05-0E45D33C5314}" dt="2021-11-08T13:13:23.370" v="46" actId="18676"/>
        <pc:sldMkLst>
          <pc:docMk/>
          <pc:sldMk cId="1574160275" sldId="428"/>
        </pc:sldMkLst>
      </pc:sldChg>
      <pc:sldChg chg="del">
        <pc:chgData name="Martin Hardy" userId="18c45b91-9529-4376-afee-15439663c977" providerId="ADAL" clId="{F487FA31-323A-4CA8-AE05-0E45D33C5314}" dt="2021-11-08T13:13:23.370" v="46" actId="18676"/>
        <pc:sldMkLst>
          <pc:docMk/>
          <pc:sldMk cId="1755441951" sldId="429"/>
        </pc:sldMkLst>
      </pc:sldChg>
      <pc:sldChg chg="del">
        <pc:chgData name="Martin Hardy" userId="18c45b91-9529-4376-afee-15439663c977" providerId="ADAL" clId="{F487FA31-323A-4CA8-AE05-0E45D33C5314}" dt="2021-11-08T13:13:23.370" v="46" actId="18676"/>
        <pc:sldMkLst>
          <pc:docMk/>
          <pc:sldMk cId="1012508914" sldId="430"/>
        </pc:sldMkLst>
      </pc:sldChg>
      <pc:sldChg chg="del">
        <pc:chgData name="Martin Hardy" userId="18c45b91-9529-4376-afee-15439663c977" providerId="ADAL" clId="{F487FA31-323A-4CA8-AE05-0E45D33C5314}" dt="2021-11-08T13:13:27.729" v="47" actId="18676"/>
        <pc:sldMkLst>
          <pc:docMk/>
          <pc:sldMk cId="334163716" sldId="431"/>
        </pc:sldMkLst>
      </pc:sldChg>
      <pc:sldChg chg="del">
        <pc:chgData name="Martin Hardy" userId="18c45b91-9529-4376-afee-15439663c977" providerId="ADAL" clId="{F487FA31-323A-4CA8-AE05-0E45D33C5314}" dt="2021-11-08T13:13:27.729" v="47" actId="18676"/>
        <pc:sldMkLst>
          <pc:docMk/>
          <pc:sldMk cId="3577348434" sldId="432"/>
        </pc:sldMkLst>
      </pc:sldChg>
      <pc:sldChg chg="del">
        <pc:chgData name="Martin Hardy" userId="18c45b91-9529-4376-afee-15439663c977" providerId="ADAL" clId="{F487FA31-323A-4CA8-AE05-0E45D33C5314}" dt="2021-11-08T13:13:27.729" v="47" actId="18676"/>
        <pc:sldMkLst>
          <pc:docMk/>
          <pc:sldMk cId="3383976716" sldId="433"/>
        </pc:sldMkLst>
      </pc:sldChg>
      <pc:sldChg chg="del">
        <pc:chgData name="Martin Hardy" userId="18c45b91-9529-4376-afee-15439663c977" providerId="ADAL" clId="{F487FA31-323A-4CA8-AE05-0E45D33C5314}" dt="2021-11-08T13:13:27.729" v="47" actId="18676"/>
        <pc:sldMkLst>
          <pc:docMk/>
          <pc:sldMk cId="3488510257" sldId="434"/>
        </pc:sldMkLst>
      </pc:sldChg>
      <pc:sldChg chg="del">
        <pc:chgData name="Martin Hardy" userId="18c45b91-9529-4376-afee-15439663c977" providerId="ADAL" clId="{F487FA31-323A-4CA8-AE05-0E45D33C5314}" dt="2021-11-08T13:13:06.487" v="41" actId="47"/>
        <pc:sldMkLst>
          <pc:docMk/>
          <pc:sldMk cId="1138479536" sldId="435"/>
        </pc:sldMkLst>
      </pc:sldChg>
      <pc:sldChg chg="del">
        <pc:chgData name="Martin Hardy" userId="18c45b91-9529-4376-afee-15439663c977" providerId="ADAL" clId="{F487FA31-323A-4CA8-AE05-0E45D33C5314}" dt="2021-11-08T13:13:33.658" v="48" actId="47"/>
        <pc:sldMkLst>
          <pc:docMk/>
          <pc:sldMk cId="1767336443" sldId="436"/>
        </pc:sldMkLst>
      </pc:sldChg>
      <pc:sldChg chg="addSp delSp modSp del mod">
        <pc:chgData name="Martin Hardy" userId="18c45b91-9529-4376-afee-15439663c977" providerId="ADAL" clId="{F487FA31-323A-4CA8-AE05-0E45D33C5314}" dt="2021-11-08T23:33:50.813" v="3227" actId="47"/>
        <pc:sldMkLst>
          <pc:docMk/>
          <pc:sldMk cId="149626361" sldId="437"/>
        </pc:sldMkLst>
        <pc:spChg chg="mod">
          <ac:chgData name="Martin Hardy" userId="18c45b91-9529-4376-afee-15439663c977" providerId="ADAL" clId="{F487FA31-323A-4CA8-AE05-0E45D33C5314}" dt="2021-11-08T23:33:34.051" v="3223" actId="20577"/>
          <ac:spMkLst>
            <pc:docMk/>
            <pc:sldMk cId="149626361" sldId="437"/>
            <ac:spMk id="2" creationId="{28121302-8CC0-4962-85A8-8FAE55227E51}"/>
          </ac:spMkLst>
        </pc:spChg>
        <pc:spChg chg="mod">
          <ac:chgData name="Martin Hardy" userId="18c45b91-9529-4376-afee-15439663c977" providerId="ADAL" clId="{F487FA31-323A-4CA8-AE05-0E45D33C5314}" dt="2021-11-08T23:05:34.550" v="3199" actId="20577"/>
          <ac:spMkLst>
            <pc:docMk/>
            <pc:sldMk cId="149626361" sldId="437"/>
            <ac:spMk id="6" creationId="{876DFEC8-72C1-4267-95BF-09EC053EF818}"/>
          </ac:spMkLst>
        </pc:spChg>
        <pc:spChg chg="mod">
          <ac:chgData name="Martin Hardy" userId="18c45b91-9529-4376-afee-15439663c977" providerId="ADAL" clId="{F487FA31-323A-4CA8-AE05-0E45D33C5314}" dt="2021-11-08T23:05:29.318" v="3195" actId="20577"/>
          <ac:spMkLst>
            <pc:docMk/>
            <pc:sldMk cId="149626361" sldId="437"/>
            <ac:spMk id="7" creationId="{D0C379DD-AAAE-4A42-92D8-5145241CBF73}"/>
          </ac:spMkLst>
        </pc:spChg>
        <pc:spChg chg="add mod">
          <ac:chgData name="Martin Hardy" userId="18c45b91-9529-4376-afee-15439663c977" providerId="ADAL" clId="{F487FA31-323A-4CA8-AE05-0E45D33C5314}" dt="2021-11-08T23:05:36.390" v="3200" actId="6549"/>
          <ac:spMkLst>
            <pc:docMk/>
            <pc:sldMk cId="149626361" sldId="437"/>
            <ac:spMk id="8" creationId="{8FE8E3D8-D8BE-4836-9963-E50AC65599C1}"/>
          </ac:spMkLst>
        </pc:spChg>
        <pc:picChg chg="del">
          <ac:chgData name="Martin Hardy" userId="18c45b91-9529-4376-afee-15439663c977" providerId="ADAL" clId="{F487FA31-323A-4CA8-AE05-0E45D33C5314}" dt="2021-11-08T13:13:42.161" v="64" actId="478"/>
          <ac:picMkLst>
            <pc:docMk/>
            <pc:sldMk cId="149626361" sldId="437"/>
            <ac:picMk id="12" creationId="{C1D952EE-EA1A-4356-8781-39D5AE8192A2}"/>
          </ac:picMkLst>
        </pc:picChg>
      </pc:sldChg>
      <pc:sldChg chg="del">
        <pc:chgData name="Martin Hardy" userId="18c45b91-9529-4376-afee-15439663c977" providerId="ADAL" clId="{F487FA31-323A-4CA8-AE05-0E45D33C5314}" dt="2021-11-08T13:13:33.658" v="48" actId="47"/>
        <pc:sldMkLst>
          <pc:docMk/>
          <pc:sldMk cId="717464434" sldId="438"/>
        </pc:sldMkLst>
      </pc:sldChg>
      <pc:sldChg chg="del">
        <pc:chgData name="Martin Hardy" userId="18c45b91-9529-4376-afee-15439663c977" providerId="ADAL" clId="{F487FA31-323A-4CA8-AE05-0E45D33C5314}" dt="2021-11-08T13:13:33.658" v="48" actId="47"/>
        <pc:sldMkLst>
          <pc:docMk/>
          <pc:sldMk cId="648292922" sldId="439"/>
        </pc:sldMkLst>
      </pc:sldChg>
      <pc:sldChg chg="modSp mod">
        <pc:chgData name="Martin Hardy" userId="18c45b91-9529-4376-afee-15439663c977" providerId="ADAL" clId="{F487FA31-323A-4CA8-AE05-0E45D33C5314}" dt="2021-11-10T16:40:15.927" v="3946" actId="790"/>
        <pc:sldMkLst>
          <pc:docMk/>
          <pc:sldMk cId="2636555336" sldId="440"/>
        </pc:sldMkLst>
        <pc:spChg chg="mod">
          <ac:chgData name="Martin Hardy" userId="18c45b91-9529-4376-afee-15439663c977" providerId="ADAL" clId="{F487FA31-323A-4CA8-AE05-0E45D33C5314}" dt="2021-11-10T16:40:15.927" v="3946" actId="790"/>
          <ac:spMkLst>
            <pc:docMk/>
            <pc:sldMk cId="2636555336" sldId="440"/>
            <ac:spMk id="6" creationId="{CF587CF8-E993-4E65-BA01-E1D03369B4BA}"/>
          </ac:spMkLst>
        </pc:spChg>
      </pc:sldChg>
      <pc:sldChg chg="modSp add mod ord">
        <pc:chgData name="Martin Hardy" userId="18c45b91-9529-4376-afee-15439663c977" providerId="ADAL" clId="{F487FA31-323A-4CA8-AE05-0E45D33C5314}" dt="2021-11-08T13:17:41.757" v="218" actId="20577"/>
        <pc:sldMkLst>
          <pc:docMk/>
          <pc:sldMk cId="3623423605" sldId="441"/>
        </pc:sldMkLst>
        <pc:spChg chg="mod">
          <ac:chgData name="Martin Hardy" userId="18c45b91-9529-4376-afee-15439663c977" providerId="ADAL" clId="{F487FA31-323A-4CA8-AE05-0E45D33C5314}" dt="2021-11-08T13:17:41.757" v="218" actId="20577"/>
          <ac:spMkLst>
            <pc:docMk/>
            <pc:sldMk cId="3623423605" sldId="441"/>
            <ac:spMk id="2" creationId="{905CDD7D-A2BF-4AA3-8565-D7BACF492C21}"/>
          </ac:spMkLst>
        </pc:spChg>
      </pc:sldChg>
      <pc:sldChg chg="addSp modSp new mod">
        <pc:chgData name="Martin Hardy" userId="18c45b91-9529-4376-afee-15439663c977" providerId="ADAL" clId="{F487FA31-323A-4CA8-AE05-0E45D33C5314}" dt="2021-11-08T13:19:49.065" v="237" actId="27636"/>
        <pc:sldMkLst>
          <pc:docMk/>
          <pc:sldMk cId="2824164611" sldId="442"/>
        </pc:sldMkLst>
        <pc:spChg chg="mod">
          <ac:chgData name="Martin Hardy" userId="18c45b91-9529-4376-afee-15439663c977" providerId="ADAL" clId="{F487FA31-323A-4CA8-AE05-0E45D33C5314}" dt="2021-11-08T13:19:43.885" v="235" actId="20577"/>
          <ac:spMkLst>
            <pc:docMk/>
            <pc:sldMk cId="2824164611" sldId="442"/>
            <ac:spMk id="2" creationId="{32293A7E-289C-4A2B-89CC-F5EBDD4199EE}"/>
          </ac:spMkLst>
        </pc:spChg>
        <pc:spChg chg="mod">
          <ac:chgData name="Martin Hardy" userId="18c45b91-9529-4376-afee-15439663c977" providerId="ADAL" clId="{F487FA31-323A-4CA8-AE05-0E45D33C5314}" dt="2021-11-08T13:19:49.065" v="237" actId="27636"/>
          <ac:spMkLst>
            <pc:docMk/>
            <pc:sldMk cId="2824164611" sldId="442"/>
            <ac:spMk id="6" creationId="{27BE0D94-14D6-43DA-927B-FB91F783D4F8}"/>
          </ac:spMkLst>
        </pc:spChg>
        <pc:graphicFrameChg chg="add modGraphic">
          <ac:chgData name="Martin Hardy" userId="18c45b91-9529-4376-afee-15439663c977" providerId="ADAL" clId="{F487FA31-323A-4CA8-AE05-0E45D33C5314}" dt="2021-11-08T13:19:39.239" v="219" actId="27022"/>
          <ac:graphicFrameMkLst>
            <pc:docMk/>
            <pc:sldMk cId="2824164611" sldId="442"/>
            <ac:graphicFrameMk id="8" creationId="{BF866C1C-90E7-4A62-AAAB-5AD8FE86E39E}"/>
          </ac:graphicFrameMkLst>
        </pc:graphicFrameChg>
      </pc:sldChg>
      <pc:sldChg chg="addSp delSp modSp add mod modClrScheme chgLayout modNotesTx">
        <pc:chgData name="Martin Hardy" userId="18c45b91-9529-4376-afee-15439663c977" providerId="ADAL" clId="{F487FA31-323A-4CA8-AE05-0E45D33C5314}" dt="2021-11-16T12:53:39.756" v="5824" actId="6549"/>
        <pc:sldMkLst>
          <pc:docMk/>
          <pc:sldMk cId="2076210858" sldId="443"/>
        </pc:sldMkLst>
        <pc:spChg chg="mod ord">
          <ac:chgData name="Martin Hardy" userId="18c45b91-9529-4376-afee-15439663c977" providerId="ADAL" clId="{F487FA31-323A-4CA8-AE05-0E45D33C5314}" dt="2021-11-08T13:28:32.250" v="695" actId="700"/>
          <ac:spMkLst>
            <pc:docMk/>
            <pc:sldMk cId="2076210858" sldId="443"/>
            <ac:spMk id="2" creationId="{136A748A-1F80-4680-A5BC-E2AF0526BCFD}"/>
          </ac:spMkLst>
        </pc:spChg>
        <pc:spChg chg="add del mod ord">
          <ac:chgData name="Martin Hardy" userId="18c45b91-9529-4376-afee-15439663c977" providerId="ADAL" clId="{F487FA31-323A-4CA8-AE05-0E45D33C5314}" dt="2021-11-08T13:28:32.250" v="695" actId="700"/>
          <ac:spMkLst>
            <pc:docMk/>
            <pc:sldMk cId="2076210858" sldId="443"/>
            <ac:spMk id="3" creationId="{385EC962-C464-4EE5-8D97-AD56EB9BEAB5}"/>
          </ac:spMkLst>
        </pc:spChg>
        <pc:spChg chg="del mod ord">
          <ac:chgData name="Martin Hardy" userId="18c45b91-9529-4376-afee-15439663c977" providerId="ADAL" clId="{F487FA31-323A-4CA8-AE05-0E45D33C5314}" dt="2021-11-08T13:27:42.298" v="678" actId="700"/>
          <ac:spMkLst>
            <pc:docMk/>
            <pc:sldMk cId="2076210858" sldId="443"/>
            <ac:spMk id="4" creationId="{118D370F-35B5-48D0-96EF-1611F902316F}"/>
          </ac:spMkLst>
        </pc:spChg>
        <pc:spChg chg="mod ord">
          <ac:chgData name="Martin Hardy" userId="18c45b91-9529-4376-afee-15439663c977" providerId="ADAL" clId="{F487FA31-323A-4CA8-AE05-0E45D33C5314}" dt="2021-11-08T13:28:32.250" v="695" actId="700"/>
          <ac:spMkLst>
            <pc:docMk/>
            <pc:sldMk cId="2076210858" sldId="443"/>
            <ac:spMk id="5" creationId="{11CD095E-BBA4-47E4-8D53-713C7B022F16}"/>
          </ac:spMkLst>
        </pc:spChg>
        <pc:spChg chg="mod ord">
          <ac:chgData name="Martin Hardy" userId="18c45b91-9529-4376-afee-15439663c977" providerId="ADAL" clId="{F487FA31-323A-4CA8-AE05-0E45D33C5314}" dt="2021-11-08T13:28:32.250" v="695" actId="700"/>
          <ac:spMkLst>
            <pc:docMk/>
            <pc:sldMk cId="2076210858" sldId="443"/>
            <ac:spMk id="6" creationId="{6ABA69B2-4B03-4A7D-8B27-DCCE00ACB29D}"/>
          </ac:spMkLst>
        </pc:spChg>
        <pc:spChg chg="del mod">
          <ac:chgData name="Martin Hardy" userId="18c45b91-9529-4376-afee-15439663c977" providerId="ADAL" clId="{F487FA31-323A-4CA8-AE05-0E45D33C5314}" dt="2021-11-08T13:27:42.298" v="678" actId="700"/>
          <ac:spMkLst>
            <pc:docMk/>
            <pc:sldMk cId="2076210858" sldId="443"/>
            <ac:spMk id="7" creationId="{017C7709-0095-490C-84F5-03FAED028645}"/>
          </ac:spMkLst>
        </pc:spChg>
        <pc:spChg chg="del mod ord">
          <ac:chgData name="Martin Hardy" userId="18c45b91-9529-4376-afee-15439663c977" providerId="ADAL" clId="{F487FA31-323A-4CA8-AE05-0E45D33C5314}" dt="2021-11-08T13:27:42.298" v="678" actId="700"/>
          <ac:spMkLst>
            <pc:docMk/>
            <pc:sldMk cId="2076210858" sldId="443"/>
            <ac:spMk id="8" creationId="{70590DA8-4F20-430F-95A3-F7B47E65B073}"/>
          </ac:spMkLst>
        </pc:spChg>
        <pc:spChg chg="del mod ord">
          <ac:chgData name="Martin Hardy" userId="18c45b91-9529-4376-afee-15439663c977" providerId="ADAL" clId="{F487FA31-323A-4CA8-AE05-0E45D33C5314}" dt="2021-11-08T13:27:42.298" v="678" actId="700"/>
          <ac:spMkLst>
            <pc:docMk/>
            <pc:sldMk cId="2076210858" sldId="443"/>
            <ac:spMk id="9" creationId="{3C2D7E8A-A872-4F81-BEA6-1666C90551BC}"/>
          </ac:spMkLst>
        </pc:spChg>
        <pc:spChg chg="add del mod ord">
          <ac:chgData name="Martin Hardy" userId="18c45b91-9529-4376-afee-15439663c977" providerId="ADAL" clId="{F487FA31-323A-4CA8-AE05-0E45D33C5314}" dt="2021-11-08T13:28:32.250" v="695" actId="700"/>
          <ac:spMkLst>
            <pc:docMk/>
            <pc:sldMk cId="2076210858" sldId="443"/>
            <ac:spMk id="10" creationId="{63795ECA-5C42-481B-875D-16C29E33BB5E}"/>
          </ac:spMkLst>
        </pc:spChg>
        <pc:spChg chg="del">
          <ac:chgData name="Martin Hardy" userId="18c45b91-9529-4376-afee-15439663c977" providerId="ADAL" clId="{F487FA31-323A-4CA8-AE05-0E45D33C5314}" dt="2021-11-08T13:27:42.298" v="678" actId="700"/>
          <ac:spMkLst>
            <pc:docMk/>
            <pc:sldMk cId="2076210858" sldId="443"/>
            <ac:spMk id="11" creationId="{43DDC76A-0058-4C7E-B997-FBA61D16F64A}"/>
          </ac:spMkLst>
        </pc:spChg>
        <pc:spChg chg="add del mod ord">
          <ac:chgData name="Martin Hardy" userId="18c45b91-9529-4376-afee-15439663c977" providerId="ADAL" clId="{F487FA31-323A-4CA8-AE05-0E45D33C5314}" dt="2021-11-08T13:28:32.250" v="695" actId="700"/>
          <ac:spMkLst>
            <pc:docMk/>
            <pc:sldMk cId="2076210858" sldId="443"/>
            <ac:spMk id="12" creationId="{907AFED1-381B-495B-BD78-C7017639A642}"/>
          </ac:spMkLst>
        </pc:spChg>
        <pc:spChg chg="add mod ord">
          <ac:chgData name="Martin Hardy" userId="18c45b91-9529-4376-afee-15439663c977" providerId="ADAL" clId="{F487FA31-323A-4CA8-AE05-0E45D33C5314}" dt="2021-11-16T12:52:46.813" v="5723" actId="20577"/>
          <ac:spMkLst>
            <pc:docMk/>
            <pc:sldMk cId="2076210858" sldId="443"/>
            <ac:spMk id="13" creationId="{658C7F0A-F760-4EC4-AF91-1EC77832B0E7}"/>
          </ac:spMkLst>
        </pc:spChg>
        <pc:spChg chg="add mod ord">
          <ac:chgData name="Martin Hardy" userId="18c45b91-9529-4376-afee-15439663c977" providerId="ADAL" clId="{F487FA31-323A-4CA8-AE05-0E45D33C5314}" dt="2021-11-16T12:53:39.756" v="5824" actId="6549"/>
          <ac:spMkLst>
            <pc:docMk/>
            <pc:sldMk cId="2076210858" sldId="443"/>
            <ac:spMk id="14" creationId="{7C9F3639-7613-4D38-AA87-B863E89C84A6}"/>
          </ac:spMkLst>
        </pc:spChg>
      </pc:sldChg>
      <pc:sldChg chg="addSp delSp modSp new mod">
        <pc:chgData name="Martin Hardy" userId="18c45b91-9529-4376-afee-15439663c977" providerId="ADAL" clId="{F487FA31-323A-4CA8-AE05-0E45D33C5314}" dt="2021-11-10T16:14:48.687" v="3539" actId="20577"/>
        <pc:sldMkLst>
          <pc:docMk/>
          <pc:sldMk cId="3159948349" sldId="444"/>
        </pc:sldMkLst>
        <pc:spChg chg="mod">
          <ac:chgData name="Martin Hardy" userId="18c45b91-9529-4376-afee-15439663c977" providerId="ADAL" clId="{F487FA31-323A-4CA8-AE05-0E45D33C5314}" dt="2021-11-08T13:32:45.714" v="809" actId="20577"/>
          <ac:spMkLst>
            <pc:docMk/>
            <pc:sldMk cId="3159948349" sldId="444"/>
            <ac:spMk id="2" creationId="{55F676A9-C320-49CE-8BC4-E9C3E84DBF6F}"/>
          </ac:spMkLst>
        </pc:spChg>
        <pc:spChg chg="del">
          <ac:chgData name="Martin Hardy" userId="18c45b91-9529-4376-afee-15439663c977" providerId="ADAL" clId="{F487FA31-323A-4CA8-AE05-0E45D33C5314}" dt="2021-11-08T13:32:35.368" v="799"/>
          <ac:spMkLst>
            <pc:docMk/>
            <pc:sldMk cId="3159948349" sldId="444"/>
            <ac:spMk id="3" creationId="{F9DF9308-B801-4DB5-A6D7-B9BB2B92604F}"/>
          </ac:spMkLst>
        </pc:spChg>
        <pc:spChg chg="mod">
          <ac:chgData name="Martin Hardy" userId="18c45b91-9529-4376-afee-15439663c977" providerId="ADAL" clId="{F487FA31-323A-4CA8-AE05-0E45D33C5314}" dt="2021-11-10T16:14:00.848" v="3521" actId="20577"/>
          <ac:spMkLst>
            <pc:docMk/>
            <pc:sldMk cId="3159948349" sldId="444"/>
            <ac:spMk id="6" creationId="{5FAD075A-2B01-4D99-B26D-BDB2709D4313}"/>
          </ac:spMkLst>
        </pc:spChg>
        <pc:spChg chg="mod">
          <ac:chgData name="Martin Hardy" userId="18c45b91-9529-4376-afee-15439663c977" providerId="ADAL" clId="{F487FA31-323A-4CA8-AE05-0E45D33C5314}" dt="2021-11-10T16:14:48.687" v="3539" actId="20577"/>
          <ac:spMkLst>
            <pc:docMk/>
            <pc:sldMk cId="3159948349" sldId="444"/>
            <ac:spMk id="7" creationId="{02E4801B-0787-464C-A08E-36B4027F1D5C}"/>
          </ac:spMkLst>
        </pc:spChg>
        <pc:spChg chg="add del">
          <ac:chgData name="Martin Hardy" userId="18c45b91-9529-4376-afee-15439663c977" providerId="ADAL" clId="{F487FA31-323A-4CA8-AE05-0E45D33C5314}" dt="2021-11-08T13:39:28.817" v="1079"/>
          <ac:spMkLst>
            <pc:docMk/>
            <pc:sldMk cId="3159948349" sldId="444"/>
            <ac:spMk id="8" creationId="{97331546-C757-4149-B778-BFBE87C21A9E}"/>
          </ac:spMkLst>
        </pc:spChg>
        <pc:picChg chg="add mod">
          <ac:chgData name="Martin Hardy" userId="18c45b91-9529-4376-afee-15439663c977" providerId="ADAL" clId="{F487FA31-323A-4CA8-AE05-0E45D33C5314}" dt="2021-11-08T13:39:58.226" v="1133" actId="1076"/>
          <ac:picMkLst>
            <pc:docMk/>
            <pc:sldMk cId="3159948349" sldId="444"/>
            <ac:picMk id="1026" creationId="{3620C5D6-2D03-4238-A784-0A793CD802A9}"/>
          </ac:picMkLst>
        </pc:picChg>
      </pc:sldChg>
      <pc:sldChg chg="modSp new mod modNotesTx">
        <pc:chgData name="Martin Hardy" userId="18c45b91-9529-4376-afee-15439663c977" providerId="ADAL" clId="{F487FA31-323A-4CA8-AE05-0E45D33C5314}" dt="2021-11-08T14:04:52.539" v="1677" actId="20577"/>
        <pc:sldMkLst>
          <pc:docMk/>
          <pc:sldMk cId="3722124777" sldId="445"/>
        </pc:sldMkLst>
        <pc:spChg chg="mod">
          <ac:chgData name="Martin Hardy" userId="18c45b91-9529-4376-afee-15439663c977" providerId="ADAL" clId="{F487FA31-323A-4CA8-AE05-0E45D33C5314}" dt="2021-11-08T13:44:23.303" v="1187" actId="20577"/>
          <ac:spMkLst>
            <pc:docMk/>
            <pc:sldMk cId="3722124777" sldId="445"/>
            <ac:spMk id="2" creationId="{802AD73E-675B-4A8C-8EB3-BCA70743C2B0}"/>
          </ac:spMkLst>
        </pc:spChg>
        <pc:spChg chg="mod">
          <ac:chgData name="Martin Hardy" userId="18c45b91-9529-4376-afee-15439663c977" providerId="ADAL" clId="{F487FA31-323A-4CA8-AE05-0E45D33C5314}" dt="2021-11-08T14:04:52.539" v="1677" actId="20577"/>
          <ac:spMkLst>
            <pc:docMk/>
            <pc:sldMk cId="3722124777" sldId="445"/>
            <ac:spMk id="3" creationId="{2047C2E8-DD0F-43B1-8D2B-1BB0F677DDBD}"/>
          </ac:spMkLst>
        </pc:spChg>
        <pc:spChg chg="mod">
          <ac:chgData name="Martin Hardy" userId="18c45b91-9529-4376-afee-15439663c977" providerId="ADAL" clId="{F487FA31-323A-4CA8-AE05-0E45D33C5314}" dt="2021-11-08T13:44:39.298" v="1204"/>
          <ac:spMkLst>
            <pc:docMk/>
            <pc:sldMk cId="3722124777" sldId="445"/>
            <ac:spMk id="6" creationId="{D0EB7658-B410-4B30-BA01-D4D937AAC990}"/>
          </ac:spMkLst>
        </pc:spChg>
        <pc:spChg chg="mod">
          <ac:chgData name="Martin Hardy" userId="18c45b91-9529-4376-afee-15439663c977" providerId="ADAL" clId="{F487FA31-323A-4CA8-AE05-0E45D33C5314}" dt="2021-11-08T13:48:08.296" v="1301" actId="14100"/>
          <ac:spMkLst>
            <pc:docMk/>
            <pc:sldMk cId="3722124777" sldId="445"/>
            <ac:spMk id="7" creationId="{173CB272-819A-4802-A15A-4D709993661C}"/>
          </ac:spMkLst>
        </pc:spChg>
      </pc:sldChg>
      <pc:sldChg chg="modSp add mod modNotesTx">
        <pc:chgData name="Martin Hardy" userId="18c45b91-9529-4376-afee-15439663c977" providerId="ADAL" clId="{F487FA31-323A-4CA8-AE05-0E45D33C5314}" dt="2021-11-16T12:57:29.090" v="5929" actId="20577"/>
        <pc:sldMkLst>
          <pc:docMk/>
          <pc:sldMk cId="1788250569" sldId="446"/>
        </pc:sldMkLst>
        <pc:spChg chg="mod">
          <ac:chgData name="Martin Hardy" userId="18c45b91-9529-4376-afee-15439663c977" providerId="ADAL" clId="{F487FA31-323A-4CA8-AE05-0E45D33C5314}" dt="2021-11-08T13:48:51.995" v="1314" actId="20577"/>
          <ac:spMkLst>
            <pc:docMk/>
            <pc:sldMk cId="1788250569" sldId="446"/>
            <ac:spMk id="2" creationId="{802AD73E-675B-4A8C-8EB3-BCA70743C2B0}"/>
          </ac:spMkLst>
        </pc:spChg>
        <pc:spChg chg="mod">
          <ac:chgData name="Martin Hardy" userId="18c45b91-9529-4376-afee-15439663c977" providerId="ADAL" clId="{F487FA31-323A-4CA8-AE05-0E45D33C5314}" dt="2021-11-16T12:56:25.365" v="5829" actId="113"/>
          <ac:spMkLst>
            <pc:docMk/>
            <pc:sldMk cId="1788250569" sldId="446"/>
            <ac:spMk id="3" creationId="{2047C2E8-DD0F-43B1-8D2B-1BB0F677DDBD}"/>
          </ac:spMkLst>
        </pc:spChg>
        <pc:spChg chg="mod">
          <ac:chgData name="Martin Hardy" userId="18c45b91-9529-4376-afee-15439663c977" providerId="ADAL" clId="{F487FA31-323A-4CA8-AE05-0E45D33C5314}" dt="2021-11-16T12:57:29.090" v="5929" actId="20577"/>
          <ac:spMkLst>
            <pc:docMk/>
            <pc:sldMk cId="1788250569" sldId="446"/>
            <ac:spMk id="6" creationId="{D0EB7658-B410-4B30-BA01-D4D937AAC990}"/>
          </ac:spMkLst>
        </pc:spChg>
        <pc:spChg chg="mod">
          <ac:chgData name="Martin Hardy" userId="18c45b91-9529-4376-afee-15439663c977" providerId="ADAL" clId="{F487FA31-323A-4CA8-AE05-0E45D33C5314}" dt="2021-11-08T13:50:10.211" v="1404" actId="14100"/>
          <ac:spMkLst>
            <pc:docMk/>
            <pc:sldMk cId="1788250569" sldId="446"/>
            <ac:spMk id="7" creationId="{173CB272-819A-4802-A15A-4D709993661C}"/>
          </ac:spMkLst>
        </pc:spChg>
      </pc:sldChg>
      <pc:sldChg chg="addSp delSp modSp add mod modNotesTx">
        <pc:chgData name="Martin Hardy" userId="18c45b91-9529-4376-afee-15439663c977" providerId="ADAL" clId="{F487FA31-323A-4CA8-AE05-0E45D33C5314}" dt="2021-11-08T14:07:26.408" v="1763" actId="20577"/>
        <pc:sldMkLst>
          <pc:docMk/>
          <pc:sldMk cId="651974777" sldId="447"/>
        </pc:sldMkLst>
        <pc:spChg chg="mod">
          <ac:chgData name="Martin Hardy" userId="18c45b91-9529-4376-afee-15439663c977" providerId="ADAL" clId="{F487FA31-323A-4CA8-AE05-0E45D33C5314}" dt="2021-11-08T13:59:07.595" v="1644" actId="20577"/>
          <ac:spMkLst>
            <pc:docMk/>
            <pc:sldMk cId="651974777" sldId="447"/>
            <ac:spMk id="2" creationId="{802AD73E-675B-4A8C-8EB3-BCA70743C2B0}"/>
          </ac:spMkLst>
        </pc:spChg>
        <pc:spChg chg="mod">
          <ac:chgData name="Martin Hardy" userId="18c45b91-9529-4376-afee-15439663c977" providerId="ADAL" clId="{F487FA31-323A-4CA8-AE05-0E45D33C5314}" dt="2021-11-08T14:04:27.966" v="1668" actId="14100"/>
          <ac:spMkLst>
            <pc:docMk/>
            <pc:sldMk cId="651974777" sldId="447"/>
            <ac:spMk id="3" creationId="{2047C2E8-DD0F-43B1-8D2B-1BB0F677DDBD}"/>
          </ac:spMkLst>
        </pc:spChg>
        <pc:spChg chg="del">
          <ac:chgData name="Martin Hardy" userId="18c45b91-9529-4376-afee-15439663c977" providerId="ADAL" clId="{F487FA31-323A-4CA8-AE05-0E45D33C5314}" dt="2021-11-08T13:58:40.427" v="1638" actId="478"/>
          <ac:spMkLst>
            <pc:docMk/>
            <pc:sldMk cId="651974777" sldId="447"/>
            <ac:spMk id="7" creationId="{173CB272-819A-4802-A15A-4D709993661C}"/>
          </ac:spMkLst>
        </pc:spChg>
        <pc:spChg chg="add del mod">
          <ac:chgData name="Martin Hardy" userId="18c45b91-9529-4376-afee-15439663c977" providerId="ADAL" clId="{F487FA31-323A-4CA8-AE05-0E45D33C5314}" dt="2021-11-08T14:03:58.196" v="1649" actId="478"/>
          <ac:spMkLst>
            <pc:docMk/>
            <pc:sldMk cId="651974777" sldId="447"/>
            <ac:spMk id="9" creationId="{30B31F36-0DEB-43D4-B401-9FAF8D593288}"/>
          </ac:spMkLst>
        </pc:spChg>
        <pc:picChg chg="add del">
          <ac:chgData name="Martin Hardy" userId="18c45b91-9529-4376-afee-15439663c977" providerId="ADAL" clId="{F487FA31-323A-4CA8-AE05-0E45D33C5314}" dt="2021-11-08T14:03:52.316" v="1647" actId="22"/>
          <ac:picMkLst>
            <pc:docMk/>
            <pc:sldMk cId="651974777" sldId="447"/>
            <ac:picMk id="11" creationId="{C8DF466E-8CF2-4797-A118-69BCBB3A00BD}"/>
          </ac:picMkLst>
        </pc:picChg>
        <pc:picChg chg="add mod">
          <ac:chgData name="Martin Hardy" userId="18c45b91-9529-4376-afee-15439663c977" providerId="ADAL" clId="{F487FA31-323A-4CA8-AE05-0E45D33C5314}" dt="2021-11-08T14:04:39.553" v="1672" actId="208"/>
          <ac:picMkLst>
            <pc:docMk/>
            <pc:sldMk cId="651974777" sldId="447"/>
            <ac:picMk id="13" creationId="{5C74D119-160D-4359-8AF2-7A1AD4B3E2F8}"/>
          </ac:picMkLst>
        </pc:picChg>
      </pc:sldChg>
      <pc:sldChg chg="addSp delSp modSp mod">
        <pc:chgData name="Martin Hardy" userId="18c45b91-9529-4376-afee-15439663c977" providerId="ADAL" clId="{F487FA31-323A-4CA8-AE05-0E45D33C5314}" dt="2021-11-10T16:21:01.415" v="3713" actId="113"/>
        <pc:sldMkLst>
          <pc:docMk/>
          <pc:sldMk cId="4095617744" sldId="448"/>
        </pc:sldMkLst>
        <pc:spChg chg="mod">
          <ac:chgData name="Martin Hardy" userId="18c45b91-9529-4376-afee-15439663c977" providerId="ADAL" clId="{F487FA31-323A-4CA8-AE05-0E45D33C5314}" dt="2021-11-08T20:33:56.395" v="2386" actId="368"/>
          <ac:spMkLst>
            <pc:docMk/>
            <pc:sldMk cId="4095617744" sldId="448"/>
            <ac:spMk id="7" creationId="{00000000-0000-0000-0000-000000000000}"/>
          </ac:spMkLst>
        </pc:spChg>
        <pc:spChg chg="mod">
          <ac:chgData name="Martin Hardy" userId="18c45b91-9529-4376-afee-15439663c977" providerId="ADAL" clId="{F487FA31-323A-4CA8-AE05-0E45D33C5314}" dt="2021-11-08T20:50:43.559" v="2547" actId="14100"/>
          <ac:spMkLst>
            <pc:docMk/>
            <pc:sldMk cId="4095617744" sldId="448"/>
            <ac:spMk id="9" creationId="{00000000-0000-0000-0000-000000000000}"/>
          </ac:spMkLst>
        </pc:spChg>
        <pc:spChg chg="mod">
          <ac:chgData name="Martin Hardy" userId="18c45b91-9529-4376-afee-15439663c977" providerId="ADAL" clId="{F487FA31-323A-4CA8-AE05-0E45D33C5314}" dt="2021-11-10T16:21:01.415" v="3713" actId="113"/>
          <ac:spMkLst>
            <pc:docMk/>
            <pc:sldMk cId="4095617744" sldId="448"/>
            <ac:spMk id="10" creationId="{00000000-0000-0000-0000-000000000000}"/>
          </ac:spMkLst>
        </pc:spChg>
        <pc:spChg chg="add mod">
          <ac:chgData name="Martin Hardy" userId="18c45b91-9529-4376-afee-15439663c977" providerId="ADAL" clId="{F487FA31-323A-4CA8-AE05-0E45D33C5314}" dt="2021-11-08T20:50:54.607" v="2548" actId="1076"/>
          <ac:spMkLst>
            <pc:docMk/>
            <pc:sldMk cId="4095617744" sldId="448"/>
            <ac:spMk id="11" creationId="{F9C9E242-C5F2-45E4-A7DC-462EC67F7F7A}"/>
          </ac:spMkLst>
        </pc:spChg>
        <pc:picChg chg="add mod">
          <ac:chgData name="Martin Hardy" userId="18c45b91-9529-4376-afee-15439663c977" providerId="ADAL" clId="{F487FA31-323A-4CA8-AE05-0E45D33C5314}" dt="2021-11-08T20:50:54.607" v="2548" actId="1076"/>
          <ac:picMkLst>
            <pc:docMk/>
            <pc:sldMk cId="4095617744" sldId="448"/>
            <ac:picMk id="3" creationId="{C1570617-068C-41F0-8CC3-8086382AFC84}"/>
          </ac:picMkLst>
        </pc:picChg>
        <pc:picChg chg="del">
          <ac:chgData name="Martin Hardy" userId="18c45b91-9529-4376-afee-15439663c977" providerId="ADAL" clId="{F487FA31-323A-4CA8-AE05-0E45D33C5314}" dt="2021-11-08T20:48:35.800" v="2495" actId="478"/>
          <ac:picMkLst>
            <pc:docMk/>
            <pc:sldMk cId="4095617744" sldId="448"/>
            <ac:picMk id="8" creationId="{00000000-0000-0000-0000-000000000000}"/>
          </ac:picMkLst>
        </pc:picChg>
      </pc:sldChg>
      <pc:sldChg chg="modSp mod ord">
        <pc:chgData name="Martin Hardy" userId="18c45b91-9529-4376-afee-15439663c977" providerId="ADAL" clId="{F487FA31-323A-4CA8-AE05-0E45D33C5314}" dt="2021-11-16T13:02:32.337" v="6006" actId="20577"/>
        <pc:sldMkLst>
          <pc:docMk/>
          <pc:sldMk cId="3699837413" sldId="449"/>
        </pc:sldMkLst>
        <pc:spChg chg="mod">
          <ac:chgData name="Martin Hardy" userId="18c45b91-9529-4376-afee-15439663c977" providerId="ADAL" clId="{F487FA31-323A-4CA8-AE05-0E45D33C5314}" dt="2021-11-08T21:11:53.932" v="2944" actId="113"/>
          <ac:spMkLst>
            <pc:docMk/>
            <pc:sldMk cId="3699837413" sldId="449"/>
            <ac:spMk id="7" creationId="{00000000-0000-0000-0000-000000000000}"/>
          </ac:spMkLst>
        </pc:spChg>
        <pc:spChg chg="mod">
          <ac:chgData name="Martin Hardy" userId="18c45b91-9529-4376-afee-15439663c977" providerId="ADAL" clId="{F487FA31-323A-4CA8-AE05-0E45D33C5314}" dt="2021-11-16T13:02:32.337" v="6006" actId="20577"/>
          <ac:spMkLst>
            <pc:docMk/>
            <pc:sldMk cId="3699837413" sldId="449"/>
            <ac:spMk id="9" creationId="{00000000-0000-0000-0000-000000000000}"/>
          </ac:spMkLst>
        </pc:spChg>
      </pc:sldChg>
      <pc:sldChg chg="delSp modSp mod modClrScheme chgLayout">
        <pc:chgData name="Martin Hardy" userId="18c45b91-9529-4376-afee-15439663c977" providerId="ADAL" clId="{F487FA31-323A-4CA8-AE05-0E45D33C5314}" dt="2021-11-10T16:21:34.333" v="3720" actId="478"/>
        <pc:sldMkLst>
          <pc:docMk/>
          <pc:sldMk cId="1510730108" sldId="450"/>
        </pc:sldMkLst>
        <pc:spChg chg="mod ord">
          <ac:chgData name="Martin Hardy" userId="18c45b91-9529-4376-afee-15439663c977" providerId="ADAL" clId="{F487FA31-323A-4CA8-AE05-0E45D33C5314}" dt="2021-11-10T16:21:30.964" v="3719" actId="27636"/>
          <ac:spMkLst>
            <pc:docMk/>
            <pc:sldMk cId="1510730108" sldId="450"/>
            <ac:spMk id="2" creationId="{00000000-0000-0000-0000-000000000000}"/>
          </ac:spMkLst>
        </pc:spChg>
        <pc:spChg chg="del mod ord">
          <ac:chgData name="Martin Hardy" userId="18c45b91-9529-4376-afee-15439663c977" providerId="ADAL" clId="{F487FA31-323A-4CA8-AE05-0E45D33C5314}" dt="2021-11-10T16:21:34.333" v="3720" actId="478"/>
          <ac:spMkLst>
            <pc:docMk/>
            <pc:sldMk cId="1510730108" sldId="450"/>
            <ac:spMk id="4" creationId="{42493634-3041-4CC8-9CAB-D7096C144905}"/>
          </ac:spMkLst>
        </pc:spChg>
        <pc:spChg chg="mod ord">
          <ac:chgData name="Martin Hardy" userId="18c45b91-9529-4376-afee-15439663c977" providerId="ADAL" clId="{F487FA31-323A-4CA8-AE05-0E45D33C5314}" dt="2021-11-08T21:03:47.929" v="2587" actId="700"/>
          <ac:spMkLst>
            <pc:docMk/>
            <pc:sldMk cId="1510730108" sldId="450"/>
            <ac:spMk id="5" creationId="{11CD095E-BBA4-47E4-8D53-713C7B022F16}"/>
          </ac:spMkLst>
        </pc:spChg>
        <pc:spChg chg="mod ord">
          <ac:chgData name="Martin Hardy" userId="18c45b91-9529-4376-afee-15439663c977" providerId="ADAL" clId="{F487FA31-323A-4CA8-AE05-0E45D33C5314}" dt="2021-11-08T21:03:47.929" v="2587" actId="700"/>
          <ac:spMkLst>
            <pc:docMk/>
            <pc:sldMk cId="1510730108" sldId="450"/>
            <ac:spMk id="6" creationId="{6ABA69B2-4B03-4A7D-8B27-DCCE00ACB29D}"/>
          </ac:spMkLst>
        </pc:spChg>
        <pc:spChg chg="mod ord">
          <ac:chgData name="Martin Hardy" userId="18c45b91-9529-4376-afee-15439663c977" providerId="ADAL" clId="{F487FA31-323A-4CA8-AE05-0E45D33C5314}" dt="2021-11-08T21:03:47.929" v="2587" actId="700"/>
          <ac:spMkLst>
            <pc:docMk/>
            <pc:sldMk cId="1510730108" sldId="450"/>
            <ac:spMk id="7" creationId="{00000000-0000-0000-0000-000000000000}"/>
          </ac:spMkLst>
        </pc:spChg>
        <pc:spChg chg="mod ord">
          <ac:chgData name="Martin Hardy" userId="18c45b91-9529-4376-afee-15439663c977" providerId="ADAL" clId="{F487FA31-323A-4CA8-AE05-0E45D33C5314}" dt="2021-11-08T21:10:05.450" v="2891" actId="20577"/>
          <ac:spMkLst>
            <pc:docMk/>
            <pc:sldMk cId="1510730108" sldId="450"/>
            <ac:spMk id="8" creationId="{00000000-0000-0000-0000-000000000000}"/>
          </ac:spMkLst>
        </pc:spChg>
        <pc:spChg chg="del mod ord">
          <ac:chgData name="Martin Hardy" userId="18c45b91-9529-4376-afee-15439663c977" providerId="ADAL" clId="{F487FA31-323A-4CA8-AE05-0E45D33C5314}" dt="2021-11-08T21:03:56.740" v="2590" actId="478"/>
          <ac:spMkLst>
            <pc:docMk/>
            <pc:sldMk cId="1510730108" sldId="450"/>
            <ac:spMk id="11" creationId="{00000000-0000-0000-0000-000000000000}"/>
          </ac:spMkLst>
        </pc:spChg>
        <pc:spChg chg="del mod ord">
          <ac:chgData name="Martin Hardy" userId="18c45b91-9529-4376-afee-15439663c977" providerId="ADAL" clId="{F487FA31-323A-4CA8-AE05-0E45D33C5314}" dt="2021-11-08T21:03:54.252" v="2589" actId="478"/>
          <ac:spMkLst>
            <pc:docMk/>
            <pc:sldMk cId="1510730108" sldId="450"/>
            <ac:spMk id="12" creationId="{00000000-0000-0000-0000-000000000000}"/>
          </ac:spMkLst>
        </pc:spChg>
      </pc:sldChg>
      <pc:sldChg chg="addSp modSp mod modNotesTx">
        <pc:chgData name="Martin Hardy" userId="18c45b91-9529-4376-afee-15439663c977" providerId="ADAL" clId="{F487FA31-323A-4CA8-AE05-0E45D33C5314}" dt="2021-11-16T13:00:42.553" v="5994" actId="20577"/>
        <pc:sldMkLst>
          <pc:docMk/>
          <pc:sldMk cId="1598998871" sldId="451"/>
        </pc:sldMkLst>
        <pc:spChg chg="mod">
          <ac:chgData name="Martin Hardy" userId="18c45b91-9529-4376-afee-15439663c977" providerId="ADAL" clId="{F487FA31-323A-4CA8-AE05-0E45D33C5314}" dt="2021-11-16T13:00:42.553" v="5994" actId="20577"/>
          <ac:spMkLst>
            <pc:docMk/>
            <pc:sldMk cId="1598998871" sldId="451"/>
            <ac:spMk id="4" creationId="{42493634-3041-4CC8-9CAB-D7096C144905}"/>
          </ac:spMkLst>
        </pc:spChg>
        <pc:spChg chg="mod">
          <ac:chgData name="Martin Hardy" userId="18c45b91-9529-4376-afee-15439663c977" providerId="ADAL" clId="{F487FA31-323A-4CA8-AE05-0E45D33C5314}" dt="2021-11-08T20:34:54.594" v="2396" actId="207"/>
          <ac:spMkLst>
            <pc:docMk/>
            <pc:sldMk cId="1598998871" sldId="451"/>
            <ac:spMk id="7" creationId="{00000000-0000-0000-0000-000000000000}"/>
          </ac:spMkLst>
        </pc:spChg>
        <pc:spChg chg="mod">
          <ac:chgData name="Martin Hardy" userId="18c45b91-9529-4376-afee-15439663c977" providerId="ADAL" clId="{F487FA31-323A-4CA8-AE05-0E45D33C5314}" dt="2021-11-10T16:26:02.458" v="3818" actId="1076"/>
          <ac:spMkLst>
            <pc:docMk/>
            <pc:sldMk cId="1598998871" sldId="451"/>
            <ac:spMk id="9" creationId="{00000000-0000-0000-0000-000000000000}"/>
          </ac:spMkLst>
        </pc:spChg>
        <pc:spChg chg="mod">
          <ac:chgData name="Martin Hardy" userId="18c45b91-9529-4376-afee-15439663c977" providerId="ADAL" clId="{F487FA31-323A-4CA8-AE05-0E45D33C5314}" dt="2021-11-16T12:59:44.651" v="5933" actId="207"/>
          <ac:spMkLst>
            <pc:docMk/>
            <pc:sldMk cId="1598998871" sldId="451"/>
            <ac:spMk id="10" creationId="{00000000-0000-0000-0000-000000000000}"/>
          </ac:spMkLst>
        </pc:spChg>
        <pc:spChg chg="add mod">
          <ac:chgData name="Martin Hardy" userId="18c45b91-9529-4376-afee-15439663c977" providerId="ADAL" clId="{F487FA31-323A-4CA8-AE05-0E45D33C5314}" dt="2021-11-10T16:26:02.458" v="3818" actId="1076"/>
          <ac:spMkLst>
            <pc:docMk/>
            <pc:sldMk cId="1598998871" sldId="451"/>
            <ac:spMk id="11" creationId="{F6C935EE-FB51-4AC1-B597-1C000EC2ABA2}"/>
          </ac:spMkLst>
        </pc:spChg>
      </pc:sldChg>
      <pc:sldChg chg="modSp mod">
        <pc:chgData name="Martin Hardy" userId="18c45b91-9529-4376-afee-15439663c977" providerId="ADAL" clId="{F487FA31-323A-4CA8-AE05-0E45D33C5314}" dt="2021-11-16T13:02:08.457" v="6003" actId="20577"/>
        <pc:sldMkLst>
          <pc:docMk/>
          <pc:sldMk cId="2990396403" sldId="452"/>
        </pc:sldMkLst>
        <pc:spChg chg="mod">
          <ac:chgData name="Martin Hardy" userId="18c45b91-9529-4376-afee-15439663c977" providerId="ADAL" clId="{F487FA31-323A-4CA8-AE05-0E45D33C5314}" dt="2021-11-16T13:02:08.457" v="6003" actId="20577"/>
          <ac:spMkLst>
            <pc:docMk/>
            <pc:sldMk cId="2990396403" sldId="452"/>
            <ac:spMk id="2" creationId="{00000000-0000-0000-0000-000000000000}"/>
          </ac:spMkLst>
        </pc:spChg>
        <pc:spChg chg="mod">
          <ac:chgData name="Martin Hardy" userId="18c45b91-9529-4376-afee-15439663c977" providerId="ADAL" clId="{F487FA31-323A-4CA8-AE05-0E45D33C5314}" dt="2021-11-10T16:27:38.898" v="3821" actId="207"/>
          <ac:spMkLst>
            <pc:docMk/>
            <pc:sldMk cId="2990396403" sldId="452"/>
            <ac:spMk id="7" creationId="{00000000-0000-0000-0000-000000000000}"/>
          </ac:spMkLst>
        </pc:spChg>
        <pc:spChg chg="mod">
          <ac:chgData name="Martin Hardy" userId="18c45b91-9529-4376-afee-15439663c977" providerId="ADAL" clId="{F487FA31-323A-4CA8-AE05-0E45D33C5314}" dt="2021-11-08T21:11:36.395" v="2942" actId="20577"/>
          <ac:spMkLst>
            <pc:docMk/>
            <pc:sldMk cId="2990396403" sldId="452"/>
            <ac:spMk id="10" creationId="{00000000-0000-0000-0000-000000000000}"/>
          </ac:spMkLst>
        </pc:spChg>
      </pc:sldChg>
      <pc:sldChg chg="modSp del mod">
        <pc:chgData name="Martin Hardy" userId="18c45b91-9529-4376-afee-15439663c977" providerId="ADAL" clId="{F487FA31-323A-4CA8-AE05-0E45D33C5314}" dt="2021-11-08T19:51:58.293" v="1798" actId="47"/>
        <pc:sldMkLst>
          <pc:docMk/>
          <pc:sldMk cId="1534377253" sldId="453"/>
        </pc:sldMkLst>
        <pc:spChg chg="mod">
          <ac:chgData name="Martin Hardy" userId="18c45b91-9529-4376-afee-15439663c977" providerId="ADAL" clId="{F487FA31-323A-4CA8-AE05-0E45D33C5314}" dt="2021-11-08T19:51:00.726" v="1796" actId="14100"/>
          <ac:spMkLst>
            <pc:docMk/>
            <pc:sldMk cId="1534377253" sldId="453"/>
            <ac:spMk id="2" creationId="{802AD73E-675B-4A8C-8EB3-BCA70743C2B0}"/>
          </ac:spMkLst>
        </pc:spChg>
        <pc:spChg chg="mod">
          <ac:chgData name="Martin Hardy" userId="18c45b91-9529-4376-afee-15439663c977" providerId="ADAL" clId="{F487FA31-323A-4CA8-AE05-0E45D33C5314}" dt="2021-11-08T19:51:11.934" v="1797" actId="11"/>
          <ac:spMkLst>
            <pc:docMk/>
            <pc:sldMk cId="1534377253" sldId="453"/>
            <ac:spMk id="7" creationId="{173CB272-819A-4802-A15A-4D709993661C}"/>
          </ac:spMkLst>
        </pc:spChg>
      </pc:sldChg>
      <pc:sldChg chg="addSp delSp modSp mod ord modClrScheme chgLayout">
        <pc:chgData name="Martin Hardy" userId="18c45b91-9529-4376-afee-15439663c977" providerId="ADAL" clId="{F487FA31-323A-4CA8-AE05-0E45D33C5314}" dt="2021-11-16T13:15:04.729" v="6057" actId="700"/>
        <pc:sldMkLst>
          <pc:docMk/>
          <pc:sldMk cId="3736285569" sldId="454"/>
        </pc:sldMkLst>
        <pc:spChg chg="mod ord">
          <ac:chgData name="Martin Hardy" userId="18c45b91-9529-4376-afee-15439663c977" providerId="ADAL" clId="{F487FA31-323A-4CA8-AE05-0E45D33C5314}" dt="2021-11-16T13:15:04.729" v="6057" actId="700"/>
          <ac:spMkLst>
            <pc:docMk/>
            <pc:sldMk cId="3736285569" sldId="454"/>
            <ac:spMk id="4" creationId="{42493634-3041-4CC8-9CAB-D7096C144905}"/>
          </ac:spMkLst>
        </pc:spChg>
        <pc:spChg chg="mod ord">
          <ac:chgData name="Martin Hardy" userId="18c45b91-9529-4376-afee-15439663c977" providerId="ADAL" clId="{F487FA31-323A-4CA8-AE05-0E45D33C5314}" dt="2021-11-16T13:15:04.729" v="6057" actId="700"/>
          <ac:spMkLst>
            <pc:docMk/>
            <pc:sldMk cId="3736285569" sldId="454"/>
            <ac:spMk id="5" creationId="{11CD095E-BBA4-47E4-8D53-713C7B022F16}"/>
          </ac:spMkLst>
        </pc:spChg>
        <pc:spChg chg="mod ord">
          <ac:chgData name="Martin Hardy" userId="18c45b91-9529-4376-afee-15439663c977" providerId="ADAL" clId="{F487FA31-323A-4CA8-AE05-0E45D33C5314}" dt="2021-11-16T13:15:04.729" v="6057" actId="700"/>
          <ac:spMkLst>
            <pc:docMk/>
            <pc:sldMk cId="3736285569" sldId="454"/>
            <ac:spMk id="6" creationId="{6ABA69B2-4B03-4A7D-8B27-DCCE00ACB29D}"/>
          </ac:spMkLst>
        </pc:spChg>
        <pc:spChg chg="mod ord">
          <ac:chgData name="Martin Hardy" userId="18c45b91-9529-4376-afee-15439663c977" providerId="ADAL" clId="{F487FA31-323A-4CA8-AE05-0E45D33C5314}" dt="2021-11-16T13:15:04.729" v="6057" actId="700"/>
          <ac:spMkLst>
            <pc:docMk/>
            <pc:sldMk cId="3736285569" sldId="454"/>
            <ac:spMk id="7" creationId="{00000000-0000-0000-0000-000000000000}"/>
          </ac:spMkLst>
        </pc:spChg>
        <pc:spChg chg="mod ord">
          <ac:chgData name="Martin Hardy" userId="18c45b91-9529-4376-afee-15439663c977" providerId="ADAL" clId="{F487FA31-323A-4CA8-AE05-0E45D33C5314}" dt="2021-11-16T13:15:04.729" v="6057" actId="700"/>
          <ac:spMkLst>
            <pc:docMk/>
            <pc:sldMk cId="3736285569" sldId="454"/>
            <ac:spMk id="9" creationId="{00000000-0000-0000-0000-000000000000}"/>
          </ac:spMkLst>
        </pc:spChg>
        <pc:spChg chg="mod ord">
          <ac:chgData name="Martin Hardy" userId="18c45b91-9529-4376-afee-15439663c977" providerId="ADAL" clId="{F487FA31-323A-4CA8-AE05-0E45D33C5314}" dt="2021-11-16T13:15:04.729" v="6057" actId="700"/>
          <ac:spMkLst>
            <pc:docMk/>
            <pc:sldMk cId="3736285569" sldId="454"/>
            <ac:spMk id="10" creationId="{00000000-0000-0000-0000-000000000000}"/>
          </ac:spMkLst>
        </pc:spChg>
        <pc:picChg chg="del mod">
          <ac:chgData name="Martin Hardy" userId="18c45b91-9529-4376-afee-15439663c977" providerId="ADAL" clId="{F487FA31-323A-4CA8-AE05-0E45D33C5314}" dt="2021-11-08T21:22:42.777" v="3036" actId="478"/>
          <ac:picMkLst>
            <pc:docMk/>
            <pc:sldMk cId="3736285569" sldId="454"/>
            <ac:picMk id="2" creationId="{00000000-0000-0000-0000-000000000000}"/>
          </ac:picMkLst>
        </pc:picChg>
        <pc:picChg chg="add mod">
          <ac:chgData name="Martin Hardy" userId="18c45b91-9529-4376-afee-15439663c977" providerId="ADAL" clId="{F487FA31-323A-4CA8-AE05-0E45D33C5314}" dt="2021-11-08T21:23:00.179" v="3042" actId="208"/>
          <ac:picMkLst>
            <pc:docMk/>
            <pc:sldMk cId="3736285569" sldId="454"/>
            <ac:picMk id="8" creationId="{C6DB6276-DEC5-40FC-ABBB-9653451BB936}"/>
          </ac:picMkLst>
        </pc:picChg>
      </pc:sldChg>
      <pc:sldChg chg="addSp delSp modSp mod modNotesTx">
        <pc:chgData name="Martin Hardy" userId="18c45b91-9529-4376-afee-15439663c977" providerId="ADAL" clId="{F487FA31-323A-4CA8-AE05-0E45D33C5314}" dt="2021-11-10T19:44:40.894" v="4974" actId="1076"/>
        <pc:sldMkLst>
          <pc:docMk/>
          <pc:sldMk cId="3459422676" sldId="455"/>
        </pc:sldMkLst>
        <pc:spChg chg="add del mod">
          <ac:chgData name="Martin Hardy" userId="18c45b91-9529-4376-afee-15439663c977" providerId="ADAL" clId="{F487FA31-323A-4CA8-AE05-0E45D33C5314}" dt="2021-11-08T21:25:02.778" v="3103" actId="20577"/>
          <ac:spMkLst>
            <pc:docMk/>
            <pc:sldMk cId="3459422676" sldId="455"/>
            <ac:spMk id="2" creationId="{00000000-0000-0000-0000-000000000000}"/>
          </ac:spMkLst>
        </pc:spChg>
        <pc:spChg chg="add del mod">
          <ac:chgData name="Martin Hardy" userId="18c45b91-9529-4376-afee-15439663c977" providerId="ADAL" clId="{F487FA31-323A-4CA8-AE05-0E45D33C5314}" dt="2021-11-08T19:54:51.551" v="1824"/>
          <ac:spMkLst>
            <pc:docMk/>
            <pc:sldMk cId="3459422676" sldId="455"/>
            <ac:spMk id="3" creationId="{6F7EC62C-E8C8-4B7C-B2AD-D3375E9E8BE8}"/>
          </ac:spMkLst>
        </pc:spChg>
        <pc:spChg chg="mod">
          <ac:chgData name="Martin Hardy" userId="18c45b91-9529-4376-afee-15439663c977" providerId="ADAL" clId="{F487FA31-323A-4CA8-AE05-0E45D33C5314}" dt="2021-11-08T19:53:04.070" v="1819" actId="20577"/>
          <ac:spMkLst>
            <pc:docMk/>
            <pc:sldMk cId="3459422676" sldId="455"/>
            <ac:spMk id="4" creationId="{42493634-3041-4CC8-9CAB-D7096C144905}"/>
          </ac:spMkLst>
        </pc:spChg>
        <pc:spChg chg="mod">
          <ac:chgData name="Martin Hardy" userId="18c45b91-9529-4376-afee-15439663c977" providerId="ADAL" clId="{F487FA31-323A-4CA8-AE05-0E45D33C5314}" dt="2021-11-08T20:42:57.656" v="2486" actId="20577"/>
          <ac:spMkLst>
            <pc:docMk/>
            <pc:sldMk cId="3459422676" sldId="455"/>
            <ac:spMk id="7" creationId="{00000000-0000-0000-0000-000000000000}"/>
          </ac:spMkLst>
        </pc:spChg>
        <pc:spChg chg="mod">
          <ac:chgData name="Martin Hardy" userId="18c45b91-9529-4376-afee-15439663c977" providerId="ADAL" clId="{F487FA31-323A-4CA8-AE05-0E45D33C5314}" dt="2021-11-10T16:36:17.221" v="3838" actId="27636"/>
          <ac:spMkLst>
            <pc:docMk/>
            <pc:sldMk cId="3459422676" sldId="455"/>
            <ac:spMk id="10" creationId="{00000000-0000-0000-0000-000000000000}"/>
          </ac:spMkLst>
        </pc:spChg>
        <pc:picChg chg="add mod">
          <ac:chgData name="Martin Hardy" userId="18c45b91-9529-4376-afee-15439663c977" providerId="ADAL" clId="{F487FA31-323A-4CA8-AE05-0E45D33C5314}" dt="2021-11-10T19:44:40.894" v="4974" actId="1076"/>
          <ac:picMkLst>
            <pc:docMk/>
            <pc:sldMk cId="3459422676" sldId="455"/>
            <ac:picMk id="8" creationId="{17B00F0A-CCB2-4B17-A7F5-C0CD3FB38ADC}"/>
          </ac:picMkLst>
        </pc:picChg>
      </pc:sldChg>
      <pc:sldChg chg="addSp delSp modSp mod modClrScheme chgLayout">
        <pc:chgData name="Martin Hardy" userId="18c45b91-9529-4376-afee-15439663c977" providerId="ADAL" clId="{F487FA31-323A-4CA8-AE05-0E45D33C5314}" dt="2021-11-10T20:30:31.587" v="5582" actId="14100"/>
        <pc:sldMkLst>
          <pc:docMk/>
          <pc:sldMk cId="314784796" sldId="456"/>
        </pc:sldMkLst>
        <pc:spChg chg="mod ord">
          <ac:chgData name="Martin Hardy" userId="18c45b91-9529-4376-afee-15439663c977" providerId="ADAL" clId="{F487FA31-323A-4CA8-AE05-0E45D33C5314}" dt="2021-11-10T20:30:31.587" v="5582" actId="14100"/>
          <ac:spMkLst>
            <pc:docMk/>
            <pc:sldMk cId="314784796" sldId="456"/>
            <ac:spMk id="2" creationId="{00000000-0000-0000-0000-000000000000}"/>
          </ac:spMkLst>
        </pc:spChg>
        <pc:spChg chg="add del mod ord">
          <ac:chgData name="Martin Hardy" userId="18c45b91-9529-4376-afee-15439663c977" providerId="ADAL" clId="{F487FA31-323A-4CA8-AE05-0E45D33C5314}" dt="2021-11-08T20:30:40.178" v="2274" actId="700"/>
          <ac:spMkLst>
            <pc:docMk/>
            <pc:sldMk cId="314784796" sldId="456"/>
            <ac:spMk id="3" creationId="{82682046-DBEA-40AE-85D1-59F65BBF5AD3}"/>
          </ac:spMkLst>
        </pc:spChg>
        <pc:spChg chg="del mod ord">
          <ac:chgData name="Martin Hardy" userId="18c45b91-9529-4376-afee-15439663c977" providerId="ADAL" clId="{F487FA31-323A-4CA8-AE05-0E45D33C5314}" dt="2021-11-08T20:27:07.067" v="2111" actId="700"/>
          <ac:spMkLst>
            <pc:docMk/>
            <pc:sldMk cId="314784796" sldId="456"/>
            <ac:spMk id="4" creationId="{42493634-3041-4CC8-9CAB-D7096C144905}"/>
          </ac:spMkLst>
        </pc:spChg>
        <pc:spChg chg="add del mod">
          <ac:chgData name="Martin Hardy" userId="18c45b91-9529-4376-afee-15439663c977" providerId="ADAL" clId="{F487FA31-323A-4CA8-AE05-0E45D33C5314}" dt="2021-11-10T20:30:28.963" v="5581" actId="478"/>
          <ac:spMkLst>
            <pc:docMk/>
            <pc:sldMk cId="314784796" sldId="456"/>
            <ac:spMk id="4" creationId="{B2B6D1E5-E605-4649-AB5E-DCC61FBBDB26}"/>
          </ac:spMkLst>
        </pc:spChg>
        <pc:spChg chg="mod ord">
          <ac:chgData name="Martin Hardy" userId="18c45b91-9529-4376-afee-15439663c977" providerId="ADAL" clId="{F487FA31-323A-4CA8-AE05-0E45D33C5314}" dt="2021-11-08T20:30:40.178" v="2274" actId="700"/>
          <ac:spMkLst>
            <pc:docMk/>
            <pc:sldMk cId="314784796" sldId="456"/>
            <ac:spMk id="5" creationId="{11CD095E-BBA4-47E4-8D53-713C7B022F16}"/>
          </ac:spMkLst>
        </pc:spChg>
        <pc:spChg chg="mod ord">
          <ac:chgData name="Martin Hardy" userId="18c45b91-9529-4376-afee-15439663c977" providerId="ADAL" clId="{F487FA31-323A-4CA8-AE05-0E45D33C5314}" dt="2021-11-08T20:30:40.178" v="2274" actId="700"/>
          <ac:spMkLst>
            <pc:docMk/>
            <pc:sldMk cId="314784796" sldId="456"/>
            <ac:spMk id="6" creationId="{6ABA69B2-4B03-4A7D-8B27-DCCE00ACB29D}"/>
          </ac:spMkLst>
        </pc:spChg>
        <pc:spChg chg="mod ord">
          <ac:chgData name="Martin Hardy" userId="18c45b91-9529-4376-afee-15439663c977" providerId="ADAL" clId="{F487FA31-323A-4CA8-AE05-0E45D33C5314}" dt="2021-11-08T20:30:40.178" v="2274" actId="700"/>
          <ac:spMkLst>
            <pc:docMk/>
            <pc:sldMk cId="314784796" sldId="456"/>
            <ac:spMk id="7" creationId="{00000000-0000-0000-0000-000000000000}"/>
          </ac:spMkLst>
        </pc:spChg>
        <pc:spChg chg="add mod ord">
          <ac:chgData name="Martin Hardy" userId="18c45b91-9529-4376-afee-15439663c977" providerId="ADAL" clId="{F487FA31-323A-4CA8-AE05-0E45D33C5314}" dt="2021-11-08T20:32:30.730" v="2371" actId="20577"/>
          <ac:spMkLst>
            <pc:docMk/>
            <pc:sldMk cId="314784796" sldId="456"/>
            <ac:spMk id="8" creationId="{A5E7BCB2-D7C1-4719-AD07-9555183CBD63}"/>
          </ac:spMkLst>
        </pc:spChg>
        <pc:spChg chg="add del mod ord">
          <ac:chgData name="Martin Hardy" userId="18c45b91-9529-4376-afee-15439663c977" providerId="ADAL" clId="{F487FA31-323A-4CA8-AE05-0E45D33C5314}" dt="2021-11-10T20:30:27.293" v="5580" actId="478"/>
          <ac:spMkLst>
            <pc:docMk/>
            <pc:sldMk cId="314784796" sldId="456"/>
            <ac:spMk id="9" creationId="{AE0427A1-EC09-4C93-8FA9-C91641A510AE}"/>
          </ac:spMkLst>
        </pc:spChg>
        <pc:spChg chg="del">
          <ac:chgData name="Martin Hardy" userId="18c45b91-9529-4376-afee-15439663c977" providerId="ADAL" clId="{F487FA31-323A-4CA8-AE05-0E45D33C5314}" dt="2021-11-08T20:27:00.066" v="2110" actId="478"/>
          <ac:spMkLst>
            <pc:docMk/>
            <pc:sldMk cId="314784796" sldId="456"/>
            <ac:spMk id="10" creationId="{00000000-0000-0000-0000-000000000000}"/>
          </ac:spMkLst>
        </pc:spChg>
      </pc:sldChg>
      <pc:sldChg chg="addSp delSp modSp add mod ord modClrScheme chgLayout">
        <pc:chgData name="Martin Hardy" userId="18c45b91-9529-4376-afee-15439663c977" providerId="ADAL" clId="{F487FA31-323A-4CA8-AE05-0E45D33C5314}" dt="2021-11-10T16:17:59.214" v="3612" actId="5793"/>
        <pc:sldMkLst>
          <pc:docMk/>
          <pc:sldMk cId="206301494" sldId="457"/>
        </pc:sldMkLst>
        <pc:spChg chg="del mod">
          <ac:chgData name="Martin Hardy" userId="18c45b91-9529-4376-afee-15439663c977" providerId="ADAL" clId="{F487FA31-323A-4CA8-AE05-0E45D33C5314}" dt="2021-11-08T21:04:48.948" v="2635" actId="478"/>
          <ac:spMkLst>
            <pc:docMk/>
            <pc:sldMk cId="206301494" sldId="457"/>
            <ac:spMk id="2" creationId="{00000000-0000-0000-0000-000000000000}"/>
          </ac:spMkLst>
        </pc:spChg>
        <pc:spChg chg="add mod">
          <ac:chgData name="Martin Hardy" userId="18c45b91-9529-4376-afee-15439663c977" providerId="ADAL" clId="{F487FA31-323A-4CA8-AE05-0E45D33C5314}" dt="2021-11-10T16:17:59.214" v="3612" actId="5793"/>
          <ac:spMkLst>
            <pc:docMk/>
            <pc:sldMk cId="206301494" sldId="457"/>
            <ac:spMk id="3" creationId="{2573FEA9-BF94-4EC5-848C-FD8CBF3A91CE}"/>
          </ac:spMkLst>
        </pc:spChg>
        <pc:spChg chg="add del mod ord">
          <ac:chgData name="Martin Hardy" userId="18c45b91-9529-4376-afee-15439663c977" providerId="ADAL" clId="{F487FA31-323A-4CA8-AE05-0E45D33C5314}" dt="2021-11-10T16:17:43.670" v="3605" actId="478"/>
          <ac:spMkLst>
            <pc:docMk/>
            <pc:sldMk cId="206301494" sldId="457"/>
            <ac:spMk id="4" creationId="{42493634-3041-4CC8-9CAB-D7096C144905}"/>
          </ac:spMkLst>
        </pc:spChg>
        <pc:spChg chg="mod ord">
          <ac:chgData name="Martin Hardy" userId="18c45b91-9529-4376-afee-15439663c977" providerId="ADAL" clId="{F487FA31-323A-4CA8-AE05-0E45D33C5314}" dt="2021-11-08T21:04:51.730" v="2637" actId="700"/>
          <ac:spMkLst>
            <pc:docMk/>
            <pc:sldMk cId="206301494" sldId="457"/>
            <ac:spMk id="5" creationId="{11CD095E-BBA4-47E4-8D53-713C7B022F16}"/>
          </ac:spMkLst>
        </pc:spChg>
        <pc:spChg chg="mod ord">
          <ac:chgData name="Martin Hardy" userId="18c45b91-9529-4376-afee-15439663c977" providerId="ADAL" clId="{F487FA31-323A-4CA8-AE05-0E45D33C5314}" dt="2021-11-08T21:04:51.730" v="2637" actId="700"/>
          <ac:spMkLst>
            <pc:docMk/>
            <pc:sldMk cId="206301494" sldId="457"/>
            <ac:spMk id="6" creationId="{6ABA69B2-4B03-4A7D-8B27-DCCE00ACB29D}"/>
          </ac:spMkLst>
        </pc:spChg>
        <pc:spChg chg="add del mod ord">
          <ac:chgData name="Martin Hardy" userId="18c45b91-9529-4376-afee-15439663c977" providerId="ADAL" clId="{F487FA31-323A-4CA8-AE05-0E45D33C5314}" dt="2021-11-08T21:05:06.876" v="2699" actId="20577"/>
          <ac:spMkLst>
            <pc:docMk/>
            <pc:sldMk cId="206301494" sldId="457"/>
            <ac:spMk id="7" creationId="{00000000-0000-0000-0000-000000000000}"/>
          </ac:spMkLst>
        </pc:spChg>
        <pc:spChg chg="del">
          <ac:chgData name="Martin Hardy" userId="18c45b91-9529-4376-afee-15439663c977" providerId="ADAL" clId="{F487FA31-323A-4CA8-AE05-0E45D33C5314}" dt="2021-11-08T21:04:41.974" v="2631" actId="478"/>
          <ac:spMkLst>
            <pc:docMk/>
            <pc:sldMk cId="206301494" sldId="457"/>
            <ac:spMk id="8" creationId="{00000000-0000-0000-0000-000000000000}"/>
          </ac:spMkLst>
        </pc:spChg>
        <pc:spChg chg="add del mod">
          <ac:chgData name="Martin Hardy" userId="18c45b91-9529-4376-afee-15439663c977" providerId="ADAL" clId="{F487FA31-323A-4CA8-AE05-0E45D33C5314}" dt="2021-11-08T21:04:49.620" v="2636" actId="478"/>
          <ac:spMkLst>
            <pc:docMk/>
            <pc:sldMk cId="206301494" sldId="457"/>
            <ac:spMk id="9" creationId="{2D84FCC4-9DE0-4D27-B8A5-113F2BBDD551}"/>
          </ac:spMkLst>
        </pc:spChg>
        <pc:spChg chg="del mod ord">
          <ac:chgData name="Martin Hardy" userId="18c45b91-9529-4376-afee-15439663c977" providerId="ADAL" clId="{F487FA31-323A-4CA8-AE05-0E45D33C5314}" dt="2021-11-10T16:17:34.752" v="3602" actId="478"/>
          <ac:spMkLst>
            <pc:docMk/>
            <pc:sldMk cId="206301494" sldId="457"/>
            <ac:spMk id="11" creationId="{00000000-0000-0000-0000-000000000000}"/>
          </ac:spMkLst>
        </pc:spChg>
        <pc:spChg chg="mod ord">
          <ac:chgData name="Martin Hardy" userId="18c45b91-9529-4376-afee-15439663c977" providerId="ADAL" clId="{F487FA31-323A-4CA8-AE05-0E45D33C5314}" dt="2021-11-10T16:17:06.670" v="3599" actId="14100"/>
          <ac:spMkLst>
            <pc:docMk/>
            <pc:sldMk cId="206301494" sldId="457"/>
            <ac:spMk id="12" creationId="{00000000-0000-0000-0000-000000000000}"/>
          </ac:spMkLst>
        </pc:spChg>
        <pc:spChg chg="add del mod">
          <ac:chgData name="Martin Hardy" userId="18c45b91-9529-4376-afee-15439663c977" providerId="ADAL" clId="{F487FA31-323A-4CA8-AE05-0E45D33C5314}" dt="2021-11-08T21:04:47.259" v="2634" actId="478"/>
          <ac:spMkLst>
            <pc:docMk/>
            <pc:sldMk cId="206301494" sldId="457"/>
            <ac:spMk id="13" creationId="{62010497-E7EF-4C8C-8856-32004348B098}"/>
          </ac:spMkLst>
        </pc:spChg>
        <pc:spChg chg="add mod">
          <ac:chgData name="Martin Hardy" userId="18c45b91-9529-4376-afee-15439663c977" providerId="ADAL" clId="{F487FA31-323A-4CA8-AE05-0E45D33C5314}" dt="2021-11-08T21:08:57.604" v="2877" actId="1076"/>
          <ac:spMkLst>
            <pc:docMk/>
            <pc:sldMk cId="206301494" sldId="457"/>
            <ac:spMk id="15" creationId="{FE1E8C74-3571-47B4-8C1D-9A9ED69F8A1C}"/>
          </ac:spMkLst>
        </pc:spChg>
        <pc:spChg chg="add mod">
          <ac:chgData name="Martin Hardy" userId="18c45b91-9529-4376-afee-15439663c977" providerId="ADAL" clId="{F487FA31-323A-4CA8-AE05-0E45D33C5314}" dt="2021-11-08T21:08:57.604" v="2877" actId="1076"/>
          <ac:spMkLst>
            <pc:docMk/>
            <pc:sldMk cId="206301494" sldId="457"/>
            <ac:spMk id="17" creationId="{FAA60838-1297-4EA4-A001-4A98D0B554E3}"/>
          </ac:spMkLst>
        </pc:spChg>
      </pc:sldChg>
      <pc:sldChg chg="del">
        <pc:chgData name="Martin Hardy" userId="18c45b91-9529-4376-afee-15439663c977" providerId="ADAL" clId="{F487FA31-323A-4CA8-AE05-0E45D33C5314}" dt="2021-11-08T20:00:04.108" v="2005" actId="47"/>
        <pc:sldMkLst>
          <pc:docMk/>
          <pc:sldMk cId="1710770336" sldId="457"/>
        </pc:sldMkLst>
      </pc:sldChg>
      <pc:sldChg chg="addSp delSp modSp add mod modClrScheme chgLayout">
        <pc:chgData name="Martin Hardy" userId="18c45b91-9529-4376-afee-15439663c977" providerId="ADAL" clId="{F487FA31-323A-4CA8-AE05-0E45D33C5314}" dt="2021-11-10T16:37:25.734" v="3886" actId="14100"/>
        <pc:sldMkLst>
          <pc:docMk/>
          <pc:sldMk cId="1952948010" sldId="458"/>
        </pc:sldMkLst>
        <pc:spChg chg="mod ord">
          <ac:chgData name="Martin Hardy" userId="18c45b91-9529-4376-afee-15439663c977" providerId="ADAL" clId="{F487FA31-323A-4CA8-AE05-0E45D33C5314}" dt="2021-11-10T16:37:25.734" v="3886" actId="14100"/>
          <ac:spMkLst>
            <pc:docMk/>
            <pc:sldMk cId="1952948010" sldId="458"/>
            <ac:spMk id="2" creationId="{00000000-0000-0000-0000-000000000000}"/>
          </ac:spMkLst>
        </pc:spChg>
        <pc:spChg chg="add mod ord">
          <ac:chgData name="Martin Hardy" userId="18c45b91-9529-4376-afee-15439663c977" providerId="ADAL" clId="{F487FA31-323A-4CA8-AE05-0E45D33C5314}" dt="2021-11-10T16:37:22.462" v="3885" actId="14100"/>
          <ac:spMkLst>
            <pc:docMk/>
            <pc:sldMk cId="1952948010" sldId="458"/>
            <ac:spMk id="3" creationId="{0314105C-C850-4E27-9B2E-E5F1FC1CCA9C}"/>
          </ac:spMkLst>
        </pc:spChg>
        <pc:spChg chg="mod ord">
          <ac:chgData name="Martin Hardy" userId="18c45b91-9529-4376-afee-15439663c977" providerId="ADAL" clId="{F487FA31-323A-4CA8-AE05-0E45D33C5314}" dt="2021-11-10T16:36:23.232" v="3839" actId="700"/>
          <ac:spMkLst>
            <pc:docMk/>
            <pc:sldMk cId="1952948010" sldId="458"/>
            <ac:spMk id="4" creationId="{42493634-3041-4CC8-9CAB-D7096C144905}"/>
          </ac:spMkLst>
        </pc:spChg>
        <pc:spChg chg="mod ord">
          <ac:chgData name="Martin Hardy" userId="18c45b91-9529-4376-afee-15439663c977" providerId="ADAL" clId="{F487FA31-323A-4CA8-AE05-0E45D33C5314}" dt="2021-11-10T16:36:23.232" v="3839" actId="700"/>
          <ac:spMkLst>
            <pc:docMk/>
            <pc:sldMk cId="1952948010" sldId="458"/>
            <ac:spMk id="5" creationId="{11CD095E-BBA4-47E4-8D53-713C7B022F16}"/>
          </ac:spMkLst>
        </pc:spChg>
        <pc:spChg chg="mod ord">
          <ac:chgData name="Martin Hardy" userId="18c45b91-9529-4376-afee-15439663c977" providerId="ADAL" clId="{F487FA31-323A-4CA8-AE05-0E45D33C5314}" dt="2021-11-10T16:36:23.232" v="3839" actId="700"/>
          <ac:spMkLst>
            <pc:docMk/>
            <pc:sldMk cId="1952948010" sldId="458"/>
            <ac:spMk id="6" creationId="{6ABA69B2-4B03-4A7D-8B27-DCCE00ACB29D}"/>
          </ac:spMkLst>
        </pc:spChg>
        <pc:spChg chg="mod ord">
          <ac:chgData name="Martin Hardy" userId="18c45b91-9529-4376-afee-15439663c977" providerId="ADAL" clId="{F487FA31-323A-4CA8-AE05-0E45D33C5314}" dt="2021-11-10T16:36:23.232" v="3839" actId="700"/>
          <ac:spMkLst>
            <pc:docMk/>
            <pc:sldMk cId="1952948010" sldId="458"/>
            <ac:spMk id="7" creationId="{00000000-0000-0000-0000-000000000000}"/>
          </ac:spMkLst>
        </pc:spChg>
        <pc:spChg chg="del mod">
          <ac:chgData name="Martin Hardy" userId="18c45b91-9529-4376-afee-15439663c977" providerId="ADAL" clId="{F487FA31-323A-4CA8-AE05-0E45D33C5314}" dt="2021-11-10T16:33:57.079" v="3833" actId="478"/>
          <ac:spMkLst>
            <pc:docMk/>
            <pc:sldMk cId="1952948010" sldId="458"/>
            <ac:spMk id="10" creationId="{00000000-0000-0000-0000-000000000000}"/>
          </ac:spMkLst>
        </pc:spChg>
      </pc:sldChg>
      <pc:sldChg chg="delSp modSp add mod ord">
        <pc:chgData name="Martin Hardy" userId="18c45b91-9529-4376-afee-15439663c977" providerId="ADAL" clId="{F487FA31-323A-4CA8-AE05-0E45D33C5314}" dt="2021-11-10T20:22:16.756" v="5199" actId="20577"/>
        <pc:sldMkLst>
          <pc:docMk/>
          <pc:sldMk cId="2621454265" sldId="459"/>
        </pc:sldMkLst>
        <pc:spChg chg="mod">
          <ac:chgData name="Martin Hardy" userId="18c45b91-9529-4376-afee-15439663c977" providerId="ADAL" clId="{F487FA31-323A-4CA8-AE05-0E45D33C5314}" dt="2021-11-09T00:31:21.055" v="3437" actId="6549"/>
          <ac:spMkLst>
            <pc:docMk/>
            <pc:sldMk cId="2621454265" sldId="459"/>
            <ac:spMk id="2" creationId="{28121302-8CC0-4962-85A8-8FAE55227E51}"/>
          </ac:spMkLst>
        </pc:spChg>
        <pc:spChg chg="mod">
          <ac:chgData name="Martin Hardy" userId="18c45b91-9529-4376-afee-15439663c977" providerId="ADAL" clId="{F487FA31-323A-4CA8-AE05-0E45D33C5314}" dt="2021-11-10T20:22:16.756" v="5199" actId="20577"/>
          <ac:spMkLst>
            <pc:docMk/>
            <pc:sldMk cId="2621454265" sldId="459"/>
            <ac:spMk id="6" creationId="{876DFEC8-72C1-4267-95BF-09EC053EF818}"/>
          </ac:spMkLst>
        </pc:spChg>
        <pc:spChg chg="del">
          <ac:chgData name="Martin Hardy" userId="18c45b91-9529-4376-afee-15439663c977" providerId="ADAL" clId="{F487FA31-323A-4CA8-AE05-0E45D33C5314}" dt="2021-11-10T16:38:49.485" v="3911" actId="478"/>
          <ac:spMkLst>
            <pc:docMk/>
            <pc:sldMk cId="2621454265" sldId="459"/>
            <ac:spMk id="8" creationId="{8FE8E3D8-D8BE-4836-9963-E50AC65599C1}"/>
          </ac:spMkLst>
        </pc:spChg>
      </pc:sldChg>
      <pc:sldChg chg="delSp modSp add mod">
        <pc:chgData name="Martin Hardy" userId="18c45b91-9529-4376-afee-15439663c977" providerId="ADAL" clId="{F487FA31-323A-4CA8-AE05-0E45D33C5314}" dt="2021-11-16T13:04:30.798" v="6018" actId="20577"/>
        <pc:sldMkLst>
          <pc:docMk/>
          <pc:sldMk cId="744634294" sldId="460"/>
        </pc:sldMkLst>
        <pc:spChg chg="mod">
          <ac:chgData name="Martin Hardy" userId="18c45b91-9529-4376-afee-15439663c977" providerId="ADAL" clId="{F487FA31-323A-4CA8-AE05-0E45D33C5314}" dt="2021-11-09T00:31:26.559" v="3441" actId="20577"/>
          <ac:spMkLst>
            <pc:docMk/>
            <pc:sldMk cId="744634294" sldId="460"/>
            <ac:spMk id="2" creationId="{28121302-8CC0-4962-85A8-8FAE55227E51}"/>
          </ac:spMkLst>
        </pc:spChg>
        <pc:spChg chg="mod">
          <ac:chgData name="Martin Hardy" userId="18c45b91-9529-4376-afee-15439663c977" providerId="ADAL" clId="{F487FA31-323A-4CA8-AE05-0E45D33C5314}" dt="2021-11-16T13:04:30.798" v="6018" actId="20577"/>
          <ac:spMkLst>
            <pc:docMk/>
            <pc:sldMk cId="744634294" sldId="460"/>
            <ac:spMk id="6" creationId="{876DFEC8-72C1-4267-95BF-09EC053EF818}"/>
          </ac:spMkLst>
        </pc:spChg>
        <pc:spChg chg="del">
          <ac:chgData name="Martin Hardy" userId="18c45b91-9529-4376-afee-15439663c977" providerId="ADAL" clId="{F487FA31-323A-4CA8-AE05-0E45D33C5314}" dt="2021-11-10T16:38:37.236" v="3909" actId="478"/>
          <ac:spMkLst>
            <pc:docMk/>
            <pc:sldMk cId="744634294" sldId="460"/>
            <ac:spMk id="8" creationId="{8FE8E3D8-D8BE-4836-9963-E50AC65599C1}"/>
          </ac:spMkLst>
        </pc:spChg>
      </pc:sldChg>
      <pc:sldChg chg="delSp modSp add del mod">
        <pc:chgData name="Martin Hardy" userId="18c45b91-9529-4376-afee-15439663c977" providerId="ADAL" clId="{F487FA31-323A-4CA8-AE05-0E45D33C5314}" dt="2021-11-10T16:41:41.825" v="4074" actId="47"/>
        <pc:sldMkLst>
          <pc:docMk/>
          <pc:sldMk cId="371029688" sldId="461"/>
        </pc:sldMkLst>
        <pc:spChg chg="mod">
          <ac:chgData name="Martin Hardy" userId="18c45b91-9529-4376-afee-15439663c977" providerId="ADAL" clId="{F487FA31-323A-4CA8-AE05-0E45D33C5314}" dt="2021-11-09T00:38:37.471" v="3442" actId="20577"/>
          <ac:spMkLst>
            <pc:docMk/>
            <pc:sldMk cId="371029688" sldId="461"/>
            <ac:spMk id="2" creationId="{28121302-8CC0-4962-85A8-8FAE55227E51}"/>
          </ac:spMkLst>
        </pc:spChg>
        <pc:spChg chg="mod">
          <ac:chgData name="Martin Hardy" userId="18c45b91-9529-4376-afee-15439663c977" providerId="ADAL" clId="{F487FA31-323A-4CA8-AE05-0E45D33C5314}" dt="2021-11-10T16:39:18.996" v="3945" actId="14100"/>
          <ac:spMkLst>
            <pc:docMk/>
            <pc:sldMk cId="371029688" sldId="461"/>
            <ac:spMk id="6" creationId="{876DFEC8-72C1-4267-95BF-09EC053EF818}"/>
          </ac:spMkLst>
        </pc:spChg>
        <pc:spChg chg="del">
          <ac:chgData name="Martin Hardy" userId="18c45b91-9529-4376-afee-15439663c977" providerId="ADAL" clId="{F487FA31-323A-4CA8-AE05-0E45D33C5314}" dt="2021-11-10T16:39:05.884" v="3913" actId="478"/>
          <ac:spMkLst>
            <pc:docMk/>
            <pc:sldMk cId="371029688" sldId="461"/>
            <ac:spMk id="8" creationId="{8FE8E3D8-D8BE-4836-9963-E50AC65599C1}"/>
          </ac:spMkLst>
        </pc:spChg>
      </pc:sldChg>
      <pc:sldChg chg="delSp modSp add mod">
        <pc:chgData name="Martin Hardy" userId="18c45b91-9529-4376-afee-15439663c977" providerId="ADAL" clId="{F487FA31-323A-4CA8-AE05-0E45D33C5314}" dt="2021-11-16T13:05:23.080" v="6032" actId="20577"/>
        <pc:sldMkLst>
          <pc:docMk/>
          <pc:sldMk cId="3291375500" sldId="462"/>
        </pc:sldMkLst>
        <pc:spChg chg="mod">
          <ac:chgData name="Martin Hardy" userId="18c45b91-9529-4376-afee-15439663c977" providerId="ADAL" clId="{F487FA31-323A-4CA8-AE05-0E45D33C5314}" dt="2021-11-10T16:41:36.303" v="4071" actId="20577"/>
          <ac:spMkLst>
            <pc:docMk/>
            <pc:sldMk cId="3291375500" sldId="462"/>
            <ac:spMk id="2" creationId="{28121302-8CC0-4962-85A8-8FAE55227E51}"/>
          </ac:spMkLst>
        </pc:spChg>
        <pc:spChg chg="mod">
          <ac:chgData name="Martin Hardy" userId="18c45b91-9529-4376-afee-15439663c977" providerId="ADAL" clId="{F487FA31-323A-4CA8-AE05-0E45D33C5314}" dt="2021-11-16T13:05:23.080" v="6032" actId="20577"/>
          <ac:spMkLst>
            <pc:docMk/>
            <pc:sldMk cId="3291375500" sldId="462"/>
            <ac:spMk id="6" creationId="{876DFEC8-72C1-4267-95BF-09EC053EF818}"/>
          </ac:spMkLst>
        </pc:spChg>
        <pc:spChg chg="del">
          <ac:chgData name="Martin Hardy" userId="18c45b91-9529-4376-afee-15439663c977" providerId="ADAL" clId="{F487FA31-323A-4CA8-AE05-0E45D33C5314}" dt="2021-11-10T20:38:03.624" v="5719" actId="478"/>
          <ac:spMkLst>
            <pc:docMk/>
            <pc:sldMk cId="3291375500" sldId="462"/>
            <ac:spMk id="13" creationId="{8E92AB2E-80AD-4434-BD24-16E4805EE067}"/>
          </ac:spMkLst>
        </pc:spChg>
      </pc:sldChg>
      <pc:sldChg chg="modSp add mod">
        <pc:chgData name="Martin Hardy" userId="18c45b91-9529-4376-afee-15439663c977" providerId="ADAL" clId="{F487FA31-323A-4CA8-AE05-0E45D33C5314}" dt="2021-11-16T13:06:18.401" v="6054" actId="20577"/>
        <pc:sldMkLst>
          <pc:docMk/>
          <pc:sldMk cId="2024468723" sldId="463"/>
        </pc:sldMkLst>
        <pc:spChg chg="mod">
          <ac:chgData name="Martin Hardy" userId="18c45b91-9529-4376-afee-15439663c977" providerId="ADAL" clId="{F487FA31-323A-4CA8-AE05-0E45D33C5314}" dt="2021-11-16T13:06:18.401" v="6054" actId="20577"/>
          <ac:spMkLst>
            <pc:docMk/>
            <pc:sldMk cId="2024468723" sldId="463"/>
            <ac:spMk id="2" creationId="{28121302-8CC0-4962-85A8-8FAE55227E51}"/>
          </ac:spMkLst>
        </pc:spChg>
        <pc:spChg chg="mod">
          <ac:chgData name="Martin Hardy" userId="18c45b91-9529-4376-afee-15439663c977" providerId="ADAL" clId="{F487FA31-323A-4CA8-AE05-0E45D33C5314}" dt="2021-11-10T20:33:47.477" v="5671" actId="207"/>
          <ac:spMkLst>
            <pc:docMk/>
            <pc:sldMk cId="2024468723" sldId="463"/>
            <ac:spMk id="6" creationId="{876DFEC8-72C1-4267-95BF-09EC053EF818}"/>
          </ac:spMkLst>
        </pc:spChg>
      </pc:sldChg>
      <pc:sldChg chg="addSp delSp modSp add mod">
        <pc:chgData name="Martin Hardy" userId="18c45b91-9529-4376-afee-15439663c977" providerId="ADAL" clId="{F487FA31-323A-4CA8-AE05-0E45D33C5314}" dt="2021-11-10T20:34:09.832" v="5674" actId="20577"/>
        <pc:sldMkLst>
          <pc:docMk/>
          <pc:sldMk cId="2005258616" sldId="464"/>
        </pc:sldMkLst>
        <pc:spChg chg="mod">
          <ac:chgData name="Martin Hardy" userId="18c45b91-9529-4376-afee-15439663c977" providerId="ADAL" clId="{F487FA31-323A-4CA8-AE05-0E45D33C5314}" dt="2021-11-10T20:34:09.832" v="5674" actId="20577"/>
          <ac:spMkLst>
            <pc:docMk/>
            <pc:sldMk cId="2005258616" sldId="464"/>
            <ac:spMk id="2" creationId="{28121302-8CC0-4962-85A8-8FAE55227E51}"/>
          </ac:spMkLst>
        </pc:spChg>
        <pc:spChg chg="mod">
          <ac:chgData name="Martin Hardy" userId="18c45b91-9529-4376-afee-15439663c977" providerId="ADAL" clId="{F487FA31-323A-4CA8-AE05-0E45D33C5314}" dt="2021-11-10T16:50:45.007" v="4954" actId="20577"/>
          <ac:spMkLst>
            <pc:docMk/>
            <pc:sldMk cId="2005258616" sldId="464"/>
            <ac:spMk id="6" creationId="{876DFEC8-72C1-4267-95BF-09EC053EF818}"/>
          </ac:spMkLst>
        </pc:spChg>
        <pc:spChg chg="del">
          <ac:chgData name="Martin Hardy" userId="18c45b91-9529-4376-afee-15439663c977" providerId="ADAL" clId="{F487FA31-323A-4CA8-AE05-0E45D33C5314}" dt="2021-11-10T16:48:46.234" v="4818" actId="478"/>
          <ac:spMkLst>
            <pc:docMk/>
            <pc:sldMk cId="2005258616" sldId="464"/>
            <ac:spMk id="7" creationId="{D0C379DD-AAAE-4A42-92D8-5145241CBF73}"/>
          </ac:spMkLst>
        </pc:spChg>
        <pc:spChg chg="add mod">
          <ac:chgData name="Martin Hardy" userId="18c45b91-9529-4376-afee-15439663c977" providerId="ADAL" clId="{F487FA31-323A-4CA8-AE05-0E45D33C5314}" dt="2021-11-10T16:48:46.236" v="4819" actId="27636"/>
          <ac:spMkLst>
            <pc:docMk/>
            <pc:sldMk cId="2005258616" sldId="464"/>
            <ac:spMk id="8" creationId="{49F59E97-D994-492E-8833-A38B5279BC1D}"/>
          </ac:spMkLst>
        </pc:spChg>
      </pc:sldChg>
      <pc:sldChg chg="modSp new mod">
        <pc:chgData name="Martin Hardy" userId="18c45b91-9529-4376-afee-15439663c977" providerId="ADAL" clId="{F487FA31-323A-4CA8-AE05-0E45D33C5314}" dt="2021-11-16T13:17:17.293" v="6324" actId="27636"/>
        <pc:sldMkLst>
          <pc:docMk/>
          <pc:sldMk cId="3249697682" sldId="465"/>
        </pc:sldMkLst>
        <pc:spChg chg="mod">
          <ac:chgData name="Martin Hardy" userId="18c45b91-9529-4376-afee-15439663c977" providerId="ADAL" clId="{F487FA31-323A-4CA8-AE05-0E45D33C5314}" dt="2021-11-16T13:15:10.644" v="6067" actId="20577"/>
          <ac:spMkLst>
            <pc:docMk/>
            <pc:sldMk cId="3249697682" sldId="465"/>
            <ac:spMk id="2" creationId="{0F56063B-B9D0-477D-8347-F47F92F497C4}"/>
          </ac:spMkLst>
        </pc:spChg>
        <pc:spChg chg="mod">
          <ac:chgData name="Martin Hardy" userId="18c45b91-9529-4376-afee-15439663c977" providerId="ADAL" clId="{F487FA31-323A-4CA8-AE05-0E45D33C5314}" dt="2021-11-16T13:17:11.213" v="6322" actId="20577"/>
          <ac:spMkLst>
            <pc:docMk/>
            <pc:sldMk cId="3249697682" sldId="465"/>
            <ac:spMk id="3" creationId="{30955538-80B0-4C65-A4C1-5DDEDBA626C1}"/>
          </ac:spMkLst>
        </pc:spChg>
        <pc:spChg chg="mod">
          <ac:chgData name="Martin Hardy" userId="18c45b91-9529-4376-afee-15439663c977" providerId="ADAL" clId="{F487FA31-323A-4CA8-AE05-0E45D33C5314}" dt="2021-11-16T13:17:17.293" v="6324" actId="27636"/>
          <ac:spMkLst>
            <pc:docMk/>
            <pc:sldMk cId="3249697682" sldId="465"/>
            <ac:spMk id="6" creationId="{CF14C45A-7D9F-4503-91C8-8F21F24BD68D}"/>
          </ac:spMkLst>
        </pc:spChg>
      </pc:sldChg>
      <pc:sldChg chg="modSp add mod ord">
        <pc:chgData name="Martin Hardy" userId="18c45b91-9529-4376-afee-15439663c977" providerId="ADAL" clId="{F487FA31-323A-4CA8-AE05-0E45D33C5314}" dt="2021-11-16T13:25:18.586" v="6452" actId="6549"/>
        <pc:sldMkLst>
          <pc:docMk/>
          <pc:sldMk cId="3856919106" sldId="466"/>
        </pc:sldMkLst>
        <pc:spChg chg="mod">
          <ac:chgData name="Martin Hardy" userId="18c45b91-9529-4376-afee-15439663c977" providerId="ADAL" clId="{F487FA31-323A-4CA8-AE05-0E45D33C5314}" dt="2021-11-16T13:25:18.586" v="6452" actId="6549"/>
          <ac:spMkLst>
            <pc:docMk/>
            <pc:sldMk cId="3856919106" sldId="466"/>
            <ac:spMk id="3" creationId="{30955538-80B0-4C65-A4C1-5DDEDBA626C1}"/>
          </ac:spMkLst>
        </pc:spChg>
      </pc:sldChg>
    </pc:docChg>
  </pc:docChgLst>
  <pc:docChgLst>
    <pc:chgData name="Martin Hardy" userId="18c45b91-9529-4376-afee-15439663c977" providerId="ADAL" clId="{D970A702-110C-4C9F-B337-4287DBA5F387}"/>
    <pc:docChg chg="custSel modSld">
      <pc:chgData name="Martin Hardy" userId="18c45b91-9529-4376-afee-15439663c977" providerId="ADAL" clId="{D970A702-110C-4C9F-B337-4287DBA5F387}" dt="2021-12-05T15:59:50.585" v="46" actId="20577"/>
      <pc:docMkLst>
        <pc:docMk/>
      </pc:docMkLst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3984742994" sldId="385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3984742994" sldId="385"/>
            <ac:picMk id="13" creationId="{FA5FFBBA-8937-4635-9100-81B066AF9EEC}"/>
          </ac:picMkLst>
        </pc:pic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1570954309" sldId="467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1570954309" sldId="467"/>
            <ac:picMk id="7" creationId="{F66D7E9A-6F2F-476C-8CB6-7CDD2267583F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1570954309" sldId="467"/>
            <ac:inkMk id="3" creationId="{FE4A8C8C-D087-430D-B99D-52EBF41127E5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3755364394" sldId="475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3755364394" sldId="475"/>
            <ac:picMk id="81" creationId="{51F9E425-DF4D-45E9-852E-E7EB1D6BDFD6}"/>
          </ac:picMkLst>
        </pc:pic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515528233" sldId="495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515528233" sldId="495"/>
            <ac:picMk id="2" creationId="{143F8B89-B365-4A35-8CAE-A0321CB0B781}"/>
          </ac:picMkLst>
        </pc:pic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2186164757" sldId="496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2186164757" sldId="496"/>
            <ac:picMk id="10" creationId="{33A3FED7-A1FE-48CC-A811-5272757159E8}"/>
          </ac:picMkLst>
        </pc:pic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409297444" sldId="498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409297444" sldId="498"/>
            <ac:picMk id="8" creationId="{AD429359-7D5F-4E8B-A380-854BBECF82D9}"/>
          </ac:picMkLst>
        </pc:pic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2112759147" sldId="501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2112759147" sldId="501"/>
            <ac:picMk id="9" creationId="{869EDE4E-E4F9-4D33-A156-1C0FCEF641D0}"/>
          </ac:picMkLst>
        </pc:pic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2178607486" sldId="503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2178607486" sldId="503"/>
            <ac:picMk id="13" creationId="{6D6DB417-AE43-4305-B139-C349A1EF29EA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2178607486" sldId="503"/>
            <ac:inkMk id="12" creationId="{BCE53E8A-3457-41D4-830B-7308269A9F17}"/>
          </ac:inkMkLst>
        </pc:inkChg>
      </pc:sldChg>
      <pc:sldChg chg="delSp modSp mod modAnim">
        <pc:chgData name="Martin Hardy" userId="18c45b91-9529-4376-afee-15439663c977" providerId="ADAL" clId="{D970A702-110C-4C9F-B337-4287DBA5F387}" dt="2021-12-05T15:59:18.536" v="14" actId="20577"/>
        <pc:sldMkLst>
          <pc:docMk/>
          <pc:sldMk cId="4097488527" sldId="504"/>
        </pc:sldMkLst>
        <pc:spChg chg="mod">
          <ac:chgData name="Martin Hardy" userId="18c45b91-9529-4376-afee-15439663c977" providerId="ADAL" clId="{D970A702-110C-4C9F-B337-4287DBA5F387}" dt="2021-12-05T15:59:18.536" v="14" actId="20577"/>
          <ac:spMkLst>
            <pc:docMk/>
            <pc:sldMk cId="4097488527" sldId="504"/>
            <ac:spMk id="8" creationId="{E3B50A4F-92C2-4F2C-AB94-A2987B6FC32D}"/>
          </ac:spMkLst>
        </pc:spChg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4097488527" sldId="504"/>
            <ac:picMk id="3" creationId="{F3D6B5F9-A4B3-4B7F-9743-0623A55CA401}"/>
          </ac:picMkLst>
        </pc:pic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1111683577" sldId="506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1111683577" sldId="506"/>
            <ac:picMk id="4" creationId="{7BD0338C-0198-4977-9F2A-309A6B242167}"/>
          </ac:picMkLst>
        </pc:pic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246744149" sldId="507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246744149" sldId="507"/>
            <ac:picMk id="4" creationId="{981685AD-2887-44FF-8745-2E3EACABD315}"/>
          </ac:picMkLst>
        </pc:pic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1797542840" sldId="508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1797542840" sldId="508"/>
            <ac:picMk id="8" creationId="{F7F775ED-7C9F-425A-8F48-4A3014FF8143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1797542840" sldId="508"/>
            <ac:inkMk id="7" creationId="{3F96F488-1D4D-4BC9-AB5E-19F7137E7CB7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2828306330" sldId="509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2828306330" sldId="509"/>
            <ac:picMk id="3" creationId="{8FEF8D7A-B72D-4018-BFC1-B4195DA7978E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2828306330" sldId="509"/>
            <ac:inkMk id="2" creationId="{1C440BDF-F737-410A-BF35-0EC57E02D9A7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3127877736" sldId="510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3127877736" sldId="510"/>
            <ac:picMk id="3" creationId="{DDF2C382-D111-40BA-8A63-74B7C8BE1809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3127877736" sldId="510"/>
            <ac:inkMk id="2" creationId="{BC42C8FD-201F-4A78-B3BD-B2BF71E57684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395674835" sldId="511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395674835" sldId="511"/>
            <ac:picMk id="8" creationId="{88A390B1-6828-40F4-81CA-9826B4378B93}"/>
          </ac:picMkLst>
        </pc:pic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3514140498" sldId="512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3514140498" sldId="512"/>
            <ac:picMk id="11" creationId="{33AD7675-D821-4E15-BE71-E1CC8BE85917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3514140498" sldId="512"/>
            <ac:inkMk id="10" creationId="{A0375A3C-62AB-4D0E-9DBA-DB9ABEE17401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855852673" sldId="513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855852673" sldId="513"/>
            <ac:picMk id="6" creationId="{E56ED76B-890A-45FF-AA6F-FDE18F872EB7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855852673" sldId="513"/>
            <ac:inkMk id="3" creationId="{FCDF7007-D42E-4159-ABFD-FC9087BD59F9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4132423333" sldId="517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4132423333" sldId="517"/>
            <ac:picMk id="9" creationId="{B1BAABD1-F7C6-4610-A1E6-00798DBCEDEE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4132423333" sldId="517"/>
            <ac:inkMk id="8" creationId="{6EC66D90-C566-4254-8056-894610A6BDBD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1209431201" sldId="518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1209431201" sldId="518"/>
            <ac:picMk id="9" creationId="{FE2201C9-32F7-4DF0-9340-426BAF779356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1209431201" sldId="518"/>
            <ac:inkMk id="8" creationId="{CC010576-0A8B-4848-99C7-E3412137FC86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3484296851" sldId="519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3484296851" sldId="519"/>
            <ac:picMk id="9" creationId="{96787116-7B84-465C-83B6-5E1BD27B33D9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3484296851" sldId="519"/>
            <ac:inkMk id="8" creationId="{D52A3761-B4BA-40D1-AC80-50FBBD7665B5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3223903022" sldId="520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3223903022" sldId="520"/>
            <ac:picMk id="9" creationId="{4FE72332-B945-4E22-8C0C-4DF1ABADE21C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3223903022" sldId="520"/>
            <ac:inkMk id="8" creationId="{079141D5-62F2-4D2B-9FEB-3AC9D0A46262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2441234572" sldId="521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2441234572" sldId="521"/>
            <ac:picMk id="9" creationId="{9C22AE31-487D-4BAB-9087-8BE07BB1EE88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2441234572" sldId="521"/>
            <ac:inkMk id="8" creationId="{C135E796-5A53-41B5-B669-688F16248501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2622528551" sldId="522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2622528551" sldId="522"/>
            <ac:picMk id="9" creationId="{23AD4B81-986A-4A71-997E-A89C37320CBC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2622528551" sldId="522"/>
            <ac:inkMk id="8" creationId="{7F4AE6BB-4F2E-4ABE-B97B-F4F00AC28AB5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814654821" sldId="523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814654821" sldId="523"/>
            <ac:picMk id="9" creationId="{E001B383-48E7-4AFD-9CB4-A1847BD99A62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814654821" sldId="523"/>
            <ac:inkMk id="8" creationId="{C0DE536C-F744-4AB1-8531-BF8CF1188BF6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1550786621" sldId="524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1550786621" sldId="524"/>
            <ac:picMk id="7" creationId="{28FF0195-0165-4A88-BE34-9E95A4B74FD4}"/>
          </ac:picMkLst>
        </pc:pic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3041718078" sldId="526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3041718078" sldId="526"/>
            <ac:picMk id="12" creationId="{C4BAE14D-FC11-479B-8FFF-077811AA17D9}"/>
          </ac:picMkLst>
        </pc:picChg>
        <pc:inkChg chg="del">
          <ac:chgData name="Martin Hardy" userId="18c45b91-9529-4376-afee-15439663c977" providerId="ADAL" clId="{D970A702-110C-4C9F-B337-4287DBA5F387}" dt="2021-12-05T15:57:52.362" v="0"/>
          <ac:inkMkLst>
            <pc:docMk/>
            <pc:sldMk cId="3041718078" sldId="526"/>
            <ac:inkMk id="11" creationId="{9EBC2D09-3A95-4C08-8D45-E92938179CB3}"/>
          </ac:inkMkLst>
        </pc:ink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2135619114" sldId="527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2135619114" sldId="527"/>
            <ac:picMk id="3" creationId="{3D69287B-DF69-429E-BE06-98C4A701B498}"/>
          </ac:picMkLst>
        </pc:picChg>
      </pc:sldChg>
      <pc:sldChg chg="delSp modAnim">
        <pc:chgData name="Martin Hardy" userId="18c45b91-9529-4376-afee-15439663c977" providerId="ADAL" clId="{D970A702-110C-4C9F-B337-4287DBA5F387}" dt="2021-12-05T15:57:52.362" v="0"/>
        <pc:sldMkLst>
          <pc:docMk/>
          <pc:sldMk cId="3434222409" sldId="530"/>
        </pc:sldMkLst>
        <pc:picChg chg="del">
          <ac:chgData name="Martin Hardy" userId="18c45b91-9529-4376-afee-15439663c977" providerId="ADAL" clId="{D970A702-110C-4C9F-B337-4287DBA5F387}" dt="2021-12-05T15:57:52.362" v="0"/>
          <ac:picMkLst>
            <pc:docMk/>
            <pc:sldMk cId="3434222409" sldId="530"/>
            <ac:picMk id="8" creationId="{5BC2E4E0-6900-4100-AC8B-73B385E9DA82}"/>
          </ac:picMkLst>
        </pc:picChg>
      </pc:sldChg>
      <pc:sldChg chg="addSp delSp modSp mod modClrScheme delAnim modAnim chgLayout">
        <pc:chgData name="Martin Hardy" userId="18c45b91-9529-4376-afee-15439663c977" providerId="ADAL" clId="{D970A702-110C-4C9F-B337-4287DBA5F387}" dt="2021-12-05T15:59:50.585" v="46" actId="20577"/>
        <pc:sldMkLst>
          <pc:docMk/>
          <pc:sldMk cId="562410601" sldId="531"/>
        </pc:sldMkLst>
        <pc:spChg chg="mod ord">
          <ac:chgData name="Martin Hardy" userId="18c45b91-9529-4376-afee-15439663c977" providerId="ADAL" clId="{D970A702-110C-4C9F-B337-4287DBA5F387}" dt="2021-12-05T15:58:56.943" v="4" actId="700"/>
          <ac:spMkLst>
            <pc:docMk/>
            <pc:sldMk cId="562410601" sldId="531"/>
            <ac:spMk id="2" creationId="{4B67EC41-EE13-42B3-A5CD-AEE53BFEA148}"/>
          </ac:spMkLst>
        </pc:spChg>
        <pc:spChg chg="mod ord">
          <ac:chgData name="Martin Hardy" userId="18c45b91-9529-4376-afee-15439663c977" providerId="ADAL" clId="{D970A702-110C-4C9F-B337-4287DBA5F387}" dt="2021-12-05T15:58:56.943" v="4" actId="700"/>
          <ac:spMkLst>
            <pc:docMk/>
            <pc:sldMk cId="562410601" sldId="531"/>
            <ac:spMk id="3" creationId="{DF5A2708-B015-4564-858D-39472154165D}"/>
          </ac:spMkLst>
        </pc:spChg>
        <pc:spChg chg="add mod ord">
          <ac:chgData name="Martin Hardy" userId="18c45b91-9529-4376-afee-15439663c977" providerId="ADAL" clId="{D970A702-110C-4C9F-B337-4287DBA5F387}" dt="2021-12-05T15:59:50.585" v="46" actId="20577"/>
          <ac:spMkLst>
            <pc:docMk/>
            <pc:sldMk cId="562410601" sldId="531"/>
            <ac:spMk id="6" creationId="{16FBFBDD-BC0A-434A-88A5-2A4024897A78}"/>
          </ac:spMkLst>
        </pc:spChg>
        <pc:spChg chg="add del mod ord">
          <ac:chgData name="Martin Hardy" userId="18c45b91-9529-4376-afee-15439663c977" providerId="ADAL" clId="{D970A702-110C-4C9F-B337-4287DBA5F387}" dt="2021-12-05T15:58:59.659" v="7"/>
          <ac:spMkLst>
            <pc:docMk/>
            <pc:sldMk cId="562410601" sldId="531"/>
            <ac:spMk id="7" creationId="{BC92DE73-565A-4F9E-BDE1-EB425ABF3E81}"/>
          </ac:spMkLst>
        </pc:spChg>
        <pc:spChg chg="add mod ord">
          <ac:chgData name="Martin Hardy" userId="18c45b91-9529-4376-afee-15439663c977" providerId="ADAL" clId="{D970A702-110C-4C9F-B337-4287DBA5F387}" dt="2021-12-05T15:59:20.310" v="15"/>
          <ac:spMkLst>
            <pc:docMk/>
            <pc:sldMk cId="562410601" sldId="531"/>
            <ac:spMk id="8" creationId="{841F9D76-7198-4336-A274-55E03075B229}"/>
          </ac:spMkLst>
        </pc:spChg>
        <pc:picChg chg="del">
          <ac:chgData name="Martin Hardy" userId="18c45b91-9529-4376-afee-15439663c977" providerId="ADAL" clId="{D970A702-110C-4C9F-B337-4287DBA5F387}" dt="2021-12-05T15:58:06.011" v="1" actId="478"/>
          <ac:picMkLst>
            <pc:docMk/>
            <pc:sldMk cId="562410601" sldId="531"/>
            <ac:picMk id="4" creationId="{B52E428A-7DAD-422D-8831-AAC0B01025F0}"/>
          </ac:picMkLst>
        </pc:picChg>
        <pc:picChg chg="add del mod">
          <ac:chgData name="Martin Hardy" userId="18c45b91-9529-4376-afee-15439663c977" providerId="ADAL" clId="{D970A702-110C-4C9F-B337-4287DBA5F387}" dt="2021-12-05T15:58:58.513" v="6" actId="21"/>
          <ac:picMkLst>
            <pc:docMk/>
            <pc:sldMk cId="562410601" sldId="531"/>
            <ac:picMk id="5" creationId="{76E101C0-9BE7-4E28-957F-623318ABF135}"/>
          </ac:picMkLst>
        </pc:picChg>
        <pc:picChg chg="add mod">
          <ac:chgData name="Martin Hardy" userId="18c45b91-9529-4376-afee-15439663c977" providerId="ADAL" clId="{D970A702-110C-4C9F-B337-4287DBA5F387}" dt="2021-12-05T15:59:12.872" v="11" actId="1076"/>
          <ac:picMkLst>
            <pc:docMk/>
            <pc:sldMk cId="562410601" sldId="531"/>
            <ac:picMk id="9" creationId="{68C93677-9C54-4E35-BEC0-F9F046013596}"/>
          </ac:picMkLst>
        </pc:picChg>
      </pc:sldChg>
    </pc:docChg>
  </pc:docChgLst>
  <pc:docChgLst>
    <pc:chgData name="Martin Hardy" userId="18c45b91-9529-4376-afee-15439663c977" providerId="ADAL" clId="{66D081E0-86D5-4679-BCAB-9CF61A7085B5}"/>
    <pc:docChg chg="undo redo custSel addSld delSld modSld sldOrd modMainMaster addSection modSection modShowInfo">
      <pc:chgData name="Martin Hardy" userId="18c45b91-9529-4376-afee-15439663c977" providerId="ADAL" clId="{66D081E0-86D5-4679-BCAB-9CF61A7085B5}" dt="2021-09-12T16:02:48.571" v="5680" actId="47"/>
      <pc:docMkLst>
        <pc:docMk/>
      </pc:docMkLst>
      <pc:sldChg chg="addSp delSp modSp mod ord setBg modClrScheme chgLayout">
        <pc:chgData name="Martin Hardy" userId="18c45b91-9529-4376-afee-15439663c977" providerId="ADAL" clId="{66D081E0-86D5-4679-BCAB-9CF61A7085B5}" dt="2021-09-11T14:51:44.512" v="2398" actId="20577"/>
        <pc:sldMkLst>
          <pc:docMk/>
          <pc:sldMk cId="1299463040" sldId="256"/>
        </pc:sldMkLst>
        <pc:spChg chg="add del mod ord">
          <ac:chgData name="Martin Hardy" userId="18c45b91-9529-4376-afee-15439663c977" providerId="ADAL" clId="{66D081E0-86D5-4679-BCAB-9CF61A7085B5}" dt="2021-09-09T13:23:16.321" v="38" actId="700"/>
          <ac:spMkLst>
            <pc:docMk/>
            <pc:sldMk cId="1299463040" sldId="256"/>
            <ac:spMk id="2" creationId="{68FBB51A-8C55-464D-A210-63BE83B5E871}"/>
          </ac:spMkLst>
        </pc:spChg>
        <pc:spChg chg="add del mod">
          <ac:chgData name="Martin Hardy" userId="18c45b91-9529-4376-afee-15439663c977" providerId="ADAL" clId="{66D081E0-86D5-4679-BCAB-9CF61A7085B5}" dt="2021-09-09T13:23:16.321" v="38" actId="700"/>
          <ac:spMkLst>
            <pc:docMk/>
            <pc:sldMk cId="1299463040" sldId="256"/>
            <ac:spMk id="3" creationId="{176E3166-2406-44E3-8B72-B63FA93D700F}"/>
          </ac:spMkLst>
        </pc:spChg>
        <pc:spChg chg="add del mod ord">
          <ac:chgData name="Martin Hardy" userId="18c45b91-9529-4376-afee-15439663c977" providerId="ADAL" clId="{66D081E0-86D5-4679-BCAB-9CF61A7085B5}" dt="2021-09-09T13:23:57.171" v="43" actId="931"/>
          <ac:spMkLst>
            <pc:docMk/>
            <pc:sldMk cId="1299463040" sldId="256"/>
            <ac:spMk id="4" creationId="{608A7ACC-0093-443E-B6F7-63CE8B2A7B2E}"/>
          </ac:spMkLst>
        </pc:spChg>
        <pc:spChg chg="mod">
          <ac:chgData name="Martin Hardy" userId="18c45b91-9529-4376-afee-15439663c977" providerId="ADAL" clId="{66D081E0-86D5-4679-BCAB-9CF61A7085B5}" dt="2021-09-11T14:51:08.338" v="2293" actId="26606"/>
          <ac:spMkLst>
            <pc:docMk/>
            <pc:sldMk cId="1299463040" sldId="256"/>
            <ac:spMk id="7" creationId="{FAE4B33F-519D-411C-B0C4-AD2254C92A72}"/>
          </ac:spMkLst>
        </pc:spChg>
        <pc:spChg chg="mod">
          <ac:chgData name="Martin Hardy" userId="18c45b91-9529-4376-afee-15439663c977" providerId="ADAL" clId="{66D081E0-86D5-4679-BCAB-9CF61A7085B5}" dt="2021-09-11T14:51:08.338" v="2293" actId="26606"/>
          <ac:spMkLst>
            <pc:docMk/>
            <pc:sldMk cId="1299463040" sldId="256"/>
            <ac:spMk id="8" creationId="{32154DC7-7B8C-4761-9418-89023F603A34}"/>
          </ac:spMkLst>
        </pc:spChg>
        <pc:spChg chg="mod ord">
          <ac:chgData name="Martin Hardy" userId="18c45b91-9529-4376-afee-15439663c977" providerId="ADAL" clId="{66D081E0-86D5-4679-BCAB-9CF61A7085B5}" dt="2021-09-11T14:51:14.434" v="2295" actId="404"/>
          <ac:spMkLst>
            <pc:docMk/>
            <pc:sldMk cId="1299463040" sldId="256"/>
            <ac:spMk id="21" creationId="{F6259569-0128-4E61-A070-8F93357A5E5F}"/>
          </ac:spMkLst>
        </pc:spChg>
        <pc:spChg chg="mod ord">
          <ac:chgData name="Martin Hardy" userId="18c45b91-9529-4376-afee-15439663c977" providerId="ADAL" clId="{66D081E0-86D5-4679-BCAB-9CF61A7085B5}" dt="2021-09-09T13:49:31.104" v="421"/>
          <ac:spMkLst>
            <pc:docMk/>
            <pc:sldMk cId="1299463040" sldId="256"/>
            <ac:spMk id="36" creationId="{809A435F-7093-4262-9458-8B5BA0557724}"/>
          </ac:spMkLst>
        </pc:spChg>
        <pc:spChg chg="del mod">
          <ac:chgData name="Martin Hardy" userId="18c45b91-9529-4376-afee-15439663c977" providerId="ADAL" clId="{66D081E0-86D5-4679-BCAB-9CF61A7085B5}" dt="2021-09-09T13:23:16.321" v="38" actId="700"/>
          <ac:spMkLst>
            <pc:docMk/>
            <pc:sldMk cId="1299463040" sldId="256"/>
            <ac:spMk id="41" creationId="{F7AC5915-ABA4-4C06-8F39-53BF45725DE8}"/>
          </ac:spMkLst>
        </pc:spChg>
        <pc:spChg chg="del mod">
          <ac:chgData name="Martin Hardy" userId="18c45b91-9529-4376-afee-15439663c977" providerId="ADAL" clId="{66D081E0-86D5-4679-BCAB-9CF61A7085B5}" dt="2021-09-09T13:23:16.321" v="38" actId="700"/>
          <ac:spMkLst>
            <pc:docMk/>
            <pc:sldMk cId="1299463040" sldId="256"/>
            <ac:spMk id="43" creationId="{0F2AF657-53B6-452B-AF2E-1E78AD467D6C}"/>
          </ac:spMkLst>
        </pc:spChg>
        <pc:spChg chg="add">
          <ac:chgData name="Martin Hardy" userId="18c45b91-9529-4376-afee-15439663c977" providerId="ADAL" clId="{66D081E0-86D5-4679-BCAB-9CF61A7085B5}" dt="2021-09-11T14:51:08.338" v="2293" actId="26606"/>
          <ac:spMkLst>
            <pc:docMk/>
            <pc:sldMk cId="1299463040" sldId="256"/>
            <ac:spMk id="45" creationId="{4FAE1107-CEC3-4041-8BAA-CDB6F6759B35}"/>
          </ac:spMkLst>
        </pc:spChg>
        <pc:spChg chg="add mod">
          <ac:chgData name="Martin Hardy" userId="18c45b91-9529-4376-afee-15439663c977" providerId="ADAL" clId="{66D081E0-86D5-4679-BCAB-9CF61A7085B5}" dt="2021-09-11T14:51:44.512" v="2398" actId="20577"/>
          <ac:spMkLst>
            <pc:docMk/>
            <pc:sldMk cId="1299463040" sldId="256"/>
            <ac:spMk id="48" creationId="{BD42447E-2303-4221-A109-0314F65562E1}"/>
          </ac:spMkLst>
        </pc:spChg>
        <pc:picChg chg="add mod ord">
          <ac:chgData name="Martin Hardy" userId="18c45b91-9529-4376-afee-15439663c977" providerId="ADAL" clId="{66D081E0-86D5-4679-BCAB-9CF61A7085B5}" dt="2021-09-11T14:51:08.338" v="2293" actId="26606"/>
          <ac:picMkLst>
            <pc:docMk/>
            <pc:sldMk cId="1299463040" sldId="256"/>
            <ac:picMk id="6" creationId="{2D32F22B-A08B-468C-9404-525DD0911467}"/>
          </ac:picMkLst>
        </pc:picChg>
        <pc:picChg chg="del">
          <ac:chgData name="Martin Hardy" userId="18c45b91-9529-4376-afee-15439663c977" providerId="ADAL" clId="{66D081E0-86D5-4679-BCAB-9CF61A7085B5}" dt="2021-09-09T13:21:59.389" v="23" actId="478"/>
          <ac:picMkLst>
            <pc:docMk/>
            <pc:sldMk cId="1299463040" sldId="256"/>
            <ac:picMk id="1027" creationId="{40A2C701-6754-47D5-8DFC-78C6156BBA66}"/>
          </ac:picMkLst>
        </pc:picChg>
        <pc:picChg chg="del">
          <ac:chgData name="Martin Hardy" userId="18c45b91-9529-4376-afee-15439663c977" providerId="ADAL" clId="{66D081E0-86D5-4679-BCAB-9CF61A7085B5}" dt="2021-09-09T13:22:00.155" v="24" actId="478"/>
          <ac:picMkLst>
            <pc:docMk/>
            <pc:sldMk cId="1299463040" sldId="256"/>
            <ac:picMk id="1029" creationId="{8552E4F7-E9A0-47EC-A9CC-317EF069AA73}"/>
          </ac:picMkLst>
        </pc:picChg>
        <pc:cxnChg chg="del">
          <ac:chgData name="Martin Hardy" userId="18c45b91-9529-4376-afee-15439663c977" providerId="ADAL" clId="{66D081E0-86D5-4679-BCAB-9CF61A7085B5}" dt="2021-09-09T13:22:02.227" v="25" actId="478"/>
          <ac:cxnSpMkLst>
            <pc:docMk/>
            <pc:sldMk cId="1299463040" sldId="256"/>
            <ac:cxnSpMk id="46" creationId="{361F8C81-C389-4781-9054-D1EE8F5887AC}"/>
          </ac:cxnSpMkLst>
        </pc:cxnChg>
        <pc:cxnChg chg="add">
          <ac:chgData name="Martin Hardy" userId="18c45b91-9529-4376-afee-15439663c977" providerId="ADAL" clId="{66D081E0-86D5-4679-BCAB-9CF61A7085B5}" dt="2021-09-11T14:51:08.338" v="2293" actId="26606"/>
          <ac:cxnSpMkLst>
            <pc:docMk/>
            <pc:sldMk cId="1299463040" sldId="256"/>
            <ac:cxnSpMk id="47" creationId="{1AEA88FB-F5DD-45CE-AAE1-7B33D0ABDD25}"/>
          </ac:cxnSpMkLst>
        </pc:cxnChg>
        <pc:cxnChg chg="del">
          <ac:chgData name="Martin Hardy" userId="18c45b91-9529-4376-afee-15439663c977" providerId="ADAL" clId="{66D081E0-86D5-4679-BCAB-9CF61A7085B5}" dt="2021-09-09T13:22:05.738" v="28" actId="478"/>
          <ac:cxnSpMkLst>
            <pc:docMk/>
            <pc:sldMk cId="1299463040" sldId="256"/>
            <ac:cxnSpMk id="49" creationId="{6EE54485-95F6-48AC-BDA6-B4862431CF14}"/>
          </ac:cxnSpMkLst>
        </pc:cxnChg>
        <pc:cxnChg chg="del">
          <ac:chgData name="Martin Hardy" userId="18c45b91-9529-4376-afee-15439663c977" providerId="ADAL" clId="{66D081E0-86D5-4679-BCAB-9CF61A7085B5}" dt="2021-09-09T13:22:13.329" v="29" actId="478"/>
          <ac:cxnSpMkLst>
            <pc:docMk/>
            <pc:sldMk cId="1299463040" sldId="256"/>
            <ac:cxnSpMk id="50" creationId="{2758E296-5A48-4E16-92B9-88932338F62F}"/>
          </ac:cxnSpMkLst>
        </pc:cxnChg>
      </pc:sldChg>
      <pc:sldChg chg="modSp mod">
        <pc:chgData name="Martin Hardy" userId="18c45b91-9529-4376-afee-15439663c977" providerId="ADAL" clId="{66D081E0-86D5-4679-BCAB-9CF61A7085B5}" dt="2021-09-09T13:49:31.104" v="421"/>
        <pc:sldMkLst>
          <pc:docMk/>
          <pc:sldMk cId="3737331811" sldId="257"/>
        </pc:sldMkLst>
        <pc:spChg chg="mod">
          <ac:chgData name="Martin Hardy" userId="18c45b91-9529-4376-afee-15439663c977" providerId="ADAL" clId="{66D081E0-86D5-4679-BCAB-9CF61A7085B5}" dt="2021-09-09T13:49:31.104" v="421"/>
          <ac:spMkLst>
            <pc:docMk/>
            <pc:sldMk cId="3737331811" sldId="257"/>
            <ac:spMk id="4" creationId="{D856C0EA-DF5C-4541-A4F4-2BDA3E9C228E}"/>
          </ac:spMkLst>
        </pc:spChg>
        <pc:spChg chg="mod">
          <ac:chgData name="Martin Hardy" userId="18c45b91-9529-4376-afee-15439663c977" providerId="ADAL" clId="{66D081E0-86D5-4679-BCAB-9CF61A7085B5}" dt="2021-09-09T13:49:31.104" v="421"/>
          <ac:spMkLst>
            <pc:docMk/>
            <pc:sldMk cId="3737331811" sldId="257"/>
            <ac:spMk id="5" creationId="{9E480E55-15FD-4515-A046-9DB8D47B9CF5}"/>
          </ac:spMkLst>
        </pc:spChg>
      </pc:sldChg>
      <pc:sldChg chg="addSp delSp modSp new mod modClrScheme chgLayout">
        <pc:chgData name="Martin Hardy" userId="18c45b91-9529-4376-afee-15439663c977" providerId="ADAL" clId="{66D081E0-86D5-4679-BCAB-9CF61A7085B5}" dt="2021-09-09T13:51:40.296" v="447" actId="1076"/>
        <pc:sldMkLst>
          <pc:docMk/>
          <pc:sldMk cId="628012255" sldId="258"/>
        </pc:sldMkLst>
        <pc:spChg chg="mod ord">
          <ac:chgData name="Martin Hardy" userId="18c45b91-9529-4376-afee-15439663c977" providerId="ADAL" clId="{66D081E0-86D5-4679-BCAB-9CF61A7085B5}" dt="2021-09-09T13:51:40.296" v="447" actId="1076"/>
          <ac:spMkLst>
            <pc:docMk/>
            <pc:sldMk cId="628012255" sldId="258"/>
            <ac:spMk id="2" creationId="{25F0FAA2-3DED-4209-A3AF-9BF4D441B59C}"/>
          </ac:spMkLst>
        </pc:spChg>
        <pc:spChg chg="del mod ord">
          <ac:chgData name="Martin Hardy" userId="18c45b91-9529-4376-afee-15439663c977" providerId="ADAL" clId="{66D081E0-86D5-4679-BCAB-9CF61A7085B5}" dt="2021-09-09T13:24:48.591" v="69" actId="700"/>
          <ac:spMkLst>
            <pc:docMk/>
            <pc:sldMk cId="628012255" sldId="258"/>
            <ac:spMk id="3" creationId="{257BCCE2-B7D3-42CD-91E0-6DAE05484071}"/>
          </ac:spMkLst>
        </pc:spChg>
        <pc:spChg chg="mod ord">
          <ac:chgData name="Martin Hardy" userId="18c45b91-9529-4376-afee-15439663c977" providerId="ADAL" clId="{66D081E0-86D5-4679-BCAB-9CF61A7085B5}" dt="2021-09-09T13:49:31.104" v="421"/>
          <ac:spMkLst>
            <pc:docMk/>
            <pc:sldMk cId="628012255" sldId="258"/>
            <ac:spMk id="4" creationId="{3B891A16-C326-4216-96B2-99F54C2FAA10}"/>
          </ac:spMkLst>
        </pc:spChg>
        <pc:spChg chg="add del mod ord">
          <ac:chgData name="Martin Hardy" userId="18c45b91-9529-4376-afee-15439663c977" providerId="ADAL" clId="{66D081E0-86D5-4679-BCAB-9CF61A7085B5}" dt="2021-09-09T13:25:14.275" v="70" actId="700"/>
          <ac:spMkLst>
            <pc:docMk/>
            <pc:sldMk cId="628012255" sldId="258"/>
            <ac:spMk id="5" creationId="{FFA38D5D-4C77-437F-91FA-1D9312AC0401}"/>
          </ac:spMkLst>
        </pc:spChg>
        <pc:spChg chg="add del mod ord">
          <ac:chgData name="Martin Hardy" userId="18c45b91-9529-4376-afee-15439663c977" providerId="ADAL" clId="{66D081E0-86D5-4679-BCAB-9CF61A7085B5}" dt="2021-09-09T13:25:14.275" v="70" actId="700"/>
          <ac:spMkLst>
            <pc:docMk/>
            <pc:sldMk cId="628012255" sldId="258"/>
            <ac:spMk id="6" creationId="{855ECAC4-F6A7-4394-80EF-7A83E22FD9C1}"/>
          </ac:spMkLst>
        </pc:spChg>
        <pc:spChg chg="add mod ord">
          <ac:chgData name="Martin Hardy" userId="18c45b91-9529-4376-afee-15439663c977" providerId="ADAL" clId="{66D081E0-86D5-4679-BCAB-9CF61A7085B5}" dt="2021-09-09T13:51:35.793" v="446" actId="1076"/>
          <ac:spMkLst>
            <pc:docMk/>
            <pc:sldMk cId="628012255" sldId="258"/>
            <ac:spMk id="7" creationId="{2DC551A8-EA47-4A00-8A37-E97DE49860A1}"/>
          </ac:spMkLst>
        </pc:spChg>
        <pc:spChg chg="add del">
          <ac:chgData name="Martin Hardy" userId="18c45b91-9529-4376-afee-15439663c977" providerId="ADAL" clId="{66D081E0-86D5-4679-BCAB-9CF61A7085B5}" dt="2021-09-09T13:27:16.416" v="132"/>
          <ac:spMkLst>
            <pc:docMk/>
            <pc:sldMk cId="628012255" sldId="258"/>
            <ac:spMk id="8" creationId="{6EA6AAC3-D5E3-4B34-AE39-688559B5C40D}"/>
          </ac:spMkLst>
        </pc:spChg>
        <pc:spChg chg="add del">
          <ac:chgData name="Martin Hardy" userId="18c45b91-9529-4376-afee-15439663c977" providerId="ADAL" clId="{66D081E0-86D5-4679-BCAB-9CF61A7085B5}" dt="2021-09-09T13:27:18.740" v="134"/>
          <ac:spMkLst>
            <pc:docMk/>
            <pc:sldMk cId="628012255" sldId="258"/>
            <ac:spMk id="9" creationId="{D4F596FA-8724-463A-BE58-963CB30088AD}"/>
          </ac:spMkLst>
        </pc:spChg>
        <pc:spChg chg="add mod ord">
          <ac:chgData name="Martin Hardy" userId="18c45b91-9529-4376-afee-15439663c977" providerId="ADAL" clId="{66D081E0-86D5-4679-BCAB-9CF61A7085B5}" dt="2021-09-09T13:51:35.793" v="446" actId="1076"/>
          <ac:spMkLst>
            <pc:docMk/>
            <pc:sldMk cId="628012255" sldId="258"/>
            <ac:spMk id="10" creationId="{094622EA-C730-4AEA-B087-329A09D1A26C}"/>
          </ac:spMkLst>
        </pc:spChg>
        <pc:spChg chg="add mod ord">
          <ac:chgData name="Martin Hardy" userId="18c45b91-9529-4376-afee-15439663c977" providerId="ADAL" clId="{66D081E0-86D5-4679-BCAB-9CF61A7085B5}" dt="2021-09-09T13:51:35.793" v="446" actId="1076"/>
          <ac:spMkLst>
            <pc:docMk/>
            <pc:sldMk cId="628012255" sldId="258"/>
            <ac:spMk id="11" creationId="{E80FBDFC-47C5-46E8-822E-9DE2F98296B3}"/>
          </ac:spMkLst>
        </pc:spChg>
        <pc:spChg chg="add mod ord">
          <ac:chgData name="Martin Hardy" userId="18c45b91-9529-4376-afee-15439663c977" providerId="ADAL" clId="{66D081E0-86D5-4679-BCAB-9CF61A7085B5}" dt="2021-09-09T13:51:35.793" v="446" actId="1076"/>
          <ac:spMkLst>
            <pc:docMk/>
            <pc:sldMk cId="628012255" sldId="258"/>
            <ac:spMk id="12" creationId="{75738B87-C0D8-4F22-987B-01BEA7F60ABC}"/>
          </ac:spMkLst>
        </pc:spChg>
        <pc:spChg chg="add mod">
          <ac:chgData name="Martin Hardy" userId="18c45b91-9529-4376-afee-15439663c977" providerId="ADAL" clId="{66D081E0-86D5-4679-BCAB-9CF61A7085B5}" dt="2021-09-09T13:51:28.512" v="445" actId="1076"/>
          <ac:spMkLst>
            <pc:docMk/>
            <pc:sldMk cId="628012255" sldId="258"/>
            <ac:spMk id="13" creationId="{702700DE-E49F-4FB0-A193-0735CCF16B4B}"/>
          </ac:spMkLst>
        </pc:spChg>
      </pc:sldChg>
      <pc:sldChg chg="del">
        <pc:chgData name="Martin Hardy" userId="18c45b91-9529-4376-afee-15439663c977" providerId="ADAL" clId="{66D081E0-86D5-4679-BCAB-9CF61A7085B5}" dt="2021-09-09T13:15:57.607" v="13" actId="47"/>
        <pc:sldMkLst>
          <pc:docMk/>
          <pc:sldMk cId="3935533678" sldId="258"/>
        </pc:sldMkLst>
      </pc:sldChg>
      <pc:sldChg chg="addSp delSp modSp add mod">
        <pc:chgData name="Martin Hardy" userId="18c45b91-9529-4376-afee-15439663c977" providerId="ADAL" clId="{66D081E0-86D5-4679-BCAB-9CF61A7085B5}" dt="2021-09-09T13:52:53.270" v="462" actId="14100"/>
        <pc:sldMkLst>
          <pc:docMk/>
          <pc:sldMk cId="117394105" sldId="259"/>
        </pc:sldMkLst>
        <pc:spChg chg="del mod">
          <ac:chgData name="Martin Hardy" userId="18c45b91-9529-4376-afee-15439663c977" providerId="ADAL" clId="{66D081E0-86D5-4679-BCAB-9CF61A7085B5}" dt="2021-09-09T13:52:20.319" v="453" actId="478"/>
          <ac:spMkLst>
            <pc:docMk/>
            <pc:sldMk cId="117394105" sldId="259"/>
            <ac:spMk id="2" creationId="{25F0FAA2-3DED-4209-A3AF-9BF4D441B59C}"/>
          </ac:spMkLst>
        </pc:spChg>
        <pc:spChg chg="add del">
          <ac:chgData name="Martin Hardy" userId="18c45b91-9529-4376-afee-15439663c977" providerId="ADAL" clId="{66D081E0-86D5-4679-BCAB-9CF61A7085B5}" dt="2021-09-09T13:36:38.372" v="331"/>
          <ac:spMkLst>
            <pc:docMk/>
            <pc:sldMk cId="117394105" sldId="259"/>
            <ac:spMk id="3" creationId="{2EDACCCF-3911-4CD8-9361-09A572797B4A}"/>
          </ac:spMkLst>
        </pc:spChg>
        <pc:spChg chg="mod">
          <ac:chgData name="Martin Hardy" userId="18c45b91-9529-4376-afee-15439663c977" providerId="ADAL" clId="{66D081E0-86D5-4679-BCAB-9CF61A7085B5}" dt="2021-09-09T13:49:31.104" v="421"/>
          <ac:spMkLst>
            <pc:docMk/>
            <pc:sldMk cId="117394105" sldId="259"/>
            <ac:spMk id="4" creationId="{3B891A16-C326-4216-96B2-99F54C2FAA10}"/>
          </ac:spMkLst>
        </pc:spChg>
        <pc:spChg chg="add del mod">
          <ac:chgData name="Martin Hardy" userId="18c45b91-9529-4376-afee-15439663c977" providerId="ADAL" clId="{66D081E0-86D5-4679-BCAB-9CF61A7085B5}" dt="2021-09-09T13:37:35.139" v="345"/>
          <ac:spMkLst>
            <pc:docMk/>
            <pc:sldMk cId="117394105" sldId="259"/>
            <ac:spMk id="5" creationId="{60F7215B-F9C0-43AE-8E09-609CACFE1CBB}"/>
          </ac:spMkLst>
        </pc:spChg>
        <pc:spChg chg="add del mod">
          <ac:chgData name="Martin Hardy" userId="18c45b91-9529-4376-afee-15439663c977" providerId="ADAL" clId="{66D081E0-86D5-4679-BCAB-9CF61A7085B5}" dt="2021-09-09T13:52:47.710" v="461" actId="14100"/>
          <ac:spMkLst>
            <pc:docMk/>
            <pc:sldMk cId="117394105" sldId="259"/>
            <ac:spMk id="7" creationId="{2DC551A8-EA47-4A00-8A37-E97DE49860A1}"/>
          </ac:spMkLst>
        </pc:spChg>
        <pc:spChg chg="add del mod">
          <ac:chgData name="Martin Hardy" userId="18c45b91-9529-4376-afee-15439663c977" providerId="ADAL" clId="{66D081E0-86D5-4679-BCAB-9CF61A7085B5}" dt="2021-09-09T13:52:24.077" v="455" actId="478"/>
          <ac:spMkLst>
            <pc:docMk/>
            <pc:sldMk cId="117394105" sldId="259"/>
            <ac:spMk id="8" creationId="{B0AE4269-DB5C-418F-9216-FED0A5CCF696}"/>
          </ac:spMkLst>
        </pc:spChg>
        <pc:spChg chg="mod">
          <ac:chgData name="Martin Hardy" userId="18c45b91-9529-4376-afee-15439663c977" providerId="ADAL" clId="{66D081E0-86D5-4679-BCAB-9CF61A7085B5}" dt="2021-09-09T13:52:43.341" v="460" actId="20577"/>
          <ac:spMkLst>
            <pc:docMk/>
            <pc:sldMk cId="117394105" sldId="259"/>
            <ac:spMk id="10" creationId="{094622EA-C730-4AEA-B087-329A09D1A26C}"/>
          </ac:spMkLst>
        </pc:spChg>
        <pc:spChg chg="mod">
          <ac:chgData name="Martin Hardy" userId="18c45b91-9529-4376-afee-15439663c977" providerId="ADAL" clId="{66D081E0-86D5-4679-BCAB-9CF61A7085B5}" dt="2021-09-09T13:52:40.406" v="458" actId="1076"/>
          <ac:spMkLst>
            <pc:docMk/>
            <pc:sldMk cId="117394105" sldId="259"/>
            <ac:spMk id="11" creationId="{E80FBDFC-47C5-46E8-822E-9DE2F98296B3}"/>
          </ac:spMkLst>
        </pc:spChg>
        <pc:spChg chg="mod">
          <ac:chgData name="Martin Hardy" userId="18c45b91-9529-4376-afee-15439663c977" providerId="ADAL" clId="{66D081E0-86D5-4679-BCAB-9CF61A7085B5}" dt="2021-09-09T13:52:53.270" v="462" actId="14100"/>
          <ac:spMkLst>
            <pc:docMk/>
            <pc:sldMk cId="117394105" sldId="259"/>
            <ac:spMk id="12" creationId="{75738B87-C0D8-4F22-987B-01BEA7F60ABC}"/>
          </ac:spMkLst>
        </pc:spChg>
        <pc:spChg chg="del mod">
          <ac:chgData name="Martin Hardy" userId="18c45b91-9529-4376-afee-15439663c977" providerId="ADAL" clId="{66D081E0-86D5-4679-BCAB-9CF61A7085B5}" dt="2021-09-09T13:52:22.317" v="454" actId="478"/>
          <ac:spMkLst>
            <pc:docMk/>
            <pc:sldMk cId="117394105" sldId="259"/>
            <ac:spMk id="13" creationId="{702700DE-E49F-4FB0-A193-0735CCF16B4B}"/>
          </ac:spMkLst>
        </pc:spChg>
        <pc:spChg chg="add mod">
          <ac:chgData name="Martin Hardy" userId="18c45b91-9529-4376-afee-15439663c977" providerId="ADAL" clId="{66D081E0-86D5-4679-BCAB-9CF61A7085B5}" dt="2021-09-09T13:52:24.890" v="456"/>
          <ac:spMkLst>
            <pc:docMk/>
            <pc:sldMk cId="117394105" sldId="259"/>
            <ac:spMk id="14" creationId="{5B84DDFE-A5A6-448F-A4C9-9750ED5747C5}"/>
          </ac:spMkLst>
        </pc:spChg>
        <pc:spChg chg="add del mod">
          <ac:chgData name="Martin Hardy" userId="18c45b91-9529-4376-afee-15439663c977" providerId="ADAL" clId="{66D081E0-86D5-4679-BCAB-9CF61A7085B5}" dt="2021-09-09T13:52:33.485" v="457" actId="478"/>
          <ac:spMkLst>
            <pc:docMk/>
            <pc:sldMk cId="117394105" sldId="259"/>
            <ac:spMk id="15" creationId="{5C2E0772-F6C3-445D-8377-0DE0F745805A}"/>
          </ac:spMkLst>
        </pc:spChg>
      </pc:sldChg>
      <pc:sldChg chg="del">
        <pc:chgData name="Martin Hardy" userId="18c45b91-9529-4376-afee-15439663c977" providerId="ADAL" clId="{66D081E0-86D5-4679-BCAB-9CF61A7085B5}" dt="2021-09-09T13:15:57.607" v="13" actId="47"/>
        <pc:sldMkLst>
          <pc:docMk/>
          <pc:sldMk cId="2329160361" sldId="259"/>
        </pc:sldMkLst>
      </pc:sldChg>
      <pc:sldChg chg="del">
        <pc:chgData name="Martin Hardy" userId="18c45b91-9529-4376-afee-15439663c977" providerId="ADAL" clId="{66D081E0-86D5-4679-BCAB-9CF61A7085B5}" dt="2021-09-09T13:15:57.607" v="13" actId="47"/>
        <pc:sldMkLst>
          <pc:docMk/>
          <pc:sldMk cId="694476106" sldId="260"/>
        </pc:sldMkLst>
      </pc:sldChg>
      <pc:sldChg chg="addSp delSp modSp add mod modClrScheme chgLayout">
        <pc:chgData name="Martin Hardy" userId="18c45b91-9529-4376-afee-15439663c977" providerId="ADAL" clId="{66D081E0-86D5-4679-BCAB-9CF61A7085B5}" dt="2021-09-11T15:18:26.048" v="2814" actId="27636"/>
        <pc:sldMkLst>
          <pc:docMk/>
          <pc:sldMk cId="3956462841" sldId="260"/>
        </pc:sldMkLst>
        <pc:spChg chg="del mod ord">
          <ac:chgData name="Martin Hardy" userId="18c45b91-9529-4376-afee-15439663c977" providerId="ADAL" clId="{66D081E0-86D5-4679-BCAB-9CF61A7085B5}" dt="2021-09-09T14:16:41.980" v="826" actId="478"/>
          <ac:spMkLst>
            <pc:docMk/>
            <pc:sldMk cId="3956462841" sldId="260"/>
            <ac:spMk id="2" creationId="{25F0FAA2-3DED-4209-A3AF-9BF4D441B59C}"/>
          </ac:spMkLst>
        </pc:spChg>
        <pc:spChg chg="add del mod">
          <ac:chgData name="Martin Hardy" userId="18c45b91-9529-4376-afee-15439663c977" providerId="ADAL" clId="{66D081E0-86D5-4679-BCAB-9CF61A7085B5}" dt="2021-09-09T13:40:22.802" v="383"/>
          <ac:spMkLst>
            <pc:docMk/>
            <pc:sldMk cId="3956462841" sldId="260"/>
            <ac:spMk id="3" creationId="{518AFFA2-8264-4358-B92B-CA94693834C9}"/>
          </ac:spMkLst>
        </pc:spChg>
        <pc:spChg chg="mod ord">
          <ac:chgData name="Martin Hardy" userId="18c45b91-9529-4376-afee-15439663c977" providerId="ADAL" clId="{66D081E0-86D5-4679-BCAB-9CF61A7085B5}" dt="2021-09-09T13:49:31.104" v="421"/>
          <ac:spMkLst>
            <pc:docMk/>
            <pc:sldMk cId="3956462841" sldId="260"/>
            <ac:spMk id="4" creationId="{3B891A16-C326-4216-96B2-99F54C2FAA10}"/>
          </ac:spMkLst>
        </pc:spChg>
        <pc:spChg chg="del mod ord">
          <ac:chgData name="Martin Hardy" userId="18c45b91-9529-4376-afee-15439663c977" providerId="ADAL" clId="{66D081E0-86D5-4679-BCAB-9CF61A7085B5}" dt="2021-09-09T13:39:32.600" v="371" actId="700"/>
          <ac:spMkLst>
            <pc:docMk/>
            <pc:sldMk cId="3956462841" sldId="260"/>
            <ac:spMk id="7" creationId="{2DC551A8-EA47-4A00-8A37-E97DE49860A1}"/>
          </ac:spMkLst>
        </pc:spChg>
        <pc:spChg chg="add mod">
          <ac:chgData name="Martin Hardy" userId="18c45b91-9529-4376-afee-15439663c977" providerId="ADAL" clId="{66D081E0-86D5-4679-BCAB-9CF61A7085B5}" dt="2021-09-09T14:16:47.937" v="827"/>
          <ac:spMkLst>
            <pc:docMk/>
            <pc:sldMk cId="3956462841" sldId="260"/>
            <ac:spMk id="9" creationId="{A8105EEA-1706-485A-BCC8-041C49446804}"/>
          </ac:spMkLst>
        </pc:spChg>
        <pc:spChg chg="add del mod ord">
          <ac:chgData name="Martin Hardy" userId="18c45b91-9529-4376-afee-15439663c977" providerId="ADAL" clId="{66D081E0-86D5-4679-BCAB-9CF61A7085B5}" dt="2021-09-11T15:18:26.048" v="2814" actId="27636"/>
          <ac:spMkLst>
            <pc:docMk/>
            <pc:sldMk cId="3956462841" sldId="260"/>
            <ac:spMk id="10" creationId="{094622EA-C730-4AEA-B087-329A09D1A26C}"/>
          </ac:spMkLst>
        </pc:spChg>
        <pc:spChg chg="add del mod ord">
          <ac:chgData name="Martin Hardy" userId="18c45b91-9529-4376-afee-15439663c977" providerId="ADAL" clId="{66D081E0-86D5-4679-BCAB-9CF61A7085B5}" dt="2021-09-09T13:43:50.111" v="392"/>
          <ac:spMkLst>
            <pc:docMk/>
            <pc:sldMk cId="3956462841" sldId="260"/>
            <ac:spMk id="11" creationId="{E80FBDFC-47C5-46E8-822E-9DE2F98296B3}"/>
          </ac:spMkLst>
        </pc:spChg>
        <pc:spChg chg="del mod ord">
          <ac:chgData name="Martin Hardy" userId="18c45b91-9529-4376-afee-15439663c977" providerId="ADAL" clId="{66D081E0-86D5-4679-BCAB-9CF61A7085B5}" dt="2021-09-09T13:39:32.600" v="371" actId="700"/>
          <ac:spMkLst>
            <pc:docMk/>
            <pc:sldMk cId="3956462841" sldId="260"/>
            <ac:spMk id="12" creationId="{75738B87-C0D8-4F22-987B-01BEA7F60ABC}"/>
          </ac:spMkLst>
        </pc:spChg>
        <pc:spChg chg="del mod">
          <ac:chgData name="Martin Hardy" userId="18c45b91-9529-4376-afee-15439663c977" providerId="ADAL" clId="{66D081E0-86D5-4679-BCAB-9CF61A7085B5}" dt="2021-09-09T13:53:27.740" v="466" actId="478"/>
          <ac:spMkLst>
            <pc:docMk/>
            <pc:sldMk cId="3956462841" sldId="260"/>
            <ac:spMk id="13" creationId="{702700DE-E49F-4FB0-A193-0735CCF16B4B}"/>
          </ac:spMkLst>
        </pc:spChg>
        <pc:spChg chg="add mod">
          <ac:chgData name="Martin Hardy" userId="18c45b91-9529-4376-afee-15439663c977" providerId="ADAL" clId="{66D081E0-86D5-4679-BCAB-9CF61A7085B5}" dt="2021-09-09T14:16:55.260" v="828" actId="1076"/>
          <ac:spMkLst>
            <pc:docMk/>
            <pc:sldMk cId="3956462841" sldId="260"/>
            <ac:spMk id="14" creationId="{E0511469-2150-4276-B779-5937925C277C}"/>
          </ac:spMkLst>
        </pc:spChg>
        <pc:picChg chg="add mod modCrop">
          <ac:chgData name="Martin Hardy" userId="18c45b91-9529-4376-afee-15439663c977" providerId="ADAL" clId="{66D081E0-86D5-4679-BCAB-9CF61A7085B5}" dt="2021-09-09T13:53:11.925" v="464" actId="1076"/>
          <ac:picMkLst>
            <pc:docMk/>
            <pc:sldMk cId="3956462841" sldId="260"/>
            <ac:picMk id="6" creationId="{77E944CF-C557-4BB5-A06F-FB7904954457}"/>
          </ac:picMkLst>
        </pc:picChg>
        <pc:picChg chg="add del mod">
          <ac:chgData name="Martin Hardy" userId="18c45b91-9529-4376-afee-15439663c977" providerId="ADAL" clId="{66D081E0-86D5-4679-BCAB-9CF61A7085B5}" dt="2021-09-09T13:42:24.152" v="391"/>
          <ac:picMkLst>
            <pc:docMk/>
            <pc:sldMk cId="3956462841" sldId="260"/>
            <ac:picMk id="3075" creationId="{5AD272BE-60ED-4825-99E5-3FEA257BF77F}"/>
          </ac:picMkLst>
        </pc:picChg>
        <pc:picChg chg="add mod">
          <ac:chgData name="Martin Hardy" userId="18c45b91-9529-4376-afee-15439663c977" providerId="ADAL" clId="{66D081E0-86D5-4679-BCAB-9CF61A7085B5}" dt="2021-09-09T13:53:11.925" v="464" actId="1076"/>
          <ac:picMkLst>
            <pc:docMk/>
            <pc:sldMk cId="3956462841" sldId="260"/>
            <ac:picMk id="3077" creationId="{9195AAF1-4329-428C-A380-C4547F56321E}"/>
          </ac:picMkLst>
        </pc:picChg>
      </pc:sldChg>
      <pc:sldChg chg="del">
        <pc:chgData name="Martin Hardy" userId="18c45b91-9529-4376-afee-15439663c977" providerId="ADAL" clId="{66D081E0-86D5-4679-BCAB-9CF61A7085B5}" dt="2021-09-09T13:15:57.607" v="13" actId="47"/>
        <pc:sldMkLst>
          <pc:docMk/>
          <pc:sldMk cId="302870327" sldId="261"/>
        </pc:sldMkLst>
      </pc:sldChg>
      <pc:sldChg chg="addSp delSp modSp new mod modClrScheme chgLayout">
        <pc:chgData name="Martin Hardy" userId="18c45b91-9529-4376-afee-15439663c977" providerId="ADAL" clId="{66D081E0-86D5-4679-BCAB-9CF61A7085B5}" dt="2021-09-09T13:57:14.876" v="557" actId="20577"/>
        <pc:sldMkLst>
          <pc:docMk/>
          <pc:sldMk cId="4205358342" sldId="261"/>
        </pc:sldMkLst>
        <pc:spChg chg="del mod ord">
          <ac:chgData name="Martin Hardy" userId="18c45b91-9529-4376-afee-15439663c977" providerId="ADAL" clId="{66D081E0-86D5-4679-BCAB-9CF61A7085B5}" dt="2021-09-09T13:54:14.126" v="472" actId="700"/>
          <ac:spMkLst>
            <pc:docMk/>
            <pc:sldMk cId="4205358342" sldId="261"/>
            <ac:spMk id="2" creationId="{034D2465-8722-4D8D-AB15-239C8B015C80}"/>
          </ac:spMkLst>
        </pc:spChg>
        <pc:spChg chg="del mod ord">
          <ac:chgData name="Martin Hardy" userId="18c45b91-9529-4376-afee-15439663c977" providerId="ADAL" clId="{66D081E0-86D5-4679-BCAB-9CF61A7085B5}" dt="2021-09-09T13:54:14.126" v="472" actId="700"/>
          <ac:spMkLst>
            <pc:docMk/>
            <pc:sldMk cId="4205358342" sldId="261"/>
            <ac:spMk id="3" creationId="{7465931A-4D56-4888-9F5A-CB52E7B03C2F}"/>
          </ac:spMkLst>
        </pc:spChg>
        <pc:spChg chg="del">
          <ac:chgData name="Martin Hardy" userId="18c45b91-9529-4376-afee-15439663c977" providerId="ADAL" clId="{66D081E0-86D5-4679-BCAB-9CF61A7085B5}" dt="2021-09-09T13:54:14.126" v="472" actId="700"/>
          <ac:spMkLst>
            <pc:docMk/>
            <pc:sldMk cId="4205358342" sldId="261"/>
            <ac:spMk id="4" creationId="{F01D71EC-E165-4E6C-AA39-7866121A9C86}"/>
          </ac:spMkLst>
        </pc:spChg>
        <pc:spChg chg="mod ord">
          <ac:chgData name="Martin Hardy" userId="18c45b91-9529-4376-afee-15439663c977" providerId="ADAL" clId="{66D081E0-86D5-4679-BCAB-9CF61A7085B5}" dt="2021-09-09T13:54:14.126" v="472" actId="700"/>
          <ac:spMkLst>
            <pc:docMk/>
            <pc:sldMk cId="4205358342" sldId="261"/>
            <ac:spMk id="5" creationId="{1DBB1D2D-3BC0-4FE9-9149-407B9F07B612}"/>
          </ac:spMkLst>
        </pc:spChg>
        <pc:spChg chg="add mod ord">
          <ac:chgData name="Martin Hardy" userId="18c45b91-9529-4376-afee-15439663c977" providerId="ADAL" clId="{66D081E0-86D5-4679-BCAB-9CF61A7085B5}" dt="2021-09-09T13:54:20.491" v="474" actId="20577"/>
          <ac:spMkLst>
            <pc:docMk/>
            <pc:sldMk cId="4205358342" sldId="261"/>
            <ac:spMk id="6" creationId="{A3C64D4F-314C-43AA-91AF-C362620DEBDE}"/>
          </ac:spMkLst>
        </pc:spChg>
        <pc:spChg chg="add mod ord">
          <ac:chgData name="Martin Hardy" userId="18c45b91-9529-4376-afee-15439663c977" providerId="ADAL" clId="{66D081E0-86D5-4679-BCAB-9CF61A7085B5}" dt="2021-09-09T13:57:14.876" v="557" actId="20577"/>
          <ac:spMkLst>
            <pc:docMk/>
            <pc:sldMk cId="4205358342" sldId="261"/>
            <ac:spMk id="7" creationId="{BC0BA918-BBB3-4B57-851A-D4EA3C797216}"/>
          </ac:spMkLst>
        </pc:spChg>
      </pc:sldChg>
      <pc:sldChg chg="del">
        <pc:chgData name="Martin Hardy" userId="18c45b91-9529-4376-afee-15439663c977" providerId="ADAL" clId="{66D081E0-86D5-4679-BCAB-9CF61A7085B5}" dt="2021-09-09T13:15:57.607" v="13" actId="47"/>
        <pc:sldMkLst>
          <pc:docMk/>
          <pc:sldMk cId="475639741" sldId="262"/>
        </pc:sldMkLst>
      </pc:sldChg>
      <pc:sldChg chg="addSp delSp modSp add mod modClrScheme chgLayout">
        <pc:chgData name="Martin Hardy" userId="18c45b91-9529-4376-afee-15439663c977" providerId="ADAL" clId="{66D081E0-86D5-4679-BCAB-9CF61A7085B5}" dt="2021-09-11T15:27:57.817" v="2993" actId="27636"/>
        <pc:sldMkLst>
          <pc:docMk/>
          <pc:sldMk cId="4156319477" sldId="262"/>
        </pc:sldMkLst>
        <pc:spChg chg="add mod ord">
          <ac:chgData name="Martin Hardy" userId="18c45b91-9529-4376-afee-15439663c977" providerId="ADAL" clId="{66D081E0-86D5-4679-BCAB-9CF61A7085B5}" dt="2021-09-09T14:17:43.799" v="830" actId="113"/>
          <ac:spMkLst>
            <pc:docMk/>
            <pc:sldMk cId="4156319477" sldId="262"/>
            <ac:spMk id="2" creationId="{47F1DE3B-5F33-49C9-9D41-8741532A3FF1}"/>
          </ac:spMkLst>
        </pc:spChg>
        <pc:spChg chg="add del mod ord">
          <ac:chgData name="Martin Hardy" userId="18c45b91-9529-4376-afee-15439663c977" providerId="ADAL" clId="{66D081E0-86D5-4679-BCAB-9CF61A7085B5}" dt="2021-09-09T14:02:41.924" v="617" actId="700"/>
          <ac:spMkLst>
            <pc:docMk/>
            <pc:sldMk cId="4156319477" sldId="262"/>
            <ac:spMk id="3" creationId="{98632F38-DA14-45D4-8FB6-5E6AA6AD40DC}"/>
          </ac:spMkLst>
        </pc:spChg>
        <pc:spChg chg="mod ord">
          <ac:chgData name="Martin Hardy" userId="18c45b91-9529-4376-afee-15439663c977" providerId="ADAL" clId="{66D081E0-86D5-4679-BCAB-9CF61A7085B5}" dt="2021-09-09T14:02:41.924" v="617" actId="700"/>
          <ac:spMkLst>
            <pc:docMk/>
            <pc:sldMk cId="4156319477" sldId="262"/>
            <ac:spMk id="5" creationId="{1DBB1D2D-3BC0-4FE9-9149-407B9F07B612}"/>
          </ac:spMkLst>
        </pc:spChg>
        <pc:spChg chg="mod ord">
          <ac:chgData name="Martin Hardy" userId="18c45b91-9529-4376-afee-15439663c977" providerId="ADAL" clId="{66D081E0-86D5-4679-BCAB-9CF61A7085B5}" dt="2021-09-11T15:27:57.817" v="2993" actId="27636"/>
          <ac:spMkLst>
            <pc:docMk/>
            <pc:sldMk cId="4156319477" sldId="262"/>
            <ac:spMk id="6" creationId="{A3C64D4F-314C-43AA-91AF-C362620DEBDE}"/>
          </ac:spMkLst>
        </pc:spChg>
        <pc:spChg chg="mod ord">
          <ac:chgData name="Martin Hardy" userId="18c45b91-9529-4376-afee-15439663c977" providerId="ADAL" clId="{66D081E0-86D5-4679-BCAB-9CF61A7085B5}" dt="2021-09-09T14:10:04.038" v="775" actId="113"/>
          <ac:spMkLst>
            <pc:docMk/>
            <pc:sldMk cId="4156319477" sldId="262"/>
            <ac:spMk id="7" creationId="{BC0BA918-BBB3-4B57-851A-D4EA3C797216}"/>
          </ac:spMkLst>
        </pc:spChg>
        <pc:picChg chg="add del mod">
          <ac:chgData name="Martin Hardy" userId="18c45b91-9529-4376-afee-15439663c977" providerId="ADAL" clId="{66D081E0-86D5-4679-BCAB-9CF61A7085B5}" dt="2021-09-09T14:17:33.746" v="829" actId="478"/>
          <ac:picMkLst>
            <pc:docMk/>
            <pc:sldMk cId="4156319477" sldId="262"/>
            <ac:picMk id="8" creationId="{3021E09D-99DE-4C6A-B04A-0DF25F065741}"/>
          </ac:picMkLst>
        </pc:picChg>
      </pc:sldChg>
      <pc:sldChg chg="modSp add mod">
        <pc:chgData name="Martin Hardy" userId="18c45b91-9529-4376-afee-15439663c977" providerId="ADAL" clId="{66D081E0-86D5-4679-BCAB-9CF61A7085B5}" dt="2021-09-11T15:27:57.826" v="2994" actId="27636"/>
        <pc:sldMkLst>
          <pc:docMk/>
          <pc:sldMk cId="1466473537" sldId="263"/>
        </pc:sldMkLst>
        <pc:spChg chg="mod">
          <ac:chgData name="Martin Hardy" userId="18c45b91-9529-4376-afee-15439663c977" providerId="ADAL" clId="{66D081E0-86D5-4679-BCAB-9CF61A7085B5}" dt="2021-09-09T14:18:15.501" v="839" actId="113"/>
          <ac:spMkLst>
            <pc:docMk/>
            <pc:sldMk cId="1466473537" sldId="263"/>
            <ac:spMk id="2" creationId="{47F1DE3B-5F33-49C9-9D41-8741532A3FF1}"/>
          </ac:spMkLst>
        </pc:spChg>
        <pc:spChg chg="mod">
          <ac:chgData name="Martin Hardy" userId="18c45b91-9529-4376-afee-15439663c977" providerId="ADAL" clId="{66D081E0-86D5-4679-BCAB-9CF61A7085B5}" dt="2021-09-11T15:27:57.826" v="2994" actId="27636"/>
          <ac:spMkLst>
            <pc:docMk/>
            <pc:sldMk cId="1466473537" sldId="263"/>
            <ac:spMk id="6" creationId="{A3C64D4F-314C-43AA-91AF-C362620DEBDE}"/>
          </ac:spMkLst>
        </pc:spChg>
        <pc:spChg chg="mod">
          <ac:chgData name="Martin Hardy" userId="18c45b91-9529-4376-afee-15439663c977" providerId="ADAL" clId="{66D081E0-86D5-4679-BCAB-9CF61A7085B5}" dt="2021-09-09T14:10:02.766" v="774" actId="113"/>
          <ac:spMkLst>
            <pc:docMk/>
            <pc:sldMk cId="1466473537" sldId="263"/>
            <ac:spMk id="7" creationId="{BC0BA918-BBB3-4B57-851A-D4EA3C797216}"/>
          </ac:spMkLst>
        </pc:spChg>
      </pc:sldChg>
      <pc:sldChg chg="del">
        <pc:chgData name="Martin Hardy" userId="18c45b91-9529-4376-afee-15439663c977" providerId="ADAL" clId="{66D081E0-86D5-4679-BCAB-9CF61A7085B5}" dt="2021-09-09T13:15:57.607" v="13" actId="47"/>
        <pc:sldMkLst>
          <pc:docMk/>
          <pc:sldMk cId="2116628674" sldId="263"/>
        </pc:sldMkLst>
      </pc:sldChg>
      <pc:sldChg chg="add del">
        <pc:chgData name="Martin Hardy" userId="18c45b91-9529-4376-afee-15439663c977" providerId="ADAL" clId="{66D081E0-86D5-4679-BCAB-9CF61A7085B5}" dt="2021-09-09T14:09:43.431" v="751" actId="47"/>
        <pc:sldMkLst>
          <pc:docMk/>
          <pc:sldMk cId="684594476" sldId="264"/>
        </pc:sldMkLst>
      </pc:sldChg>
      <pc:sldChg chg="del">
        <pc:chgData name="Martin Hardy" userId="18c45b91-9529-4376-afee-15439663c977" providerId="ADAL" clId="{66D081E0-86D5-4679-BCAB-9CF61A7085B5}" dt="2021-09-09T13:15:57.607" v="13" actId="47"/>
        <pc:sldMkLst>
          <pc:docMk/>
          <pc:sldMk cId="1308607824" sldId="264"/>
        </pc:sldMkLst>
      </pc:sldChg>
      <pc:sldChg chg="modSp add mod">
        <pc:chgData name="Martin Hardy" userId="18c45b91-9529-4376-afee-15439663c977" providerId="ADAL" clId="{66D081E0-86D5-4679-BCAB-9CF61A7085B5}" dt="2021-09-11T15:27:57.834" v="2995" actId="27636"/>
        <pc:sldMkLst>
          <pc:docMk/>
          <pc:sldMk cId="3882779744" sldId="264"/>
        </pc:sldMkLst>
        <pc:spChg chg="mod">
          <ac:chgData name="Martin Hardy" userId="18c45b91-9529-4376-afee-15439663c977" providerId="ADAL" clId="{66D081E0-86D5-4679-BCAB-9CF61A7085B5}" dt="2021-09-09T15:18:11.120" v="1729" actId="20577"/>
          <ac:spMkLst>
            <pc:docMk/>
            <pc:sldMk cId="3882779744" sldId="264"/>
            <ac:spMk id="2" creationId="{47F1DE3B-5F33-49C9-9D41-8741532A3FF1}"/>
          </ac:spMkLst>
        </pc:spChg>
        <pc:spChg chg="mod">
          <ac:chgData name="Martin Hardy" userId="18c45b91-9529-4376-afee-15439663c977" providerId="ADAL" clId="{66D081E0-86D5-4679-BCAB-9CF61A7085B5}" dt="2021-09-11T15:27:57.834" v="2995" actId="27636"/>
          <ac:spMkLst>
            <pc:docMk/>
            <pc:sldMk cId="3882779744" sldId="264"/>
            <ac:spMk id="6" creationId="{A3C64D4F-314C-43AA-91AF-C362620DEBDE}"/>
          </ac:spMkLst>
        </pc:spChg>
        <pc:spChg chg="mod">
          <ac:chgData name="Martin Hardy" userId="18c45b91-9529-4376-afee-15439663c977" providerId="ADAL" clId="{66D081E0-86D5-4679-BCAB-9CF61A7085B5}" dt="2021-09-09T14:10:00.302" v="773" actId="113"/>
          <ac:spMkLst>
            <pc:docMk/>
            <pc:sldMk cId="3882779744" sldId="264"/>
            <ac:spMk id="7" creationId="{BC0BA918-BBB3-4B57-851A-D4EA3C797216}"/>
          </ac:spMkLst>
        </pc:spChg>
      </pc:sldChg>
      <pc:sldChg chg="addSp modSp new mod">
        <pc:chgData name="Martin Hardy" userId="18c45b91-9529-4376-afee-15439663c977" providerId="ADAL" clId="{66D081E0-86D5-4679-BCAB-9CF61A7085B5}" dt="2021-09-11T15:27:57.839" v="2996" actId="27636"/>
        <pc:sldMkLst>
          <pc:docMk/>
          <pc:sldMk cId="586895691" sldId="265"/>
        </pc:sldMkLst>
        <pc:spChg chg="mod">
          <ac:chgData name="Martin Hardy" userId="18c45b91-9529-4376-afee-15439663c977" providerId="ADAL" clId="{66D081E0-86D5-4679-BCAB-9CF61A7085B5}" dt="2021-09-11T15:27:57.839" v="2996" actId="27636"/>
          <ac:spMkLst>
            <pc:docMk/>
            <pc:sldMk cId="586895691" sldId="265"/>
            <ac:spMk id="2" creationId="{1FA43C05-CB81-4FAD-A674-9659E8C53FA2}"/>
          </ac:spMkLst>
        </pc:spChg>
        <pc:spChg chg="mod">
          <ac:chgData name="Martin Hardy" userId="18c45b91-9529-4376-afee-15439663c977" providerId="ADAL" clId="{66D081E0-86D5-4679-BCAB-9CF61A7085B5}" dt="2021-09-11T15:18:26.081" v="2817" actId="27636"/>
          <ac:spMkLst>
            <pc:docMk/>
            <pc:sldMk cId="586895691" sldId="265"/>
            <ac:spMk id="3" creationId="{3F12020D-2197-402B-B25B-A241B20FAAAA}"/>
          </ac:spMkLst>
        </pc:spChg>
        <pc:spChg chg="mod">
          <ac:chgData name="Martin Hardy" userId="18c45b91-9529-4376-afee-15439663c977" providerId="ADAL" clId="{66D081E0-86D5-4679-BCAB-9CF61A7085B5}" dt="2021-09-11T15:18:26.086" v="2820" actId="27636"/>
          <ac:spMkLst>
            <pc:docMk/>
            <pc:sldMk cId="586895691" sldId="265"/>
            <ac:spMk id="4" creationId="{0D384C49-40E3-4C65-8622-E86FDDE898B0}"/>
          </ac:spMkLst>
        </pc:spChg>
        <pc:spChg chg="mod">
          <ac:chgData name="Martin Hardy" userId="18c45b91-9529-4376-afee-15439663c977" providerId="ADAL" clId="{66D081E0-86D5-4679-BCAB-9CF61A7085B5}" dt="2021-09-11T15:18:26.082" v="2818" actId="27636"/>
          <ac:spMkLst>
            <pc:docMk/>
            <pc:sldMk cId="586895691" sldId="265"/>
            <ac:spMk id="5" creationId="{06F5D91B-065B-47BF-AF22-F073F2627308}"/>
          </ac:spMkLst>
        </pc:spChg>
        <pc:spChg chg="mod">
          <ac:chgData name="Martin Hardy" userId="18c45b91-9529-4376-afee-15439663c977" providerId="ADAL" clId="{66D081E0-86D5-4679-BCAB-9CF61A7085B5}" dt="2021-09-11T15:18:26.085" v="2819" actId="27636"/>
          <ac:spMkLst>
            <pc:docMk/>
            <pc:sldMk cId="586895691" sldId="265"/>
            <ac:spMk id="6" creationId="{63189E34-51BB-4196-BD22-E943B4D6CDFE}"/>
          </ac:spMkLst>
        </pc:spChg>
        <pc:picChg chg="add mod">
          <ac:chgData name="Martin Hardy" userId="18c45b91-9529-4376-afee-15439663c977" providerId="ADAL" clId="{66D081E0-86D5-4679-BCAB-9CF61A7085B5}" dt="2021-09-09T14:29:44.784" v="1020" actId="1076"/>
          <ac:picMkLst>
            <pc:docMk/>
            <pc:sldMk cId="586895691" sldId="265"/>
            <ac:picMk id="4098" creationId="{E1AFDCF7-CB99-4D37-9C7E-EC1FAC5AC3EA}"/>
          </ac:picMkLst>
        </pc:picChg>
        <pc:picChg chg="add mod">
          <ac:chgData name="Martin Hardy" userId="18c45b91-9529-4376-afee-15439663c977" providerId="ADAL" clId="{66D081E0-86D5-4679-BCAB-9CF61A7085B5}" dt="2021-09-09T14:31:19.445" v="1038" actId="1076"/>
          <ac:picMkLst>
            <pc:docMk/>
            <pc:sldMk cId="586895691" sldId="265"/>
            <ac:picMk id="4100" creationId="{61AEB5C3-53FB-4442-8BCF-538E1DC0D4E1}"/>
          </ac:picMkLst>
        </pc:picChg>
      </pc:sldChg>
      <pc:sldChg chg="delSp modSp new mod">
        <pc:chgData name="Martin Hardy" userId="18c45b91-9529-4376-afee-15439663c977" providerId="ADAL" clId="{66D081E0-86D5-4679-BCAB-9CF61A7085B5}" dt="2021-09-11T16:46:11.908" v="4049" actId="20577"/>
        <pc:sldMkLst>
          <pc:docMk/>
          <pc:sldMk cId="3809762583" sldId="266"/>
        </pc:sldMkLst>
        <pc:spChg chg="mod">
          <ac:chgData name="Martin Hardy" userId="18c45b91-9529-4376-afee-15439663c977" providerId="ADAL" clId="{66D081E0-86D5-4679-BCAB-9CF61A7085B5}" dt="2021-09-11T16:46:11.908" v="4049" actId="20577"/>
          <ac:spMkLst>
            <pc:docMk/>
            <pc:sldMk cId="3809762583" sldId="266"/>
            <ac:spMk id="2" creationId="{905CDD7D-A2BF-4AA3-8565-D7BACF492C21}"/>
          </ac:spMkLst>
        </pc:spChg>
        <pc:spChg chg="mod">
          <ac:chgData name="Martin Hardy" userId="18c45b91-9529-4376-afee-15439663c977" providerId="ADAL" clId="{66D081E0-86D5-4679-BCAB-9CF61A7085B5}" dt="2021-09-11T16:46:10.175" v="4048"/>
          <ac:spMkLst>
            <pc:docMk/>
            <pc:sldMk cId="3809762583" sldId="266"/>
            <ac:spMk id="3" creationId="{0079E3F9-6F3C-4C12-89C1-4DD38088FAB3}"/>
          </ac:spMkLst>
        </pc:spChg>
        <pc:spChg chg="del">
          <ac:chgData name="Martin Hardy" userId="18c45b91-9529-4376-afee-15439663c977" providerId="ADAL" clId="{66D081E0-86D5-4679-BCAB-9CF61A7085B5}" dt="2021-09-09T14:36:46.287" v="1093" actId="478"/>
          <ac:spMkLst>
            <pc:docMk/>
            <pc:sldMk cId="3809762583" sldId="266"/>
            <ac:spMk id="5" creationId="{DAE0A277-125B-48A6-9D92-C12B28EF9317}"/>
          </ac:spMkLst>
        </pc:spChg>
        <pc:spChg chg="del">
          <ac:chgData name="Martin Hardy" userId="18c45b91-9529-4376-afee-15439663c977" providerId="ADAL" clId="{66D081E0-86D5-4679-BCAB-9CF61A7085B5}" dt="2021-09-09T14:36:47.943" v="1094" actId="478"/>
          <ac:spMkLst>
            <pc:docMk/>
            <pc:sldMk cId="3809762583" sldId="266"/>
            <ac:spMk id="6" creationId="{5FC2798A-3E17-4CC0-A37B-63371FD15CA4}"/>
          </ac:spMkLst>
        </pc:spChg>
      </pc:sldChg>
      <pc:sldChg chg="modSp add mod ord">
        <pc:chgData name="Martin Hardy" userId="18c45b91-9529-4376-afee-15439663c977" providerId="ADAL" clId="{66D081E0-86D5-4679-BCAB-9CF61A7085B5}" dt="2021-09-11T16:48:11.659" v="4115" actId="20577"/>
        <pc:sldMkLst>
          <pc:docMk/>
          <pc:sldMk cId="709496283" sldId="267"/>
        </pc:sldMkLst>
        <pc:spChg chg="mod">
          <ac:chgData name="Martin Hardy" userId="18c45b91-9529-4376-afee-15439663c977" providerId="ADAL" clId="{66D081E0-86D5-4679-BCAB-9CF61A7085B5}" dt="2021-09-11T16:48:11.659" v="4115" actId="20577"/>
          <ac:spMkLst>
            <pc:docMk/>
            <pc:sldMk cId="709496283" sldId="267"/>
            <ac:spMk id="2" creationId="{905CDD7D-A2BF-4AA3-8565-D7BACF492C21}"/>
          </ac:spMkLst>
        </pc:spChg>
        <pc:spChg chg="mod">
          <ac:chgData name="Martin Hardy" userId="18c45b91-9529-4376-afee-15439663c977" providerId="ADAL" clId="{66D081E0-86D5-4679-BCAB-9CF61A7085B5}" dt="2021-09-11T16:46:43.688" v="4062"/>
          <ac:spMkLst>
            <pc:docMk/>
            <pc:sldMk cId="709496283" sldId="267"/>
            <ac:spMk id="3" creationId="{0079E3F9-6F3C-4C12-89C1-4DD38088FAB3}"/>
          </ac:spMkLst>
        </pc:spChg>
      </pc:sldChg>
      <pc:sldChg chg="addSp delSp modSp new mod modClrScheme chgLayout">
        <pc:chgData name="Martin Hardy" userId="18c45b91-9529-4376-afee-15439663c977" providerId="ADAL" clId="{66D081E0-86D5-4679-BCAB-9CF61A7085B5}" dt="2021-09-11T15:27:57.849" v="2999" actId="27636"/>
        <pc:sldMkLst>
          <pc:docMk/>
          <pc:sldMk cId="4119931560" sldId="268"/>
        </pc:sldMkLst>
        <pc:spChg chg="mod ord">
          <ac:chgData name="Martin Hardy" userId="18c45b91-9529-4376-afee-15439663c977" providerId="ADAL" clId="{66D081E0-86D5-4679-BCAB-9CF61A7085B5}" dt="2021-09-11T15:27:57.849" v="2999" actId="27636"/>
          <ac:spMkLst>
            <pc:docMk/>
            <pc:sldMk cId="4119931560" sldId="268"/>
            <ac:spMk id="2" creationId="{28121302-8CC0-4962-85A8-8FAE55227E51}"/>
          </ac:spMkLst>
        </pc:spChg>
        <pc:spChg chg="mod ord">
          <ac:chgData name="Martin Hardy" userId="18c45b91-9529-4376-afee-15439663c977" providerId="ADAL" clId="{66D081E0-86D5-4679-BCAB-9CF61A7085B5}" dt="2021-09-11T15:18:26.096" v="2822" actId="27636"/>
          <ac:spMkLst>
            <pc:docMk/>
            <pc:sldMk cId="4119931560" sldId="268"/>
            <ac:spMk id="3" creationId="{52AC1559-12EB-4EA3-B5AB-AB41514805D1}"/>
          </ac:spMkLst>
        </pc:spChg>
        <pc:spChg chg="mod ord">
          <ac:chgData name="Martin Hardy" userId="18c45b91-9529-4376-afee-15439663c977" providerId="ADAL" clId="{66D081E0-86D5-4679-BCAB-9CF61A7085B5}" dt="2021-09-09T14:46:18.198" v="1487" actId="700"/>
          <ac:spMkLst>
            <pc:docMk/>
            <pc:sldMk cId="4119931560" sldId="268"/>
            <ac:spMk id="4" creationId="{78E578F2-378B-4717-B814-0C56B606DDDA}"/>
          </ac:spMkLst>
        </pc:spChg>
        <pc:spChg chg="mod ord">
          <ac:chgData name="Martin Hardy" userId="18c45b91-9529-4376-afee-15439663c977" providerId="ADAL" clId="{66D081E0-86D5-4679-BCAB-9CF61A7085B5}" dt="2021-09-09T14:46:18.198" v="1487" actId="700"/>
          <ac:spMkLst>
            <pc:docMk/>
            <pc:sldMk cId="4119931560" sldId="268"/>
            <ac:spMk id="5" creationId="{123D0F6D-5BF3-49AC-959B-27E6A1323378}"/>
          </ac:spMkLst>
        </pc:spChg>
        <pc:spChg chg="add del mod ord">
          <ac:chgData name="Martin Hardy" userId="18c45b91-9529-4376-afee-15439663c977" providerId="ADAL" clId="{66D081E0-86D5-4679-BCAB-9CF61A7085B5}" dt="2021-09-09T14:46:18.198" v="1487" actId="700"/>
          <ac:spMkLst>
            <pc:docMk/>
            <pc:sldMk cId="4119931560" sldId="268"/>
            <ac:spMk id="6" creationId="{6B744E34-3F41-452C-B396-E1E5DD418AAC}"/>
          </ac:spMkLst>
        </pc:spChg>
        <pc:spChg chg="add mod ord">
          <ac:chgData name="Martin Hardy" userId="18c45b91-9529-4376-afee-15439663c977" providerId="ADAL" clId="{66D081E0-86D5-4679-BCAB-9CF61A7085B5}" dt="2021-09-09T14:46:34.209" v="1522" actId="20577"/>
          <ac:spMkLst>
            <pc:docMk/>
            <pc:sldMk cId="4119931560" sldId="268"/>
            <ac:spMk id="7" creationId="{D0C379DD-AAAE-4A42-92D8-5145241CBF73}"/>
          </ac:spMkLst>
        </pc:spChg>
        <pc:spChg chg="add mod ord">
          <ac:chgData name="Martin Hardy" userId="18c45b91-9529-4376-afee-15439663c977" providerId="ADAL" clId="{66D081E0-86D5-4679-BCAB-9CF61A7085B5}" dt="2021-09-09T14:46:40.970" v="1527" actId="14100"/>
          <ac:spMkLst>
            <pc:docMk/>
            <pc:sldMk cId="4119931560" sldId="268"/>
            <ac:spMk id="8" creationId="{7632AAB6-5EFF-4AF2-A6A9-7D345442AF56}"/>
          </ac:spMkLst>
        </pc:spChg>
        <pc:spChg chg="add mod ord">
          <ac:chgData name="Martin Hardy" userId="18c45b91-9529-4376-afee-15439663c977" providerId="ADAL" clId="{66D081E0-86D5-4679-BCAB-9CF61A7085B5}" dt="2021-09-11T15:18:26.095" v="2821" actId="27636"/>
          <ac:spMkLst>
            <pc:docMk/>
            <pc:sldMk cId="4119931560" sldId="268"/>
            <ac:spMk id="9" creationId="{6C4755EA-F57D-42FC-B68C-2069BFDA0162}"/>
          </ac:spMkLst>
        </pc:spChg>
      </pc:sldChg>
      <pc:sldChg chg="modSp new mod modClrScheme chgLayout">
        <pc:chgData name="Martin Hardy" userId="18c45b91-9529-4376-afee-15439663c977" providerId="ADAL" clId="{66D081E0-86D5-4679-BCAB-9CF61A7085B5}" dt="2021-09-11T16:47:51.848" v="4104"/>
        <pc:sldMkLst>
          <pc:docMk/>
          <pc:sldMk cId="715448041" sldId="269"/>
        </pc:sldMkLst>
        <pc:spChg chg="mod ord">
          <ac:chgData name="Martin Hardy" userId="18c45b91-9529-4376-afee-15439663c977" providerId="ADAL" clId="{66D081E0-86D5-4679-BCAB-9CF61A7085B5}" dt="2021-09-11T16:47:50.443" v="4103" actId="20577"/>
          <ac:spMkLst>
            <pc:docMk/>
            <pc:sldMk cId="715448041" sldId="269"/>
            <ac:spMk id="2" creationId="{7BD263A2-C77C-4250-9C97-8D9921A0F3AD}"/>
          </ac:spMkLst>
        </pc:spChg>
        <pc:spChg chg="mod ord">
          <ac:chgData name="Martin Hardy" userId="18c45b91-9529-4376-afee-15439663c977" providerId="ADAL" clId="{66D081E0-86D5-4679-BCAB-9CF61A7085B5}" dt="2021-09-11T16:47:51.848" v="4104"/>
          <ac:spMkLst>
            <pc:docMk/>
            <pc:sldMk cId="715448041" sldId="269"/>
            <ac:spMk id="3" creationId="{FF40BA11-D48C-44C4-AB14-9B66EBE9965D}"/>
          </ac:spMkLst>
        </pc:spChg>
      </pc:sldChg>
      <pc:sldChg chg="addSp delSp modSp new mod setBg modClrScheme delDesignElem chgLayout">
        <pc:chgData name="Martin Hardy" userId="18c45b91-9529-4376-afee-15439663c977" providerId="ADAL" clId="{66D081E0-86D5-4679-BCAB-9CF61A7085B5}" dt="2021-09-11T15:27:57.842" v="2997" actId="27636"/>
        <pc:sldMkLst>
          <pc:docMk/>
          <pc:sldMk cId="1119601418" sldId="270"/>
        </pc:sldMkLst>
        <pc:spChg chg="del mod ord">
          <ac:chgData name="Martin Hardy" userId="18c45b91-9529-4376-afee-15439663c977" providerId="ADAL" clId="{66D081E0-86D5-4679-BCAB-9CF61A7085B5}" dt="2021-09-09T14:56:13.050" v="1610" actId="700"/>
          <ac:spMkLst>
            <pc:docMk/>
            <pc:sldMk cId="1119601418" sldId="270"/>
            <ac:spMk id="2" creationId="{35734C03-96B0-4E17-8D5C-1CC0306AB399}"/>
          </ac:spMkLst>
        </pc:spChg>
        <pc:spChg chg="add del mod ord">
          <ac:chgData name="Martin Hardy" userId="18c45b91-9529-4376-afee-15439663c977" providerId="ADAL" clId="{66D081E0-86D5-4679-BCAB-9CF61A7085B5}" dt="2021-09-11T14:46:29.351" v="2043" actId="700"/>
          <ac:spMkLst>
            <pc:docMk/>
            <pc:sldMk cId="1119601418" sldId="270"/>
            <ac:spMk id="2" creationId="{60DF44CF-97E2-46EF-A933-4F730820C089}"/>
          </ac:spMkLst>
        </pc:spChg>
        <pc:spChg chg="del mod ord">
          <ac:chgData name="Martin Hardy" userId="18c45b91-9529-4376-afee-15439663c977" providerId="ADAL" clId="{66D081E0-86D5-4679-BCAB-9CF61A7085B5}" dt="2021-09-09T14:56:13.050" v="1610" actId="700"/>
          <ac:spMkLst>
            <pc:docMk/>
            <pc:sldMk cId="1119601418" sldId="270"/>
            <ac:spMk id="3" creationId="{053B4F69-544D-4FEA-880A-6CEBFC740B89}"/>
          </ac:spMkLst>
        </pc:spChg>
        <pc:spChg chg="add mod ord">
          <ac:chgData name="Martin Hardy" userId="18c45b91-9529-4376-afee-15439663c977" providerId="ADAL" clId="{66D081E0-86D5-4679-BCAB-9CF61A7085B5}" dt="2021-09-11T15:27:57.842" v="2997" actId="27636"/>
          <ac:spMkLst>
            <pc:docMk/>
            <pc:sldMk cId="1119601418" sldId="270"/>
            <ac:spMk id="4" creationId="{0D464C64-E23E-4D3F-A36A-59E4262BF54A}"/>
          </ac:spMkLst>
        </pc:spChg>
        <pc:spChg chg="add del mod ord">
          <ac:chgData name="Martin Hardy" userId="18c45b91-9529-4376-afee-15439663c977" providerId="ADAL" clId="{66D081E0-86D5-4679-BCAB-9CF61A7085B5}" dt="2021-09-09T14:56:24.459" v="1621" actId="22"/>
          <ac:spMkLst>
            <pc:docMk/>
            <pc:sldMk cId="1119601418" sldId="270"/>
            <ac:spMk id="5" creationId="{18BD1465-9F53-4AA3-8DB7-CA9DBD65D3C5}"/>
          </ac:spMkLst>
        </pc:spChg>
        <pc:spChg chg="add mod ord">
          <ac:chgData name="Martin Hardy" userId="18c45b91-9529-4376-afee-15439663c977" providerId="ADAL" clId="{66D081E0-86D5-4679-BCAB-9CF61A7085B5}" dt="2021-09-11T14:46:29.351" v="2043" actId="700"/>
          <ac:spMkLst>
            <pc:docMk/>
            <pc:sldMk cId="1119601418" sldId="270"/>
            <ac:spMk id="11" creationId="{69BD5008-D72F-4BC9-A557-903A00542760}"/>
          </ac:spMkLst>
        </pc:spChg>
        <pc:spChg chg="add del">
          <ac:chgData name="Martin Hardy" userId="18c45b91-9529-4376-afee-15439663c977" providerId="ADAL" clId="{66D081E0-86D5-4679-BCAB-9CF61A7085B5}" dt="2021-09-11T14:46:29.351" v="2043" actId="700"/>
          <ac:spMkLst>
            <pc:docMk/>
            <pc:sldMk cId="1119601418" sldId="270"/>
            <ac:spMk id="14" creationId="{4FAE1107-CEC3-4041-8BAA-CDB6F6759B35}"/>
          </ac:spMkLst>
        </pc:spChg>
        <pc:picChg chg="add mod ord modCrop">
          <ac:chgData name="Martin Hardy" userId="18c45b91-9529-4376-afee-15439663c977" providerId="ADAL" clId="{66D081E0-86D5-4679-BCAB-9CF61A7085B5}" dt="2021-09-09T14:57:28.772" v="1689" actId="732"/>
          <ac:picMkLst>
            <pc:docMk/>
            <pc:sldMk cId="1119601418" sldId="270"/>
            <ac:picMk id="7" creationId="{0F9878FE-E617-453F-9830-4E9C2DC8B114}"/>
          </ac:picMkLst>
        </pc:picChg>
        <pc:cxnChg chg="add del">
          <ac:chgData name="Martin Hardy" userId="18c45b91-9529-4376-afee-15439663c977" providerId="ADAL" clId="{66D081E0-86D5-4679-BCAB-9CF61A7085B5}" dt="2021-09-11T14:46:29.351" v="2043" actId="700"/>
          <ac:cxnSpMkLst>
            <pc:docMk/>
            <pc:sldMk cId="1119601418" sldId="270"/>
            <ac:cxnSpMk id="16" creationId="{1AEA88FB-F5DD-45CE-AAE1-7B33D0ABDD25}"/>
          </ac:cxnSpMkLst>
        </pc:cxnChg>
      </pc:sldChg>
      <pc:sldChg chg="modSp add del mod">
        <pc:chgData name="Martin Hardy" userId="18c45b91-9529-4376-afee-15439663c977" providerId="ADAL" clId="{66D081E0-86D5-4679-BCAB-9CF61A7085B5}" dt="2021-09-12T13:37:48.119" v="4819" actId="47"/>
        <pc:sldMkLst>
          <pc:docMk/>
          <pc:sldMk cId="2837810743" sldId="271"/>
        </pc:sldMkLst>
        <pc:spChg chg="mod">
          <ac:chgData name="Martin Hardy" userId="18c45b91-9529-4376-afee-15439663c977" providerId="ADAL" clId="{66D081E0-86D5-4679-BCAB-9CF61A7085B5}" dt="2021-09-11T15:27:57.853" v="3000" actId="27636"/>
          <ac:spMkLst>
            <pc:docMk/>
            <pc:sldMk cId="2837810743" sldId="271"/>
            <ac:spMk id="2" creationId="{28121302-8CC0-4962-85A8-8FAE55227E51}"/>
          </ac:spMkLst>
        </pc:spChg>
        <pc:spChg chg="mod">
          <ac:chgData name="Martin Hardy" userId="18c45b91-9529-4376-afee-15439663c977" providerId="ADAL" clId="{66D081E0-86D5-4679-BCAB-9CF61A7085B5}" dt="2021-09-11T15:18:26.107" v="2824" actId="27636"/>
          <ac:spMkLst>
            <pc:docMk/>
            <pc:sldMk cId="2837810743" sldId="271"/>
            <ac:spMk id="3" creationId="{52AC1559-12EB-4EA3-B5AB-AB41514805D1}"/>
          </ac:spMkLst>
        </pc:spChg>
        <pc:spChg chg="mod">
          <ac:chgData name="Martin Hardy" userId="18c45b91-9529-4376-afee-15439663c977" providerId="ADAL" clId="{66D081E0-86D5-4679-BCAB-9CF61A7085B5}" dt="2021-09-11T15:18:26.105" v="2823" actId="27636"/>
          <ac:spMkLst>
            <pc:docMk/>
            <pc:sldMk cId="2837810743" sldId="271"/>
            <ac:spMk id="9" creationId="{6C4755EA-F57D-42FC-B68C-2069BFDA0162}"/>
          </ac:spMkLst>
        </pc:spChg>
      </pc:sldChg>
      <pc:sldChg chg="modSp add mod ord">
        <pc:chgData name="Martin Hardy" userId="18c45b91-9529-4376-afee-15439663c977" providerId="ADAL" clId="{66D081E0-86D5-4679-BCAB-9CF61A7085B5}" dt="2021-09-11T15:27:57.857" v="3001" actId="27636"/>
        <pc:sldMkLst>
          <pc:docMk/>
          <pc:sldMk cId="135678065" sldId="272"/>
        </pc:sldMkLst>
        <pc:spChg chg="mod">
          <ac:chgData name="Martin Hardy" userId="18c45b91-9529-4376-afee-15439663c977" providerId="ADAL" clId="{66D081E0-86D5-4679-BCAB-9CF61A7085B5}" dt="2021-09-11T15:27:57.857" v="3001" actId="27636"/>
          <ac:spMkLst>
            <pc:docMk/>
            <pc:sldMk cId="135678065" sldId="272"/>
            <ac:spMk id="2" creationId="{28121302-8CC0-4962-85A8-8FAE55227E51}"/>
          </ac:spMkLst>
        </pc:spChg>
        <pc:spChg chg="mod">
          <ac:chgData name="Martin Hardy" userId="18c45b91-9529-4376-afee-15439663c977" providerId="ADAL" clId="{66D081E0-86D5-4679-BCAB-9CF61A7085B5}" dt="2021-09-11T14:11:06.202" v="1789" actId="20577"/>
          <ac:spMkLst>
            <pc:docMk/>
            <pc:sldMk cId="135678065" sldId="272"/>
            <ac:spMk id="3" creationId="{52AC1559-12EB-4EA3-B5AB-AB41514805D1}"/>
          </ac:spMkLst>
        </pc:spChg>
      </pc:sldChg>
      <pc:sldChg chg="modSp add del mod">
        <pc:chgData name="Martin Hardy" userId="18c45b91-9529-4376-afee-15439663c977" providerId="ADAL" clId="{66D081E0-86D5-4679-BCAB-9CF61A7085B5}" dt="2021-09-12T13:37:50.682" v="4820" actId="47"/>
        <pc:sldMkLst>
          <pc:docMk/>
          <pc:sldMk cId="2441506268" sldId="273"/>
        </pc:sldMkLst>
        <pc:spChg chg="mod">
          <ac:chgData name="Martin Hardy" userId="18c45b91-9529-4376-afee-15439663c977" providerId="ADAL" clId="{66D081E0-86D5-4679-BCAB-9CF61A7085B5}" dt="2021-09-11T15:27:57.861" v="3002" actId="27636"/>
          <ac:spMkLst>
            <pc:docMk/>
            <pc:sldMk cId="2441506268" sldId="273"/>
            <ac:spMk id="2" creationId="{28121302-8CC0-4962-85A8-8FAE55227E51}"/>
          </ac:spMkLst>
        </pc:spChg>
        <pc:spChg chg="mod">
          <ac:chgData name="Martin Hardy" userId="18c45b91-9529-4376-afee-15439663c977" providerId="ADAL" clId="{66D081E0-86D5-4679-BCAB-9CF61A7085B5}" dt="2021-09-11T14:11:22.463" v="1791"/>
          <ac:spMkLst>
            <pc:docMk/>
            <pc:sldMk cId="2441506268" sldId="273"/>
            <ac:spMk id="9" creationId="{6C4755EA-F57D-42FC-B68C-2069BFDA0162}"/>
          </ac:spMkLst>
        </pc:spChg>
      </pc:sldChg>
      <pc:sldChg chg="modSp add mod ord">
        <pc:chgData name="Martin Hardy" userId="18c45b91-9529-4376-afee-15439663c977" providerId="ADAL" clId="{66D081E0-86D5-4679-BCAB-9CF61A7085B5}" dt="2021-09-11T15:27:57.864" v="3003" actId="27636"/>
        <pc:sldMkLst>
          <pc:docMk/>
          <pc:sldMk cId="3912769274" sldId="274"/>
        </pc:sldMkLst>
        <pc:spChg chg="mod">
          <ac:chgData name="Martin Hardy" userId="18c45b91-9529-4376-afee-15439663c977" providerId="ADAL" clId="{66D081E0-86D5-4679-BCAB-9CF61A7085B5}" dt="2021-09-11T15:27:57.864" v="3003" actId="27636"/>
          <ac:spMkLst>
            <pc:docMk/>
            <pc:sldMk cId="3912769274" sldId="274"/>
            <ac:spMk id="2" creationId="{28121302-8CC0-4962-85A8-8FAE55227E51}"/>
          </ac:spMkLst>
        </pc:spChg>
        <pc:spChg chg="mod">
          <ac:chgData name="Martin Hardy" userId="18c45b91-9529-4376-afee-15439663c977" providerId="ADAL" clId="{66D081E0-86D5-4679-BCAB-9CF61A7085B5}" dt="2021-09-11T15:18:26.129" v="2826" actId="27636"/>
          <ac:spMkLst>
            <pc:docMk/>
            <pc:sldMk cId="3912769274" sldId="274"/>
            <ac:spMk id="3" creationId="{52AC1559-12EB-4EA3-B5AB-AB41514805D1}"/>
          </ac:spMkLst>
        </pc:spChg>
        <pc:spChg chg="mod">
          <ac:chgData name="Martin Hardy" userId="18c45b91-9529-4376-afee-15439663c977" providerId="ADAL" clId="{66D081E0-86D5-4679-BCAB-9CF61A7085B5}" dt="2021-09-11T15:18:26.130" v="2827" actId="27636"/>
          <ac:spMkLst>
            <pc:docMk/>
            <pc:sldMk cId="3912769274" sldId="274"/>
            <ac:spMk id="9" creationId="{6C4755EA-F57D-42FC-B68C-2069BFDA0162}"/>
          </ac:spMkLst>
        </pc:spChg>
      </pc:sldChg>
      <pc:sldChg chg="modSp add del mod">
        <pc:chgData name="Martin Hardy" userId="18c45b91-9529-4376-afee-15439663c977" providerId="ADAL" clId="{66D081E0-86D5-4679-BCAB-9CF61A7085B5}" dt="2021-09-12T13:37:56.922" v="4821" actId="47"/>
        <pc:sldMkLst>
          <pc:docMk/>
          <pc:sldMk cId="1509740098" sldId="275"/>
        </pc:sldMkLst>
        <pc:spChg chg="mod">
          <ac:chgData name="Martin Hardy" userId="18c45b91-9529-4376-afee-15439663c977" providerId="ADAL" clId="{66D081E0-86D5-4679-BCAB-9CF61A7085B5}" dt="2021-09-11T15:27:57.867" v="3004" actId="27636"/>
          <ac:spMkLst>
            <pc:docMk/>
            <pc:sldMk cId="1509740098" sldId="275"/>
            <ac:spMk id="2" creationId="{28121302-8CC0-4962-85A8-8FAE55227E51}"/>
          </ac:spMkLst>
        </pc:spChg>
        <pc:spChg chg="mod">
          <ac:chgData name="Martin Hardy" userId="18c45b91-9529-4376-afee-15439663c977" providerId="ADAL" clId="{66D081E0-86D5-4679-BCAB-9CF61A7085B5}" dt="2021-09-11T15:18:26.152" v="2829" actId="27636"/>
          <ac:spMkLst>
            <pc:docMk/>
            <pc:sldMk cId="1509740098" sldId="275"/>
            <ac:spMk id="3" creationId="{52AC1559-12EB-4EA3-B5AB-AB41514805D1}"/>
          </ac:spMkLst>
        </pc:spChg>
        <pc:spChg chg="mod">
          <ac:chgData name="Martin Hardy" userId="18c45b91-9529-4376-afee-15439663c977" providerId="ADAL" clId="{66D081E0-86D5-4679-BCAB-9CF61A7085B5}" dt="2021-09-11T15:18:26.153" v="2830" actId="27636"/>
          <ac:spMkLst>
            <pc:docMk/>
            <pc:sldMk cId="1509740098" sldId="275"/>
            <ac:spMk id="9" creationId="{6C4755EA-F57D-42FC-B68C-2069BFDA0162}"/>
          </ac:spMkLst>
        </pc:spChg>
      </pc:sldChg>
      <pc:sldChg chg="addSp delSp modSp new mod setBg">
        <pc:chgData name="Martin Hardy" userId="18c45b91-9529-4376-afee-15439663c977" providerId="ADAL" clId="{66D081E0-86D5-4679-BCAB-9CF61A7085B5}" dt="2021-09-11T15:27:57.845" v="2998" actId="27636"/>
        <pc:sldMkLst>
          <pc:docMk/>
          <pc:sldMk cId="2617541760" sldId="276"/>
        </pc:sldMkLst>
        <pc:spChg chg="mod">
          <ac:chgData name="Martin Hardy" userId="18c45b91-9529-4376-afee-15439663c977" providerId="ADAL" clId="{66D081E0-86D5-4679-BCAB-9CF61A7085B5}" dt="2021-09-11T15:27:57.845" v="2998" actId="27636"/>
          <ac:spMkLst>
            <pc:docMk/>
            <pc:sldMk cId="2617541760" sldId="276"/>
            <ac:spMk id="2" creationId="{3831BF6F-742C-4331-894F-CD3F3C8C6E66}"/>
          </ac:spMkLst>
        </pc:spChg>
        <pc:spChg chg="mod">
          <ac:chgData name="Martin Hardy" userId="18c45b91-9529-4376-afee-15439663c977" providerId="ADAL" clId="{66D081E0-86D5-4679-BCAB-9CF61A7085B5}" dt="2021-09-11T14:48:57.327" v="2287" actId="26606"/>
          <ac:spMkLst>
            <pc:docMk/>
            <pc:sldMk cId="2617541760" sldId="276"/>
            <ac:spMk id="3" creationId="{CB4E9475-2883-44AA-88D0-06F5651319BC}"/>
          </ac:spMkLst>
        </pc:spChg>
        <pc:spChg chg="del">
          <ac:chgData name="Martin Hardy" userId="18c45b91-9529-4376-afee-15439663c977" providerId="ADAL" clId="{66D081E0-86D5-4679-BCAB-9CF61A7085B5}" dt="2021-09-11T14:48:48.335" v="2286"/>
          <ac:spMkLst>
            <pc:docMk/>
            <pc:sldMk cId="2617541760" sldId="276"/>
            <ac:spMk id="4" creationId="{3CE2D1D4-6221-4CE0-A231-68CDD8F84E95}"/>
          </ac:spMkLst>
        </pc:spChg>
        <pc:spChg chg="mod">
          <ac:chgData name="Martin Hardy" userId="18c45b91-9529-4376-afee-15439663c977" providerId="ADAL" clId="{66D081E0-86D5-4679-BCAB-9CF61A7085B5}" dt="2021-09-11T14:48:57.327" v="2287" actId="26606"/>
          <ac:spMkLst>
            <pc:docMk/>
            <pc:sldMk cId="2617541760" sldId="276"/>
            <ac:spMk id="5" creationId="{E78A62FB-4B50-4B29-8365-9A1F37A4646F}"/>
          </ac:spMkLst>
        </pc:spChg>
        <pc:spChg chg="mod">
          <ac:chgData name="Martin Hardy" userId="18c45b91-9529-4376-afee-15439663c977" providerId="ADAL" clId="{66D081E0-86D5-4679-BCAB-9CF61A7085B5}" dt="2021-09-11T14:48:57.327" v="2287" actId="26606"/>
          <ac:spMkLst>
            <pc:docMk/>
            <pc:sldMk cId="2617541760" sldId="276"/>
            <ac:spMk id="6" creationId="{31FCEAC0-A900-4708-B621-1B1459BD0474}"/>
          </ac:spMkLst>
        </pc:spChg>
        <pc:spChg chg="add">
          <ac:chgData name="Martin Hardy" userId="18c45b91-9529-4376-afee-15439663c977" providerId="ADAL" clId="{66D081E0-86D5-4679-BCAB-9CF61A7085B5}" dt="2021-09-11T14:48:57.327" v="2287" actId="26606"/>
          <ac:spMkLst>
            <pc:docMk/>
            <pc:sldMk cId="2617541760" sldId="276"/>
            <ac:spMk id="14" creationId="{C1A9B9E1-AE3D-4F69-9670-71C92ED1BCEE}"/>
          </ac:spMkLst>
        </pc:spChg>
        <pc:picChg chg="add mod ord modCrop">
          <ac:chgData name="Martin Hardy" userId="18c45b91-9529-4376-afee-15439663c977" providerId="ADAL" clId="{66D081E0-86D5-4679-BCAB-9CF61A7085B5}" dt="2021-09-11T14:49:30.489" v="2290" actId="1076"/>
          <ac:picMkLst>
            <pc:docMk/>
            <pc:sldMk cId="2617541760" sldId="276"/>
            <ac:picMk id="7" creationId="{E19ADD59-D651-4EFB-93B6-DC0D033F8A9C}"/>
          </ac:picMkLst>
        </pc:picChg>
        <pc:cxnChg chg="add">
          <ac:chgData name="Martin Hardy" userId="18c45b91-9529-4376-afee-15439663c977" providerId="ADAL" clId="{66D081E0-86D5-4679-BCAB-9CF61A7085B5}" dt="2021-09-11T14:48:57.327" v="2287" actId="26606"/>
          <ac:cxnSpMkLst>
            <pc:docMk/>
            <pc:sldMk cId="2617541760" sldId="276"/>
            <ac:cxnSpMk id="12" creationId="{15F1CC53-719A-4763-BF30-5E25A63CEF3C}"/>
          </ac:cxnSpMkLst>
        </pc:cxnChg>
        <pc:cxnChg chg="add">
          <ac:chgData name="Martin Hardy" userId="18c45b91-9529-4376-afee-15439663c977" providerId="ADAL" clId="{66D081E0-86D5-4679-BCAB-9CF61A7085B5}" dt="2021-09-11T14:48:57.327" v="2287" actId="26606"/>
          <ac:cxnSpMkLst>
            <pc:docMk/>
            <pc:sldMk cId="2617541760" sldId="276"/>
            <ac:cxnSpMk id="16" creationId="{3234ED8A-BEE3-4F34-B45B-731E1E292E3C}"/>
          </ac:cxnSpMkLst>
        </pc:cxnChg>
      </pc:sldChg>
      <pc:sldChg chg="addSp delSp modSp new mod modClrScheme chgLayout">
        <pc:chgData name="Martin Hardy" userId="18c45b91-9529-4376-afee-15439663c977" providerId="ADAL" clId="{66D081E0-86D5-4679-BCAB-9CF61A7085B5}" dt="2021-09-11T15:18:26.062" v="2816" actId="27636"/>
        <pc:sldMkLst>
          <pc:docMk/>
          <pc:sldMk cId="944028220" sldId="277"/>
        </pc:sldMkLst>
        <pc:spChg chg="mod ord">
          <ac:chgData name="Martin Hardy" userId="18c45b91-9529-4376-afee-15439663c977" providerId="ADAL" clId="{66D081E0-86D5-4679-BCAB-9CF61A7085B5}" dt="2021-09-11T14:53:05.904" v="2443" actId="20577"/>
          <ac:spMkLst>
            <pc:docMk/>
            <pc:sldMk cId="944028220" sldId="277"/>
            <ac:spMk id="2" creationId="{37F3FD3C-008B-4712-84B7-269D398E98ED}"/>
          </ac:spMkLst>
        </pc:spChg>
        <pc:spChg chg="del mod ord">
          <ac:chgData name="Martin Hardy" userId="18c45b91-9529-4376-afee-15439663c977" providerId="ADAL" clId="{66D081E0-86D5-4679-BCAB-9CF61A7085B5}" dt="2021-09-11T14:52:55.604" v="2407" actId="700"/>
          <ac:spMkLst>
            <pc:docMk/>
            <pc:sldMk cId="944028220" sldId="277"/>
            <ac:spMk id="3" creationId="{7A83F289-3CFD-47B9-8422-47CF77328F01}"/>
          </ac:spMkLst>
        </pc:spChg>
        <pc:spChg chg="mod ord">
          <ac:chgData name="Martin Hardy" userId="18c45b91-9529-4376-afee-15439663c977" providerId="ADAL" clId="{66D081E0-86D5-4679-BCAB-9CF61A7085B5}" dt="2021-09-11T14:52:55.604" v="2407" actId="700"/>
          <ac:spMkLst>
            <pc:docMk/>
            <pc:sldMk cId="944028220" sldId="277"/>
            <ac:spMk id="4" creationId="{7EDBCD7D-7662-461B-9264-2F34FC93CA70}"/>
          </ac:spMkLst>
        </pc:spChg>
        <pc:spChg chg="mod ord">
          <ac:chgData name="Martin Hardy" userId="18c45b91-9529-4376-afee-15439663c977" providerId="ADAL" clId="{66D081E0-86D5-4679-BCAB-9CF61A7085B5}" dt="2021-09-11T14:52:55.604" v="2407" actId="700"/>
          <ac:spMkLst>
            <pc:docMk/>
            <pc:sldMk cId="944028220" sldId="277"/>
            <ac:spMk id="5" creationId="{219CB648-C486-412E-B554-B734AB10F831}"/>
          </ac:spMkLst>
        </pc:spChg>
        <pc:spChg chg="add mod ord">
          <ac:chgData name="Martin Hardy" userId="18c45b91-9529-4376-afee-15439663c977" providerId="ADAL" clId="{66D081E0-86D5-4679-BCAB-9CF61A7085B5}" dt="2021-09-11T15:18:26.060" v="2815" actId="27636"/>
          <ac:spMkLst>
            <pc:docMk/>
            <pc:sldMk cId="944028220" sldId="277"/>
            <ac:spMk id="6" creationId="{2179E53F-BD45-4A4B-B2C7-0490FEF928AB}"/>
          </ac:spMkLst>
        </pc:spChg>
        <pc:spChg chg="add mod ord">
          <ac:chgData name="Martin Hardy" userId="18c45b91-9529-4376-afee-15439663c977" providerId="ADAL" clId="{66D081E0-86D5-4679-BCAB-9CF61A7085B5}" dt="2021-09-11T15:18:26.062" v="2816" actId="27636"/>
          <ac:spMkLst>
            <pc:docMk/>
            <pc:sldMk cId="944028220" sldId="277"/>
            <ac:spMk id="7" creationId="{8F5E83B5-1A68-4A6E-AF3C-61ABC650BD09}"/>
          </ac:spMkLst>
        </pc:spChg>
        <pc:spChg chg="add mod">
          <ac:chgData name="Martin Hardy" userId="18c45b91-9529-4376-afee-15439663c977" providerId="ADAL" clId="{66D081E0-86D5-4679-BCAB-9CF61A7085B5}" dt="2021-09-11T14:53:55.704" v="2462" actId="14100"/>
          <ac:spMkLst>
            <pc:docMk/>
            <pc:sldMk cId="944028220" sldId="277"/>
            <ac:spMk id="8" creationId="{46132879-2506-4E45-ACB1-87BE5F05F9D2}"/>
          </ac:spMkLst>
        </pc:spChg>
      </pc:sldChg>
      <pc:sldChg chg="addSp delSp modSp add mod ord modClrScheme chgLayout">
        <pc:chgData name="Martin Hardy" userId="18c45b91-9529-4376-afee-15439663c977" providerId="ADAL" clId="{66D081E0-86D5-4679-BCAB-9CF61A7085B5}" dt="2021-09-11T14:57:27.183" v="2535" actId="14100"/>
        <pc:sldMkLst>
          <pc:docMk/>
          <pc:sldMk cId="4023223172" sldId="278"/>
        </pc:sldMkLst>
        <pc:spChg chg="mod ord">
          <ac:chgData name="Martin Hardy" userId="18c45b91-9529-4376-afee-15439663c977" providerId="ADAL" clId="{66D081E0-86D5-4679-BCAB-9CF61A7085B5}" dt="2021-09-11T14:55:11.971" v="2481" actId="700"/>
          <ac:spMkLst>
            <pc:docMk/>
            <pc:sldMk cId="4023223172" sldId="278"/>
            <ac:spMk id="2" creationId="{37F3FD3C-008B-4712-84B7-269D398E98ED}"/>
          </ac:spMkLst>
        </pc:spChg>
        <pc:spChg chg="add del mod ord">
          <ac:chgData name="Martin Hardy" userId="18c45b91-9529-4376-afee-15439663c977" providerId="ADAL" clId="{66D081E0-86D5-4679-BCAB-9CF61A7085B5}" dt="2021-09-11T14:55:18.595" v="2484"/>
          <ac:spMkLst>
            <pc:docMk/>
            <pc:sldMk cId="4023223172" sldId="278"/>
            <ac:spMk id="3" creationId="{BF1D14F6-CDF2-4DFA-B323-179D8F5DC8B3}"/>
          </ac:spMkLst>
        </pc:spChg>
        <pc:spChg chg="mod ord">
          <ac:chgData name="Martin Hardy" userId="18c45b91-9529-4376-afee-15439663c977" providerId="ADAL" clId="{66D081E0-86D5-4679-BCAB-9CF61A7085B5}" dt="2021-09-11T14:55:11.971" v="2481" actId="700"/>
          <ac:spMkLst>
            <pc:docMk/>
            <pc:sldMk cId="4023223172" sldId="278"/>
            <ac:spMk id="4" creationId="{7EDBCD7D-7662-461B-9264-2F34FC93CA70}"/>
          </ac:spMkLst>
        </pc:spChg>
        <pc:spChg chg="mod ord">
          <ac:chgData name="Martin Hardy" userId="18c45b91-9529-4376-afee-15439663c977" providerId="ADAL" clId="{66D081E0-86D5-4679-BCAB-9CF61A7085B5}" dt="2021-09-11T14:55:11.971" v="2481" actId="700"/>
          <ac:spMkLst>
            <pc:docMk/>
            <pc:sldMk cId="4023223172" sldId="278"/>
            <ac:spMk id="5" creationId="{219CB648-C486-412E-B554-B734AB10F831}"/>
          </ac:spMkLst>
        </pc:spChg>
        <pc:spChg chg="del mod ord">
          <ac:chgData name="Martin Hardy" userId="18c45b91-9529-4376-afee-15439663c977" providerId="ADAL" clId="{66D081E0-86D5-4679-BCAB-9CF61A7085B5}" dt="2021-09-11T14:55:01.634" v="2480"/>
          <ac:spMkLst>
            <pc:docMk/>
            <pc:sldMk cId="4023223172" sldId="278"/>
            <ac:spMk id="6" creationId="{2179E53F-BD45-4A4B-B2C7-0490FEF928AB}"/>
          </ac:spMkLst>
        </pc:spChg>
        <pc:spChg chg="del mod ord">
          <ac:chgData name="Martin Hardy" userId="18c45b91-9529-4376-afee-15439663c977" providerId="ADAL" clId="{66D081E0-86D5-4679-BCAB-9CF61A7085B5}" dt="2021-09-11T14:54:50.728" v="2475" actId="478"/>
          <ac:spMkLst>
            <pc:docMk/>
            <pc:sldMk cId="4023223172" sldId="278"/>
            <ac:spMk id="7" creationId="{8F5E83B5-1A68-4A6E-AF3C-61ABC650BD09}"/>
          </ac:spMkLst>
        </pc:spChg>
        <pc:spChg chg="del mod">
          <ac:chgData name="Martin Hardy" userId="18c45b91-9529-4376-afee-15439663c977" providerId="ADAL" clId="{66D081E0-86D5-4679-BCAB-9CF61A7085B5}" dt="2021-09-11T14:55:16.663" v="2482" actId="478"/>
          <ac:spMkLst>
            <pc:docMk/>
            <pc:sldMk cId="4023223172" sldId="278"/>
            <ac:spMk id="8" creationId="{46132879-2506-4E45-ACB1-87BE5F05F9D2}"/>
          </ac:spMkLst>
        </pc:spChg>
        <pc:spChg chg="add mod">
          <ac:chgData name="Martin Hardy" userId="18c45b91-9529-4376-afee-15439663c977" providerId="ADAL" clId="{66D081E0-86D5-4679-BCAB-9CF61A7085B5}" dt="2021-09-11T14:56:40.028" v="2531"/>
          <ac:spMkLst>
            <pc:docMk/>
            <pc:sldMk cId="4023223172" sldId="278"/>
            <ac:spMk id="9" creationId="{9F5A2409-E18B-4989-A519-568D1B84521E}"/>
          </ac:spMkLst>
        </pc:spChg>
        <pc:picChg chg="add mod">
          <ac:chgData name="Martin Hardy" userId="18c45b91-9529-4376-afee-15439663c977" providerId="ADAL" clId="{66D081E0-86D5-4679-BCAB-9CF61A7085B5}" dt="2021-09-11T14:55:23.448" v="2486" actId="14100"/>
          <ac:picMkLst>
            <pc:docMk/>
            <pc:sldMk cId="4023223172" sldId="278"/>
            <ac:picMk id="12" creationId="{E01ED4E4-8692-4B71-85C8-B85474B40798}"/>
          </ac:picMkLst>
        </pc:picChg>
        <pc:picChg chg="add del">
          <ac:chgData name="Martin Hardy" userId="18c45b91-9529-4376-afee-15439663c977" providerId="ADAL" clId="{66D081E0-86D5-4679-BCAB-9CF61A7085B5}" dt="2021-09-11T14:54:58.066" v="2478"/>
          <ac:picMkLst>
            <pc:docMk/>
            <pc:sldMk cId="4023223172" sldId="278"/>
            <ac:picMk id="1026" creationId="{0BE17720-8A14-413A-AD97-8F16FBD4ACF0}"/>
          </ac:picMkLst>
        </pc:picChg>
        <pc:picChg chg="add del mod ord">
          <ac:chgData name="Martin Hardy" userId="18c45b91-9529-4376-afee-15439663c977" providerId="ADAL" clId="{66D081E0-86D5-4679-BCAB-9CF61A7085B5}" dt="2021-09-11T14:55:17.811" v="2483" actId="21"/>
          <ac:picMkLst>
            <pc:docMk/>
            <pc:sldMk cId="4023223172" sldId="278"/>
            <ac:picMk id="1028" creationId="{CC57815A-FE8B-4999-95C8-046AAB3E3938}"/>
          </ac:picMkLst>
        </pc:picChg>
        <pc:picChg chg="add mod">
          <ac:chgData name="Martin Hardy" userId="18c45b91-9529-4376-afee-15439663c977" providerId="ADAL" clId="{66D081E0-86D5-4679-BCAB-9CF61A7085B5}" dt="2021-09-11T14:57:27.183" v="2535" actId="14100"/>
          <ac:picMkLst>
            <pc:docMk/>
            <pc:sldMk cId="4023223172" sldId="278"/>
            <ac:picMk id="1030" creationId="{EB305A2F-1697-42E4-9E6D-40F29FBD8795}"/>
          </ac:picMkLst>
        </pc:picChg>
      </pc:sldChg>
      <pc:sldChg chg="addSp delSp modSp add mod ord">
        <pc:chgData name="Martin Hardy" userId="18c45b91-9529-4376-afee-15439663c977" providerId="ADAL" clId="{66D081E0-86D5-4679-BCAB-9CF61A7085B5}" dt="2021-09-11T14:59:18.191" v="2554" actId="14100"/>
        <pc:sldMkLst>
          <pc:docMk/>
          <pc:sldMk cId="831168657" sldId="279"/>
        </pc:sldMkLst>
        <pc:spChg chg="mod">
          <ac:chgData name="Martin Hardy" userId="18c45b91-9529-4376-afee-15439663c977" providerId="ADAL" clId="{66D081E0-86D5-4679-BCAB-9CF61A7085B5}" dt="2021-09-11T14:57:49.150" v="2542" actId="20577"/>
          <ac:spMkLst>
            <pc:docMk/>
            <pc:sldMk cId="831168657" sldId="279"/>
            <ac:spMk id="2" creationId="{37F3FD3C-008B-4712-84B7-269D398E98ED}"/>
          </ac:spMkLst>
        </pc:spChg>
        <pc:spChg chg="add del mod">
          <ac:chgData name="Martin Hardy" userId="18c45b91-9529-4376-afee-15439663c977" providerId="ADAL" clId="{66D081E0-86D5-4679-BCAB-9CF61A7085B5}" dt="2021-09-11T14:58:28.338" v="2544"/>
          <ac:spMkLst>
            <pc:docMk/>
            <pc:sldMk cId="831168657" sldId="279"/>
            <ac:spMk id="3" creationId="{A2EEF9B9-DB62-4496-BA81-D0C4CD526D76}"/>
          </ac:spMkLst>
        </pc:spChg>
        <pc:spChg chg="mod">
          <ac:chgData name="Martin Hardy" userId="18c45b91-9529-4376-afee-15439663c977" providerId="ADAL" clId="{66D081E0-86D5-4679-BCAB-9CF61A7085B5}" dt="2021-09-11T14:58:56.031" v="2550" actId="20577"/>
          <ac:spMkLst>
            <pc:docMk/>
            <pc:sldMk cId="831168657" sldId="279"/>
            <ac:spMk id="9" creationId="{9F5A2409-E18B-4989-A519-568D1B84521E}"/>
          </ac:spMkLst>
        </pc:spChg>
        <pc:picChg chg="del">
          <ac:chgData name="Martin Hardy" userId="18c45b91-9529-4376-afee-15439663c977" providerId="ADAL" clId="{66D081E0-86D5-4679-BCAB-9CF61A7085B5}" dt="2021-09-11T14:58:26.856" v="2543" actId="478"/>
          <ac:picMkLst>
            <pc:docMk/>
            <pc:sldMk cId="831168657" sldId="279"/>
            <ac:picMk id="12" creationId="{E01ED4E4-8692-4B71-85C8-B85474B40798}"/>
          </ac:picMkLst>
        </pc:picChg>
        <pc:picChg chg="del">
          <ac:chgData name="Martin Hardy" userId="18c45b91-9529-4376-afee-15439663c977" providerId="ADAL" clId="{66D081E0-86D5-4679-BCAB-9CF61A7085B5}" dt="2021-09-11T14:59:04.087" v="2551" actId="478"/>
          <ac:picMkLst>
            <pc:docMk/>
            <pc:sldMk cId="831168657" sldId="279"/>
            <ac:picMk id="1030" creationId="{EB305A2F-1697-42E4-9E6D-40F29FBD8795}"/>
          </ac:picMkLst>
        </pc:picChg>
        <pc:picChg chg="add mod">
          <ac:chgData name="Martin Hardy" userId="18c45b91-9529-4376-afee-15439663c977" providerId="ADAL" clId="{66D081E0-86D5-4679-BCAB-9CF61A7085B5}" dt="2021-09-11T14:58:34.647" v="2546" actId="14100"/>
          <ac:picMkLst>
            <pc:docMk/>
            <pc:sldMk cId="831168657" sldId="279"/>
            <ac:picMk id="2050" creationId="{36D85966-E018-4CB9-85C8-D8E178443AC1}"/>
          </ac:picMkLst>
        </pc:picChg>
        <pc:picChg chg="add mod">
          <ac:chgData name="Martin Hardy" userId="18c45b91-9529-4376-afee-15439663c977" providerId="ADAL" clId="{66D081E0-86D5-4679-BCAB-9CF61A7085B5}" dt="2021-09-11T14:59:18.191" v="2554" actId="14100"/>
          <ac:picMkLst>
            <pc:docMk/>
            <pc:sldMk cId="831168657" sldId="279"/>
            <ac:picMk id="2052" creationId="{A9636E83-27FF-4785-A261-EC2F3302005F}"/>
          </ac:picMkLst>
        </pc:picChg>
      </pc:sldChg>
      <pc:sldChg chg="addSp delSp modSp add mod ord modClrScheme chgLayout">
        <pc:chgData name="Martin Hardy" userId="18c45b91-9529-4376-afee-15439663c977" providerId="ADAL" clId="{66D081E0-86D5-4679-BCAB-9CF61A7085B5}" dt="2021-09-11T15:37:26.783" v="3171" actId="6549"/>
        <pc:sldMkLst>
          <pc:docMk/>
          <pc:sldMk cId="2897997157" sldId="280"/>
        </pc:sldMkLst>
        <pc:spChg chg="mod ord">
          <ac:chgData name="Martin Hardy" userId="18c45b91-9529-4376-afee-15439663c977" providerId="ADAL" clId="{66D081E0-86D5-4679-BCAB-9CF61A7085B5}" dt="2021-09-11T15:27:57.871" v="3005" actId="27636"/>
          <ac:spMkLst>
            <pc:docMk/>
            <pc:sldMk cId="2897997157" sldId="280"/>
            <ac:spMk id="2" creationId="{25F0FAA2-3DED-4209-A3AF-9BF4D441B59C}"/>
          </ac:spMkLst>
        </pc:spChg>
        <pc:spChg chg="add del">
          <ac:chgData name="Martin Hardy" userId="18c45b91-9529-4376-afee-15439663c977" providerId="ADAL" clId="{66D081E0-86D5-4679-BCAB-9CF61A7085B5}" dt="2021-09-11T15:16:07.610" v="2702" actId="478"/>
          <ac:spMkLst>
            <pc:docMk/>
            <pc:sldMk cId="2897997157" sldId="280"/>
            <ac:spMk id="3" creationId="{8E7FA838-E2D3-4677-9D7E-8437C9C3864C}"/>
          </ac:spMkLst>
        </pc:spChg>
        <pc:spChg chg="add del mod">
          <ac:chgData name="Martin Hardy" userId="18c45b91-9529-4376-afee-15439663c977" providerId="ADAL" clId="{66D081E0-86D5-4679-BCAB-9CF61A7085B5}" dt="2021-09-11T15:16:32.416" v="2706" actId="931"/>
          <ac:spMkLst>
            <pc:docMk/>
            <pc:sldMk cId="2897997157" sldId="280"/>
            <ac:spMk id="4" creationId="{FAB9F15C-5209-4843-9714-A525ACB93E8C}"/>
          </ac:spMkLst>
        </pc:spChg>
        <pc:spChg chg="add del">
          <ac:chgData name="Martin Hardy" userId="18c45b91-9529-4376-afee-15439663c977" providerId="ADAL" clId="{66D081E0-86D5-4679-BCAB-9CF61A7085B5}" dt="2021-09-11T15:16:12.283" v="2704"/>
          <ac:spMkLst>
            <pc:docMk/>
            <pc:sldMk cId="2897997157" sldId="280"/>
            <ac:spMk id="5" creationId="{73B2BFB8-DEB2-49FF-A69E-2BB42B97CA22}"/>
          </ac:spMkLst>
        </pc:spChg>
        <pc:spChg chg="mod ord">
          <ac:chgData name="Martin Hardy" userId="18c45b91-9529-4376-afee-15439663c977" providerId="ADAL" clId="{66D081E0-86D5-4679-BCAB-9CF61A7085B5}" dt="2021-09-11T15:37:26.783" v="3171" actId="6549"/>
          <ac:spMkLst>
            <pc:docMk/>
            <pc:sldMk cId="2897997157" sldId="280"/>
            <ac:spMk id="7" creationId="{2DC551A8-EA47-4A00-8A37-E97DE49860A1}"/>
          </ac:spMkLst>
        </pc:spChg>
        <pc:spChg chg="del mod ord">
          <ac:chgData name="Martin Hardy" userId="18c45b91-9529-4376-afee-15439663c977" providerId="ADAL" clId="{66D081E0-86D5-4679-BCAB-9CF61A7085B5}" dt="2021-09-11T15:11:54.972" v="2591" actId="478"/>
          <ac:spMkLst>
            <pc:docMk/>
            <pc:sldMk cId="2897997157" sldId="280"/>
            <ac:spMk id="10" creationId="{094622EA-C730-4AEA-B087-329A09D1A26C}"/>
          </ac:spMkLst>
        </pc:spChg>
        <pc:spChg chg="del mod ord">
          <ac:chgData name="Martin Hardy" userId="18c45b91-9529-4376-afee-15439663c977" providerId="ADAL" clId="{66D081E0-86D5-4679-BCAB-9CF61A7085B5}" dt="2021-09-11T15:11:57.235" v="2592" actId="478"/>
          <ac:spMkLst>
            <pc:docMk/>
            <pc:sldMk cId="2897997157" sldId="280"/>
            <ac:spMk id="11" creationId="{E80FBDFC-47C5-46E8-822E-9DE2F98296B3}"/>
          </ac:spMkLst>
        </pc:spChg>
        <pc:spChg chg="del mod ord">
          <ac:chgData name="Martin Hardy" userId="18c45b91-9529-4376-afee-15439663c977" providerId="ADAL" clId="{66D081E0-86D5-4679-BCAB-9CF61A7085B5}" dt="2021-09-11T15:16:07.610" v="2702" actId="478"/>
          <ac:spMkLst>
            <pc:docMk/>
            <pc:sldMk cId="2897997157" sldId="280"/>
            <ac:spMk id="12" creationId="{75738B87-C0D8-4F22-987B-01BEA7F60ABC}"/>
          </ac:spMkLst>
        </pc:spChg>
        <pc:spChg chg="del">
          <ac:chgData name="Martin Hardy" userId="18c45b91-9529-4376-afee-15439663c977" providerId="ADAL" clId="{66D081E0-86D5-4679-BCAB-9CF61A7085B5}" dt="2021-09-11T15:11:45.988" v="2588" actId="478"/>
          <ac:spMkLst>
            <pc:docMk/>
            <pc:sldMk cId="2897997157" sldId="280"/>
            <ac:spMk id="13" creationId="{702700DE-E49F-4FB0-A193-0735CCF16B4B}"/>
          </ac:spMkLst>
        </pc:spChg>
        <pc:spChg chg="mod ord">
          <ac:chgData name="Martin Hardy" userId="18c45b91-9529-4376-afee-15439663c977" providerId="ADAL" clId="{66D081E0-86D5-4679-BCAB-9CF61A7085B5}" dt="2021-09-11T15:14:55.693" v="2595" actId="700"/>
          <ac:spMkLst>
            <pc:docMk/>
            <pc:sldMk cId="2897997157" sldId="280"/>
            <ac:spMk id="14" creationId="{B9C95ADE-374E-49FD-A601-C1B1E6E54929}"/>
          </ac:spMkLst>
        </pc:spChg>
        <pc:spChg chg="mod ord">
          <ac:chgData name="Martin Hardy" userId="18c45b91-9529-4376-afee-15439663c977" providerId="ADAL" clId="{66D081E0-86D5-4679-BCAB-9CF61A7085B5}" dt="2021-09-11T15:14:55.693" v="2595" actId="700"/>
          <ac:spMkLst>
            <pc:docMk/>
            <pc:sldMk cId="2897997157" sldId="280"/>
            <ac:spMk id="15" creationId="{02D2AB39-5AFF-4943-982D-A4F45D8AA64D}"/>
          </ac:spMkLst>
        </pc:spChg>
        <pc:spChg chg="add del mod">
          <ac:chgData name="Martin Hardy" userId="18c45b91-9529-4376-afee-15439663c977" providerId="ADAL" clId="{66D081E0-86D5-4679-BCAB-9CF61A7085B5}" dt="2021-09-11T15:21:35.209" v="2897" actId="478"/>
          <ac:spMkLst>
            <pc:docMk/>
            <pc:sldMk cId="2897997157" sldId="280"/>
            <ac:spMk id="16" creationId="{597ED73F-635E-4E58-8385-1D87309188E0}"/>
          </ac:spMkLst>
        </pc:spChg>
        <pc:spChg chg="add mod">
          <ac:chgData name="Martin Hardy" userId="18c45b91-9529-4376-afee-15439663c977" providerId="ADAL" clId="{66D081E0-86D5-4679-BCAB-9CF61A7085B5}" dt="2021-09-11T15:36:21.361" v="3150" actId="404"/>
          <ac:spMkLst>
            <pc:docMk/>
            <pc:sldMk cId="2897997157" sldId="280"/>
            <ac:spMk id="17" creationId="{415CB11E-6588-409E-89B0-FA5D237E843D}"/>
          </ac:spMkLst>
        </pc:spChg>
        <pc:spChg chg="add mod">
          <ac:chgData name="Martin Hardy" userId="18c45b91-9529-4376-afee-15439663c977" providerId="ADAL" clId="{66D081E0-86D5-4679-BCAB-9CF61A7085B5}" dt="2021-09-11T15:36:42.630" v="3152" actId="20577"/>
          <ac:spMkLst>
            <pc:docMk/>
            <pc:sldMk cId="2897997157" sldId="280"/>
            <ac:spMk id="18" creationId="{746C7708-C7D6-4A63-8D22-2718B73C2B2A}"/>
          </ac:spMkLst>
        </pc:spChg>
        <pc:picChg chg="add mod">
          <ac:chgData name="Martin Hardy" userId="18c45b91-9529-4376-afee-15439663c977" providerId="ADAL" clId="{66D081E0-86D5-4679-BCAB-9CF61A7085B5}" dt="2021-09-11T15:20:17.075" v="2885" actId="1076"/>
          <ac:picMkLst>
            <pc:docMk/>
            <pc:sldMk cId="2897997157" sldId="280"/>
            <ac:picMk id="8" creationId="{5E0063D5-D0F8-40C8-B267-59C74FAE81E0}"/>
          </ac:picMkLst>
        </pc:picChg>
      </pc:sldChg>
      <pc:sldChg chg="addSp delSp modSp add mod">
        <pc:chgData name="Martin Hardy" userId="18c45b91-9529-4376-afee-15439663c977" providerId="ADAL" clId="{66D081E0-86D5-4679-BCAB-9CF61A7085B5}" dt="2021-09-11T15:27:25.584" v="2990" actId="14100"/>
        <pc:sldMkLst>
          <pc:docMk/>
          <pc:sldMk cId="1741945842" sldId="281"/>
        </pc:sldMkLst>
        <pc:spChg chg="mod">
          <ac:chgData name="Martin Hardy" userId="18c45b91-9529-4376-afee-15439663c977" providerId="ADAL" clId="{66D081E0-86D5-4679-BCAB-9CF61A7085B5}" dt="2021-09-11T15:21:50.689" v="2918" actId="20577"/>
          <ac:spMkLst>
            <pc:docMk/>
            <pc:sldMk cId="1741945842" sldId="281"/>
            <ac:spMk id="2" creationId="{25F0FAA2-3DED-4209-A3AF-9BF4D441B59C}"/>
          </ac:spMkLst>
        </pc:spChg>
        <pc:spChg chg="add del mod">
          <ac:chgData name="Martin Hardy" userId="18c45b91-9529-4376-afee-15439663c977" providerId="ADAL" clId="{66D081E0-86D5-4679-BCAB-9CF61A7085B5}" dt="2021-09-11T15:22:08.592" v="2920" actId="931"/>
          <ac:spMkLst>
            <pc:docMk/>
            <pc:sldMk cId="1741945842" sldId="281"/>
            <ac:spMk id="4" creationId="{7F2753C4-1F1D-43B9-8BEE-B930C86EB8F7}"/>
          </ac:spMkLst>
        </pc:spChg>
        <pc:spChg chg="mod">
          <ac:chgData name="Martin Hardy" userId="18c45b91-9529-4376-afee-15439663c977" providerId="ADAL" clId="{66D081E0-86D5-4679-BCAB-9CF61A7085B5}" dt="2021-09-11T15:26:30.254" v="2988" actId="113"/>
          <ac:spMkLst>
            <pc:docMk/>
            <pc:sldMk cId="1741945842" sldId="281"/>
            <ac:spMk id="7" creationId="{2DC551A8-EA47-4A00-8A37-E97DE49860A1}"/>
          </ac:spMkLst>
        </pc:spChg>
        <pc:spChg chg="add mod ord">
          <ac:chgData name="Martin Hardy" userId="18c45b91-9529-4376-afee-15439663c977" providerId="ADAL" clId="{66D081E0-86D5-4679-BCAB-9CF61A7085B5}" dt="2021-09-11T15:27:25.584" v="2990" actId="14100"/>
          <ac:spMkLst>
            <pc:docMk/>
            <pc:sldMk cId="1741945842" sldId="281"/>
            <ac:spMk id="9" creationId="{A3FF3C0F-9241-4A15-9916-2DDE3C867500}"/>
          </ac:spMkLst>
        </pc:spChg>
        <pc:spChg chg="add del">
          <ac:chgData name="Martin Hardy" userId="18c45b91-9529-4376-afee-15439663c977" providerId="ADAL" clId="{66D081E0-86D5-4679-BCAB-9CF61A7085B5}" dt="2021-09-11T15:25:34.755" v="2965"/>
          <ac:spMkLst>
            <pc:docMk/>
            <pc:sldMk cId="1741945842" sldId="281"/>
            <ac:spMk id="10" creationId="{E1CBD8A7-7225-42E7-B186-5694B3315CC1}"/>
          </ac:spMkLst>
        </pc:spChg>
        <pc:spChg chg="add del">
          <ac:chgData name="Martin Hardy" userId="18c45b91-9529-4376-afee-15439663c977" providerId="ADAL" clId="{66D081E0-86D5-4679-BCAB-9CF61A7085B5}" dt="2021-09-11T15:25:46.658" v="2970"/>
          <ac:spMkLst>
            <pc:docMk/>
            <pc:sldMk cId="1741945842" sldId="281"/>
            <ac:spMk id="11" creationId="{0B559045-DE73-4F80-B250-76A6F6C17F7C}"/>
          </ac:spMkLst>
        </pc:spChg>
        <pc:spChg chg="add del">
          <ac:chgData name="Martin Hardy" userId="18c45b91-9529-4376-afee-15439663c977" providerId="ADAL" clId="{66D081E0-86D5-4679-BCAB-9CF61A7085B5}" dt="2021-09-11T15:25:47.922" v="2972"/>
          <ac:spMkLst>
            <pc:docMk/>
            <pc:sldMk cId="1741945842" sldId="281"/>
            <ac:spMk id="12" creationId="{E0297312-60A1-4ED2-852F-1188D6D1E6EA}"/>
          </ac:spMkLst>
        </pc:spChg>
        <pc:spChg chg="del">
          <ac:chgData name="Martin Hardy" userId="18c45b91-9529-4376-afee-15439663c977" providerId="ADAL" clId="{66D081E0-86D5-4679-BCAB-9CF61A7085B5}" dt="2021-09-11T15:22:13.217" v="2921" actId="478"/>
          <ac:spMkLst>
            <pc:docMk/>
            <pc:sldMk cId="1741945842" sldId="281"/>
            <ac:spMk id="17" creationId="{415CB11E-6588-409E-89B0-FA5D237E843D}"/>
          </ac:spMkLst>
        </pc:spChg>
        <pc:picChg chg="add mod">
          <ac:chgData name="Martin Hardy" userId="18c45b91-9529-4376-afee-15439663c977" providerId="ADAL" clId="{66D081E0-86D5-4679-BCAB-9CF61A7085B5}" dt="2021-09-11T15:27:21.240" v="2989" actId="14100"/>
          <ac:picMkLst>
            <pc:docMk/>
            <pc:sldMk cId="1741945842" sldId="281"/>
            <ac:picMk id="6" creationId="{C077C970-DA86-479F-8E95-3D953ABC693D}"/>
          </ac:picMkLst>
        </pc:picChg>
        <pc:picChg chg="del">
          <ac:chgData name="Martin Hardy" userId="18c45b91-9529-4376-afee-15439663c977" providerId="ADAL" clId="{66D081E0-86D5-4679-BCAB-9CF61A7085B5}" dt="2021-09-11T15:21:59.747" v="2919" actId="478"/>
          <ac:picMkLst>
            <pc:docMk/>
            <pc:sldMk cId="1741945842" sldId="281"/>
            <ac:picMk id="8" creationId="{5E0063D5-D0F8-40C8-B267-59C74FAE81E0}"/>
          </ac:picMkLst>
        </pc:picChg>
      </pc:sldChg>
      <pc:sldChg chg="addSp delSp modSp new mod">
        <pc:chgData name="Martin Hardy" userId="18c45b91-9529-4376-afee-15439663c977" providerId="ADAL" clId="{66D081E0-86D5-4679-BCAB-9CF61A7085B5}" dt="2021-09-11T15:36:02.103" v="3147" actId="14100"/>
        <pc:sldMkLst>
          <pc:docMk/>
          <pc:sldMk cId="2384483304" sldId="282"/>
        </pc:sldMkLst>
        <pc:spChg chg="mod">
          <ac:chgData name="Martin Hardy" userId="18c45b91-9529-4376-afee-15439663c977" providerId="ADAL" clId="{66D081E0-86D5-4679-BCAB-9CF61A7085B5}" dt="2021-09-11T15:30:25.967" v="3090" actId="20577"/>
          <ac:spMkLst>
            <pc:docMk/>
            <pc:sldMk cId="2384483304" sldId="282"/>
            <ac:spMk id="2" creationId="{DF9ED605-3E46-4840-98AD-6059950DA81E}"/>
          </ac:spMkLst>
        </pc:spChg>
        <pc:spChg chg="add del mod">
          <ac:chgData name="Martin Hardy" userId="18c45b91-9529-4376-afee-15439663c977" providerId="ADAL" clId="{66D081E0-86D5-4679-BCAB-9CF61A7085B5}" dt="2021-09-11T15:34:08.721" v="3122" actId="113"/>
          <ac:spMkLst>
            <pc:docMk/>
            <pc:sldMk cId="2384483304" sldId="282"/>
            <ac:spMk id="3" creationId="{3FE2229A-BD8D-48E5-BE40-75CC4A702233}"/>
          </ac:spMkLst>
        </pc:spChg>
        <pc:spChg chg="add del mod">
          <ac:chgData name="Martin Hardy" userId="18c45b91-9529-4376-afee-15439663c977" providerId="ADAL" clId="{66D081E0-86D5-4679-BCAB-9CF61A7085B5}" dt="2021-09-11T15:33:46.415" v="3118" actId="14100"/>
          <ac:spMkLst>
            <pc:docMk/>
            <pc:sldMk cId="2384483304" sldId="282"/>
            <ac:spMk id="4" creationId="{4EBC176F-9431-4396-BB43-7A36A409FCB4}"/>
          </ac:spMkLst>
        </pc:spChg>
        <pc:spChg chg="add del mod">
          <ac:chgData name="Martin Hardy" userId="18c45b91-9529-4376-afee-15439663c977" providerId="ADAL" clId="{66D081E0-86D5-4679-BCAB-9CF61A7085B5}" dt="2021-09-11T15:29:23.401" v="3050"/>
          <ac:spMkLst>
            <pc:docMk/>
            <pc:sldMk cId="2384483304" sldId="282"/>
            <ac:spMk id="7" creationId="{061A9916-219C-487A-8818-BEE0AE900704}"/>
          </ac:spMkLst>
        </pc:spChg>
        <pc:spChg chg="add del mod">
          <ac:chgData name="Martin Hardy" userId="18c45b91-9529-4376-afee-15439663c977" providerId="ADAL" clId="{66D081E0-86D5-4679-BCAB-9CF61A7085B5}" dt="2021-09-11T15:30:35.112" v="3092"/>
          <ac:spMkLst>
            <pc:docMk/>
            <pc:sldMk cId="2384483304" sldId="282"/>
            <ac:spMk id="8" creationId="{193058B8-B820-4F4A-8DA5-3E3EA9460FED}"/>
          </ac:spMkLst>
        </pc:spChg>
        <pc:spChg chg="add mod">
          <ac:chgData name="Martin Hardy" userId="18c45b91-9529-4376-afee-15439663c977" providerId="ADAL" clId="{66D081E0-86D5-4679-BCAB-9CF61A7085B5}" dt="2021-09-11T15:36:02.103" v="3147" actId="14100"/>
          <ac:spMkLst>
            <pc:docMk/>
            <pc:sldMk cId="2384483304" sldId="282"/>
            <ac:spMk id="9" creationId="{30ABA770-6769-4E0E-96C2-4C132C8948BA}"/>
          </ac:spMkLst>
        </pc:spChg>
      </pc:sldChg>
      <pc:sldChg chg="addSp modSp add del mod ord">
        <pc:chgData name="Martin Hardy" userId="18c45b91-9529-4376-afee-15439663c977" providerId="ADAL" clId="{66D081E0-86D5-4679-BCAB-9CF61A7085B5}" dt="2021-09-12T16:02:48.571" v="5680" actId="47"/>
        <pc:sldMkLst>
          <pc:docMk/>
          <pc:sldMk cId="3632693920" sldId="283"/>
        </pc:sldMkLst>
        <pc:spChg chg="mod">
          <ac:chgData name="Martin Hardy" userId="18c45b91-9529-4376-afee-15439663c977" providerId="ADAL" clId="{66D081E0-86D5-4679-BCAB-9CF61A7085B5}" dt="2021-09-11T15:38:22.895" v="3212" actId="404"/>
          <ac:spMkLst>
            <pc:docMk/>
            <pc:sldMk cId="3632693920" sldId="283"/>
            <ac:spMk id="2" creationId="{28121302-8CC0-4962-85A8-8FAE55227E51}"/>
          </ac:spMkLst>
        </pc:spChg>
        <pc:spChg chg="mod">
          <ac:chgData name="Martin Hardy" userId="18c45b91-9529-4376-afee-15439663c977" providerId="ADAL" clId="{66D081E0-86D5-4679-BCAB-9CF61A7085B5}" dt="2021-09-11T15:38:52.282" v="3251" actId="27636"/>
          <ac:spMkLst>
            <pc:docMk/>
            <pc:sldMk cId="3632693920" sldId="283"/>
            <ac:spMk id="3" creationId="{52AC1559-12EB-4EA3-B5AB-AB41514805D1}"/>
          </ac:spMkLst>
        </pc:spChg>
        <pc:spChg chg="add mod">
          <ac:chgData name="Martin Hardy" userId="18c45b91-9529-4376-afee-15439663c977" providerId="ADAL" clId="{66D081E0-86D5-4679-BCAB-9CF61A7085B5}" dt="2021-09-11T15:39:22.533" v="3304" actId="1076"/>
          <ac:spMkLst>
            <pc:docMk/>
            <pc:sldMk cId="3632693920" sldId="283"/>
            <ac:spMk id="6" creationId="{213DA800-F972-40D1-80B7-B288739C0A41}"/>
          </ac:spMkLst>
        </pc:spChg>
        <pc:spChg chg="mod">
          <ac:chgData name="Martin Hardy" userId="18c45b91-9529-4376-afee-15439663c977" providerId="ADAL" clId="{66D081E0-86D5-4679-BCAB-9CF61A7085B5}" dt="2021-09-11T15:38:52.283" v="3252" actId="27636"/>
          <ac:spMkLst>
            <pc:docMk/>
            <pc:sldMk cId="3632693920" sldId="283"/>
            <ac:spMk id="9" creationId="{6C4755EA-F57D-42FC-B68C-2069BFDA0162}"/>
          </ac:spMkLst>
        </pc:spChg>
      </pc:sldChg>
      <pc:sldChg chg="modSp add mod ord">
        <pc:chgData name="Martin Hardy" userId="18c45b91-9529-4376-afee-15439663c977" providerId="ADAL" clId="{66D081E0-86D5-4679-BCAB-9CF61A7085B5}" dt="2021-09-11T16:47:37.528" v="4090"/>
        <pc:sldMkLst>
          <pc:docMk/>
          <pc:sldMk cId="886089098" sldId="284"/>
        </pc:sldMkLst>
        <pc:spChg chg="mod">
          <ac:chgData name="Martin Hardy" userId="18c45b91-9529-4376-afee-15439663c977" providerId="ADAL" clId="{66D081E0-86D5-4679-BCAB-9CF61A7085B5}" dt="2021-09-11T16:47:37.528" v="4090"/>
          <ac:spMkLst>
            <pc:docMk/>
            <pc:sldMk cId="886089098" sldId="284"/>
            <ac:spMk id="3" creationId="{FF40BA11-D48C-44C4-AB14-9B66EBE9965D}"/>
          </ac:spMkLst>
        </pc:spChg>
      </pc:sldChg>
      <pc:sldChg chg="delSp modSp add del mod ord">
        <pc:chgData name="Martin Hardy" userId="18c45b91-9529-4376-afee-15439663c977" providerId="ADAL" clId="{66D081E0-86D5-4679-BCAB-9CF61A7085B5}" dt="2021-09-12T14:19:21.042" v="5208" actId="27636"/>
        <pc:sldMkLst>
          <pc:docMk/>
          <pc:sldMk cId="861711157" sldId="285"/>
        </pc:sldMkLst>
        <pc:spChg chg="mod">
          <ac:chgData name="Martin Hardy" userId="18c45b91-9529-4376-afee-15439663c977" providerId="ADAL" clId="{66D081E0-86D5-4679-BCAB-9CF61A7085B5}" dt="2021-09-12T14:03:44.448" v="4977" actId="20577"/>
          <ac:spMkLst>
            <pc:docMk/>
            <pc:sldMk cId="861711157" sldId="285"/>
            <ac:spMk id="2" creationId="{28121302-8CC0-4962-85A8-8FAE55227E51}"/>
          </ac:spMkLst>
        </pc:spChg>
        <pc:spChg chg="mod">
          <ac:chgData name="Martin Hardy" userId="18c45b91-9529-4376-afee-15439663c977" providerId="ADAL" clId="{66D081E0-86D5-4679-BCAB-9CF61A7085B5}" dt="2021-09-12T14:19:21.042" v="5208" actId="27636"/>
          <ac:spMkLst>
            <pc:docMk/>
            <pc:sldMk cId="861711157" sldId="285"/>
            <ac:spMk id="3" creationId="{52AC1559-12EB-4EA3-B5AB-AB41514805D1}"/>
          </ac:spMkLst>
        </pc:spChg>
        <pc:spChg chg="del">
          <ac:chgData name="Martin Hardy" userId="18c45b91-9529-4376-afee-15439663c977" providerId="ADAL" clId="{66D081E0-86D5-4679-BCAB-9CF61A7085B5}" dt="2021-09-11T15:39:57.845" v="3308" actId="478"/>
          <ac:spMkLst>
            <pc:docMk/>
            <pc:sldMk cId="861711157" sldId="285"/>
            <ac:spMk id="6" creationId="{213DA800-F972-40D1-80B7-B288739C0A41}"/>
          </ac:spMkLst>
        </pc:spChg>
        <pc:spChg chg="mod">
          <ac:chgData name="Martin Hardy" userId="18c45b91-9529-4376-afee-15439663c977" providerId="ADAL" clId="{66D081E0-86D5-4679-BCAB-9CF61A7085B5}" dt="2021-09-12T14:19:21.041" v="5207" actId="27636"/>
          <ac:spMkLst>
            <pc:docMk/>
            <pc:sldMk cId="861711157" sldId="285"/>
            <ac:spMk id="9" creationId="{6C4755EA-F57D-42FC-B68C-2069BFDA0162}"/>
          </ac:spMkLst>
        </pc:spChg>
      </pc:sldChg>
      <pc:sldChg chg="modSp add del mod">
        <pc:chgData name="Martin Hardy" userId="18c45b91-9529-4376-afee-15439663c977" providerId="ADAL" clId="{66D081E0-86D5-4679-BCAB-9CF61A7085B5}" dt="2021-09-12T12:58:31.179" v="4192" actId="47"/>
        <pc:sldMkLst>
          <pc:docMk/>
          <pc:sldMk cId="1719310647" sldId="286"/>
        </pc:sldMkLst>
        <pc:spChg chg="mod">
          <ac:chgData name="Martin Hardy" userId="18c45b91-9529-4376-afee-15439663c977" providerId="ADAL" clId="{66D081E0-86D5-4679-BCAB-9CF61A7085B5}" dt="2021-09-11T15:46:55.212" v="3513" actId="20577"/>
          <ac:spMkLst>
            <pc:docMk/>
            <pc:sldMk cId="1719310647" sldId="286"/>
            <ac:spMk id="2" creationId="{28121302-8CC0-4962-85A8-8FAE55227E51}"/>
          </ac:spMkLst>
        </pc:spChg>
        <pc:spChg chg="mod">
          <ac:chgData name="Martin Hardy" userId="18c45b91-9529-4376-afee-15439663c977" providerId="ADAL" clId="{66D081E0-86D5-4679-BCAB-9CF61A7085B5}" dt="2021-09-11T15:46:33.566" v="3512" actId="404"/>
          <ac:spMkLst>
            <pc:docMk/>
            <pc:sldMk cId="1719310647" sldId="286"/>
            <ac:spMk id="9" creationId="{6C4755EA-F57D-42FC-B68C-2069BFDA0162}"/>
          </ac:spMkLst>
        </pc:spChg>
      </pc:sldChg>
      <pc:sldChg chg="modSp add mod">
        <pc:chgData name="Martin Hardy" userId="18c45b91-9529-4376-afee-15439663c977" providerId="ADAL" clId="{66D081E0-86D5-4679-BCAB-9CF61A7085B5}" dt="2021-09-11T16:52:17.341" v="4189" actId="113"/>
        <pc:sldMkLst>
          <pc:docMk/>
          <pc:sldMk cId="3245972469" sldId="287"/>
        </pc:sldMkLst>
        <pc:spChg chg="mod">
          <ac:chgData name="Martin Hardy" userId="18c45b91-9529-4376-afee-15439663c977" providerId="ADAL" clId="{66D081E0-86D5-4679-BCAB-9CF61A7085B5}" dt="2021-09-11T15:47:41.043" v="3517" actId="20577"/>
          <ac:spMkLst>
            <pc:docMk/>
            <pc:sldMk cId="3245972469" sldId="287"/>
            <ac:spMk id="2" creationId="{DF9ED605-3E46-4840-98AD-6059950DA81E}"/>
          </ac:spMkLst>
        </pc:spChg>
        <pc:spChg chg="mod">
          <ac:chgData name="Martin Hardy" userId="18c45b91-9529-4376-afee-15439663c977" providerId="ADAL" clId="{66D081E0-86D5-4679-BCAB-9CF61A7085B5}" dt="2021-09-11T16:52:17.341" v="4189" actId="113"/>
          <ac:spMkLst>
            <pc:docMk/>
            <pc:sldMk cId="3245972469" sldId="287"/>
            <ac:spMk id="3" creationId="{3FE2229A-BD8D-48E5-BE40-75CC4A702233}"/>
          </ac:spMkLst>
        </pc:spChg>
        <pc:spChg chg="mod">
          <ac:chgData name="Martin Hardy" userId="18c45b91-9529-4376-afee-15439663c977" providerId="ADAL" clId="{66D081E0-86D5-4679-BCAB-9CF61A7085B5}" dt="2021-09-11T16:51:27.634" v="4182" actId="20577"/>
          <ac:spMkLst>
            <pc:docMk/>
            <pc:sldMk cId="3245972469" sldId="287"/>
            <ac:spMk id="4" creationId="{4EBC176F-9431-4396-BB43-7A36A409FCB4}"/>
          </ac:spMkLst>
        </pc:spChg>
        <pc:spChg chg="mod">
          <ac:chgData name="Martin Hardy" userId="18c45b91-9529-4376-afee-15439663c977" providerId="ADAL" clId="{66D081E0-86D5-4679-BCAB-9CF61A7085B5}" dt="2021-09-11T15:48:04.132" v="3522" actId="14100"/>
          <ac:spMkLst>
            <pc:docMk/>
            <pc:sldMk cId="3245972469" sldId="287"/>
            <ac:spMk id="9" creationId="{30ABA770-6769-4E0E-96C2-4C132C8948BA}"/>
          </ac:spMkLst>
        </pc:spChg>
      </pc:sldChg>
      <pc:sldChg chg="delSp modSp add mod modClrScheme chgLayout">
        <pc:chgData name="Martin Hardy" userId="18c45b91-9529-4376-afee-15439663c977" providerId="ADAL" clId="{66D081E0-86D5-4679-BCAB-9CF61A7085B5}" dt="2021-09-11T15:49:50.770" v="3570" actId="478"/>
        <pc:sldMkLst>
          <pc:docMk/>
          <pc:sldMk cId="1560515579" sldId="288"/>
        </pc:sldMkLst>
        <pc:spChg chg="mod ord">
          <ac:chgData name="Martin Hardy" userId="18c45b91-9529-4376-afee-15439663c977" providerId="ADAL" clId="{66D081E0-86D5-4679-BCAB-9CF61A7085B5}" dt="2021-09-11T15:49:26.091" v="3563" actId="700"/>
          <ac:spMkLst>
            <pc:docMk/>
            <pc:sldMk cId="1560515579" sldId="288"/>
            <ac:spMk id="2" creationId="{DF9ED605-3E46-4840-98AD-6059950DA81E}"/>
          </ac:spMkLst>
        </pc:spChg>
        <pc:spChg chg="mod ord">
          <ac:chgData name="Martin Hardy" userId="18c45b91-9529-4376-afee-15439663c977" providerId="ADAL" clId="{66D081E0-86D5-4679-BCAB-9CF61A7085B5}" dt="2021-09-11T15:49:39.493" v="3569" actId="113"/>
          <ac:spMkLst>
            <pc:docMk/>
            <pc:sldMk cId="1560515579" sldId="288"/>
            <ac:spMk id="3" creationId="{3FE2229A-BD8D-48E5-BE40-75CC4A702233}"/>
          </ac:spMkLst>
        </pc:spChg>
        <pc:spChg chg="del">
          <ac:chgData name="Martin Hardy" userId="18c45b91-9529-4376-afee-15439663c977" providerId="ADAL" clId="{66D081E0-86D5-4679-BCAB-9CF61A7085B5}" dt="2021-09-11T15:49:26.091" v="3563" actId="700"/>
          <ac:spMkLst>
            <pc:docMk/>
            <pc:sldMk cId="1560515579" sldId="288"/>
            <ac:spMk id="4" creationId="{4EBC176F-9431-4396-BB43-7A36A409FCB4}"/>
          </ac:spMkLst>
        </pc:spChg>
        <pc:spChg chg="mod ord">
          <ac:chgData name="Martin Hardy" userId="18c45b91-9529-4376-afee-15439663c977" providerId="ADAL" clId="{66D081E0-86D5-4679-BCAB-9CF61A7085B5}" dt="2021-09-11T15:49:26.091" v="3563" actId="700"/>
          <ac:spMkLst>
            <pc:docMk/>
            <pc:sldMk cId="1560515579" sldId="288"/>
            <ac:spMk id="5" creationId="{9D9AE589-83EA-4601-A048-B1A5DA4F41B9}"/>
          </ac:spMkLst>
        </pc:spChg>
        <pc:spChg chg="mod ord">
          <ac:chgData name="Martin Hardy" userId="18c45b91-9529-4376-afee-15439663c977" providerId="ADAL" clId="{66D081E0-86D5-4679-BCAB-9CF61A7085B5}" dt="2021-09-11T15:49:26.091" v="3563" actId="700"/>
          <ac:spMkLst>
            <pc:docMk/>
            <pc:sldMk cId="1560515579" sldId="288"/>
            <ac:spMk id="6" creationId="{423DBA53-6876-46C2-9456-8307DFA0226F}"/>
          </ac:spMkLst>
        </pc:spChg>
        <pc:spChg chg="del">
          <ac:chgData name="Martin Hardy" userId="18c45b91-9529-4376-afee-15439663c977" providerId="ADAL" clId="{66D081E0-86D5-4679-BCAB-9CF61A7085B5}" dt="2021-09-11T15:49:50.770" v="3570" actId="478"/>
          <ac:spMkLst>
            <pc:docMk/>
            <pc:sldMk cId="1560515579" sldId="288"/>
            <ac:spMk id="9" creationId="{30ABA770-6769-4E0E-96C2-4C132C8948BA}"/>
          </ac:spMkLst>
        </pc:spChg>
      </pc:sldChg>
      <pc:sldChg chg="addSp delSp modSp add mod modClrScheme chgLayout">
        <pc:chgData name="Martin Hardy" userId="18c45b91-9529-4376-afee-15439663c977" providerId="ADAL" clId="{66D081E0-86D5-4679-BCAB-9CF61A7085B5}" dt="2021-09-12T13:53:19.018" v="4976" actId="20577"/>
        <pc:sldMkLst>
          <pc:docMk/>
          <pc:sldMk cId="3555371685" sldId="289"/>
        </pc:sldMkLst>
        <pc:spChg chg="mod ord">
          <ac:chgData name="Martin Hardy" userId="18c45b91-9529-4376-afee-15439663c977" providerId="ADAL" clId="{66D081E0-86D5-4679-BCAB-9CF61A7085B5}" dt="2021-09-11T16:25:31.167" v="3625" actId="700"/>
          <ac:spMkLst>
            <pc:docMk/>
            <pc:sldMk cId="3555371685" sldId="289"/>
            <ac:spMk id="2" creationId="{DF9ED605-3E46-4840-98AD-6059950DA81E}"/>
          </ac:spMkLst>
        </pc:spChg>
        <pc:spChg chg="del mod ord">
          <ac:chgData name="Martin Hardy" userId="18c45b91-9529-4376-afee-15439663c977" providerId="ADAL" clId="{66D081E0-86D5-4679-BCAB-9CF61A7085B5}" dt="2021-09-11T16:23:30.115" v="3595" actId="700"/>
          <ac:spMkLst>
            <pc:docMk/>
            <pc:sldMk cId="3555371685" sldId="289"/>
            <ac:spMk id="3" creationId="{3FE2229A-BD8D-48E5-BE40-75CC4A702233}"/>
          </ac:spMkLst>
        </pc:spChg>
        <pc:spChg chg="del">
          <ac:chgData name="Martin Hardy" userId="18c45b91-9529-4376-afee-15439663c977" providerId="ADAL" clId="{66D081E0-86D5-4679-BCAB-9CF61A7085B5}" dt="2021-09-11T16:23:30.115" v="3595" actId="700"/>
          <ac:spMkLst>
            <pc:docMk/>
            <pc:sldMk cId="3555371685" sldId="289"/>
            <ac:spMk id="4" creationId="{4EBC176F-9431-4396-BB43-7A36A409FCB4}"/>
          </ac:spMkLst>
        </pc:spChg>
        <pc:spChg chg="mod ord">
          <ac:chgData name="Martin Hardy" userId="18c45b91-9529-4376-afee-15439663c977" providerId="ADAL" clId="{66D081E0-86D5-4679-BCAB-9CF61A7085B5}" dt="2021-09-11T16:25:31.167" v="3625" actId="700"/>
          <ac:spMkLst>
            <pc:docMk/>
            <pc:sldMk cId="3555371685" sldId="289"/>
            <ac:spMk id="5" creationId="{9D9AE589-83EA-4601-A048-B1A5DA4F41B9}"/>
          </ac:spMkLst>
        </pc:spChg>
        <pc:spChg chg="mod ord">
          <ac:chgData name="Martin Hardy" userId="18c45b91-9529-4376-afee-15439663c977" providerId="ADAL" clId="{66D081E0-86D5-4679-BCAB-9CF61A7085B5}" dt="2021-09-11T16:25:31.167" v="3625" actId="700"/>
          <ac:spMkLst>
            <pc:docMk/>
            <pc:sldMk cId="3555371685" sldId="289"/>
            <ac:spMk id="6" creationId="{423DBA53-6876-46C2-9456-8307DFA0226F}"/>
          </ac:spMkLst>
        </pc:spChg>
        <pc:spChg chg="add del mod ord">
          <ac:chgData name="Martin Hardy" userId="18c45b91-9529-4376-afee-15439663c977" providerId="ADAL" clId="{66D081E0-86D5-4679-BCAB-9CF61A7085B5}" dt="2021-09-11T16:29:29.691" v="3703" actId="27636"/>
          <ac:spMkLst>
            <pc:docMk/>
            <pc:sldMk cId="3555371685" sldId="289"/>
            <ac:spMk id="7" creationId="{8C664191-EC78-468D-ACFF-770E40368D42}"/>
          </ac:spMkLst>
        </pc:spChg>
        <pc:spChg chg="add del mod">
          <ac:chgData name="Martin Hardy" userId="18c45b91-9529-4376-afee-15439663c977" providerId="ADAL" clId="{66D081E0-86D5-4679-BCAB-9CF61A7085B5}" dt="2021-09-11T16:23:33.849" v="3597"/>
          <ac:spMkLst>
            <pc:docMk/>
            <pc:sldMk cId="3555371685" sldId="289"/>
            <ac:spMk id="8" creationId="{564CE6C3-F648-4893-8A85-E02CA3B7C14C}"/>
          </ac:spMkLst>
        </pc:spChg>
        <pc:spChg chg="mod">
          <ac:chgData name="Martin Hardy" userId="18c45b91-9529-4376-afee-15439663c977" providerId="ADAL" clId="{66D081E0-86D5-4679-BCAB-9CF61A7085B5}" dt="2021-09-11T16:23:16.225" v="3594" actId="113"/>
          <ac:spMkLst>
            <pc:docMk/>
            <pc:sldMk cId="3555371685" sldId="289"/>
            <ac:spMk id="9" creationId="{30ABA770-6769-4E0E-96C2-4C132C8948BA}"/>
          </ac:spMkLst>
        </pc:spChg>
        <pc:spChg chg="add del mod ord">
          <ac:chgData name="Martin Hardy" userId="18c45b91-9529-4376-afee-15439663c977" providerId="ADAL" clId="{66D081E0-86D5-4679-BCAB-9CF61A7085B5}" dt="2021-09-12T13:53:19.018" v="4976" actId="20577"/>
          <ac:spMkLst>
            <pc:docMk/>
            <pc:sldMk cId="3555371685" sldId="289"/>
            <ac:spMk id="10" creationId="{5A302D0B-97DC-4DF8-91CB-64D907466D1C}"/>
          </ac:spMkLst>
        </pc:spChg>
        <pc:spChg chg="add del mod">
          <ac:chgData name="Martin Hardy" userId="18c45b91-9529-4376-afee-15439663c977" providerId="ADAL" clId="{66D081E0-86D5-4679-BCAB-9CF61A7085B5}" dt="2021-09-11T16:25:58.727" v="3633"/>
          <ac:spMkLst>
            <pc:docMk/>
            <pc:sldMk cId="3555371685" sldId="289"/>
            <ac:spMk id="11" creationId="{B124155B-B5D5-4893-A04A-F7F2F7194017}"/>
          </ac:spMkLst>
        </pc:spChg>
      </pc:sldChg>
      <pc:sldChg chg="modSp add del mod">
        <pc:chgData name="Martin Hardy" userId="18c45b91-9529-4376-afee-15439663c977" providerId="ADAL" clId="{66D081E0-86D5-4679-BCAB-9CF61A7085B5}" dt="2021-09-11T16:35:10.227" v="3816" actId="47"/>
        <pc:sldMkLst>
          <pc:docMk/>
          <pc:sldMk cId="825176721" sldId="290"/>
        </pc:sldMkLst>
        <pc:spChg chg="mod">
          <ac:chgData name="Martin Hardy" userId="18c45b91-9529-4376-afee-15439663c977" providerId="ADAL" clId="{66D081E0-86D5-4679-BCAB-9CF61A7085B5}" dt="2021-09-11T15:48:56.131" v="3547" actId="20577"/>
          <ac:spMkLst>
            <pc:docMk/>
            <pc:sldMk cId="825176721" sldId="290"/>
            <ac:spMk id="2" creationId="{DF9ED605-3E46-4840-98AD-6059950DA81E}"/>
          </ac:spMkLst>
        </pc:spChg>
      </pc:sldChg>
      <pc:sldChg chg="addSp delSp modSp add del mod">
        <pc:chgData name="Martin Hardy" userId="18c45b91-9529-4376-afee-15439663c977" providerId="ADAL" clId="{66D081E0-86D5-4679-BCAB-9CF61A7085B5}" dt="2021-09-11T16:50:50.626" v="4177"/>
        <pc:sldMkLst>
          <pc:docMk/>
          <pc:sldMk cId="3607153389" sldId="291"/>
        </pc:sldMkLst>
        <pc:spChg chg="mod">
          <ac:chgData name="Martin Hardy" userId="18c45b91-9529-4376-afee-15439663c977" providerId="ADAL" clId="{66D081E0-86D5-4679-BCAB-9CF61A7085B5}" dt="2021-09-11T16:50:50.626" v="4177"/>
          <ac:spMkLst>
            <pc:docMk/>
            <pc:sldMk cId="3607153389" sldId="291"/>
            <ac:spMk id="2" creationId="{DF9ED605-3E46-4840-98AD-6059950DA81E}"/>
          </ac:spMkLst>
        </pc:spChg>
        <pc:spChg chg="add del mod">
          <ac:chgData name="Martin Hardy" userId="18c45b91-9529-4376-afee-15439663c977" providerId="ADAL" clId="{66D081E0-86D5-4679-BCAB-9CF61A7085B5}" dt="2021-09-11T16:37:03.136" v="3880" actId="113"/>
          <ac:spMkLst>
            <pc:docMk/>
            <pc:sldMk cId="3607153389" sldId="291"/>
            <ac:spMk id="3" creationId="{3FE2229A-BD8D-48E5-BE40-75CC4A702233}"/>
          </ac:spMkLst>
        </pc:spChg>
        <pc:spChg chg="add del mod">
          <ac:chgData name="Martin Hardy" userId="18c45b91-9529-4376-afee-15439663c977" providerId="ADAL" clId="{66D081E0-86D5-4679-BCAB-9CF61A7085B5}" dt="2021-09-11T16:38:56.512" v="3910" actId="113"/>
          <ac:spMkLst>
            <pc:docMk/>
            <pc:sldMk cId="3607153389" sldId="291"/>
            <ac:spMk id="4" creationId="{4EBC176F-9431-4396-BB43-7A36A409FCB4}"/>
          </ac:spMkLst>
        </pc:spChg>
        <pc:spChg chg="add del mod">
          <ac:chgData name="Martin Hardy" userId="18c45b91-9529-4376-afee-15439663c977" providerId="ADAL" clId="{66D081E0-86D5-4679-BCAB-9CF61A7085B5}" dt="2021-09-11T16:30:37.743" v="3717"/>
          <ac:spMkLst>
            <pc:docMk/>
            <pc:sldMk cId="3607153389" sldId="291"/>
            <ac:spMk id="7" creationId="{7764F97C-A91E-46D2-B209-F1C0160C6E9B}"/>
          </ac:spMkLst>
        </pc:spChg>
        <pc:spChg chg="add del mod">
          <ac:chgData name="Martin Hardy" userId="18c45b91-9529-4376-afee-15439663c977" providerId="ADAL" clId="{66D081E0-86D5-4679-BCAB-9CF61A7085B5}" dt="2021-09-11T16:31:10.665" v="3724"/>
          <ac:spMkLst>
            <pc:docMk/>
            <pc:sldMk cId="3607153389" sldId="291"/>
            <ac:spMk id="8" creationId="{2DA25CEC-2672-4083-AB42-D80470747780}"/>
          </ac:spMkLst>
        </pc:spChg>
      </pc:sldChg>
      <pc:sldChg chg="addSp delSp modSp add mod">
        <pc:chgData name="Martin Hardy" userId="18c45b91-9529-4376-afee-15439663c977" providerId="ADAL" clId="{66D081E0-86D5-4679-BCAB-9CF61A7085B5}" dt="2021-09-11T16:50:42.986" v="4174" actId="20577"/>
        <pc:sldMkLst>
          <pc:docMk/>
          <pc:sldMk cId="2683517428" sldId="292"/>
        </pc:sldMkLst>
        <pc:spChg chg="mod">
          <ac:chgData name="Martin Hardy" userId="18c45b91-9529-4376-afee-15439663c977" providerId="ADAL" clId="{66D081E0-86D5-4679-BCAB-9CF61A7085B5}" dt="2021-09-11T16:50:42.986" v="4174" actId="20577"/>
          <ac:spMkLst>
            <pc:docMk/>
            <pc:sldMk cId="2683517428" sldId="292"/>
            <ac:spMk id="2" creationId="{DF9ED605-3E46-4840-98AD-6059950DA81E}"/>
          </ac:spMkLst>
        </pc:spChg>
        <pc:spChg chg="mod">
          <ac:chgData name="Martin Hardy" userId="18c45b91-9529-4376-afee-15439663c977" providerId="ADAL" clId="{66D081E0-86D5-4679-BCAB-9CF61A7085B5}" dt="2021-09-11T16:37:31.653" v="3897" actId="20577"/>
          <ac:spMkLst>
            <pc:docMk/>
            <pc:sldMk cId="2683517428" sldId="292"/>
            <ac:spMk id="3" creationId="{3FE2229A-BD8D-48E5-BE40-75CC4A702233}"/>
          </ac:spMkLst>
        </pc:spChg>
        <pc:spChg chg="mod">
          <ac:chgData name="Martin Hardy" userId="18c45b91-9529-4376-afee-15439663c977" providerId="ADAL" clId="{66D081E0-86D5-4679-BCAB-9CF61A7085B5}" dt="2021-09-11T16:40:08.224" v="3933" actId="6549"/>
          <ac:spMkLst>
            <pc:docMk/>
            <pc:sldMk cId="2683517428" sldId="292"/>
            <ac:spMk id="4" creationId="{4EBC176F-9431-4396-BB43-7A36A409FCB4}"/>
          </ac:spMkLst>
        </pc:spChg>
        <pc:spChg chg="add del">
          <ac:chgData name="Martin Hardy" userId="18c45b91-9529-4376-afee-15439663c977" providerId="ADAL" clId="{66D081E0-86D5-4679-BCAB-9CF61A7085B5}" dt="2021-09-11T16:35:55.016" v="3849"/>
          <ac:spMkLst>
            <pc:docMk/>
            <pc:sldMk cId="2683517428" sldId="292"/>
            <ac:spMk id="7" creationId="{5190C49E-046B-4EF4-B1CC-64015061B733}"/>
          </ac:spMkLst>
        </pc:spChg>
        <pc:spChg chg="del">
          <ac:chgData name="Martin Hardy" userId="18c45b91-9529-4376-afee-15439663c977" providerId="ADAL" clId="{66D081E0-86D5-4679-BCAB-9CF61A7085B5}" dt="2021-09-11T16:36:01.868" v="3852" actId="478"/>
          <ac:spMkLst>
            <pc:docMk/>
            <pc:sldMk cId="2683517428" sldId="292"/>
            <ac:spMk id="9" creationId="{30ABA770-6769-4E0E-96C2-4C132C8948BA}"/>
          </ac:spMkLst>
        </pc:spChg>
      </pc:sldChg>
      <pc:sldChg chg="modSp add del mod ord">
        <pc:chgData name="Martin Hardy" userId="18c45b91-9529-4376-afee-15439663c977" providerId="ADAL" clId="{66D081E0-86D5-4679-BCAB-9CF61A7085B5}" dt="2021-09-12T15:16:26.987" v="5679" actId="47"/>
        <pc:sldMkLst>
          <pc:docMk/>
          <pc:sldMk cId="1232123351" sldId="293"/>
        </pc:sldMkLst>
        <pc:spChg chg="mod">
          <ac:chgData name="Martin Hardy" userId="18c45b91-9529-4376-afee-15439663c977" providerId="ADAL" clId="{66D081E0-86D5-4679-BCAB-9CF61A7085B5}" dt="2021-09-11T16:50:19.907" v="4142" actId="20577"/>
          <ac:spMkLst>
            <pc:docMk/>
            <pc:sldMk cId="1232123351" sldId="293"/>
            <ac:spMk id="2" creationId="{DF9ED605-3E46-4840-98AD-6059950DA81E}"/>
          </ac:spMkLst>
        </pc:spChg>
        <pc:spChg chg="mod">
          <ac:chgData name="Martin Hardy" userId="18c45b91-9529-4376-afee-15439663c977" providerId="ADAL" clId="{66D081E0-86D5-4679-BCAB-9CF61A7085B5}" dt="2021-09-11T16:50:32.738" v="4149" actId="20577"/>
          <ac:spMkLst>
            <pc:docMk/>
            <pc:sldMk cId="1232123351" sldId="293"/>
            <ac:spMk id="3" creationId="{3FE2229A-BD8D-48E5-BE40-75CC4A702233}"/>
          </ac:spMkLst>
        </pc:spChg>
        <pc:spChg chg="mod">
          <ac:chgData name="Martin Hardy" userId="18c45b91-9529-4376-afee-15439663c977" providerId="ADAL" clId="{66D081E0-86D5-4679-BCAB-9CF61A7085B5}" dt="2021-09-11T16:50:29.509" v="4148" actId="27636"/>
          <ac:spMkLst>
            <pc:docMk/>
            <pc:sldMk cId="1232123351" sldId="293"/>
            <ac:spMk id="4" creationId="{4EBC176F-9431-4396-BB43-7A36A409FCB4}"/>
          </ac:spMkLst>
        </pc:spChg>
      </pc:sldChg>
      <pc:sldChg chg="addSp modSp add mod ord">
        <pc:chgData name="Martin Hardy" userId="18c45b91-9529-4376-afee-15439663c977" providerId="ADAL" clId="{66D081E0-86D5-4679-BCAB-9CF61A7085B5}" dt="2021-09-12T14:42:48.698" v="5632" actId="14100"/>
        <pc:sldMkLst>
          <pc:docMk/>
          <pc:sldMk cId="989885300" sldId="294"/>
        </pc:sldMkLst>
        <pc:spChg chg="mod">
          <ac:chgData name="Martin Hardy" userId="18c45b91-9529-4376-afee-15439663c977" providerId="ADAL" clId="{66D081E0-86D5-4679-BCAB-9CF61A7085B5}" dt="2021-09-12T14:03:48.197" v="4978" actId="20577"/>
          <ac:spMkLst>
            <pc:docMk/>
            <pc:sldMk cId="989885300" sldId="294"/>
            <ac:spMk id="2" creationId="{28121302-8CC0-4962-85A8-8FAE55227E51}"/>
          </ac:spMkLst>
        </pc:spChg>
        <pc:spChg chg="mod">
          <ac:chgData name="Martin Hardy" userId="18c45b91-9529-4376-afee-15439663c977" providerId="ADAL" clId="{66D081E0-86D5-4679-BCAB-9CF61A7085B5}" dt="2021-09-12T14:41:44.880" v="5620" actId="27636"/>
          <ac:spMkLst>
            <pc:docMk/>
            <pc:sldMk cId="989885300" sldId="294"/>
            <ac:spMk id="3" creationId="{52AC1559-12EB-4EA3-B5AB-AB41514805D1}"/>
          </ac:spMkLst>
        </pc:spChg>
        <pc:spChg chg="mod">
          <ac:chgData name="Martin Hardy" userId="18c45b91-9529-4376-afee-15439663c977" providerId="ADAL" clId="{66D081E0-86D5-4679-BCAB-9CF61A7085B5}" dt="2021-09-12T14:40:54.621" v="5604" actId="14100"/>
          <ac:spMkLst>
            <pc:docMk/>
            <pc:sldMk cId="989885300" sldId="294"/>
            <ac:spMk id="7" creationId="{D0C379DD-AAAE-4A42-92D8-5145241CBF73}"/>
          </ac:spMkLst>
        </pc:spChg>
        <pc:spChg chg="mod">
          <ac:chgData name="Martin Hardy" userId="18c45b91-9529-4376-afee-15439663c977" providerId="ADAL" clId="{66D081E0-86D5-4679-BCAB-9CF61A7085B5}" dt="2021-09-12T14:40:54.621" v="5604" actId="14100"/>
          <ac:spMkLst>
            <pc:docMk/>
            <pc:sldMk cId="989885300" sldId="294"/>
            <ac:spMk id="8" creationId="{7632AAB6-5EFF-4AF2-A6A9-7D345442AF56}"/>
          </ac:spMkLst>
        </pc:spChg>
        <pc:spChg chg="mod">
          <ac:chgData name="Martin Hardy" userId="18c45b91-9529-4376-afee-15439663c977" providerId="ADAL" clId="{66D081E0-86D5-4679-BCAB-9CF61A7085B5}" dt="2021-09-12T14:42:09.811" v="5626" actId="14100"/>
          <ac:spMkLst>
            <pc:docMk/>
            <pc:sldMk cId="989885300" sldId="294"/>
            <ac:spMk id="9" creationId="{6C4755EA-F57D-42FC-B68C-2069BFDA0162}"/>
          </ac:spMkLst>
        </pc:spChg>
        <pc:spChg chg="add mod">
          <ac:chgData name="Martin Hardy" userId="18c45b91-9529-4376-afee-15439663c977" providerId="ADAL" clId="{66D081E0-86D5-4679-BCAB-9CF61A7085B5}" dt="2021-09-12T14:42:48.698" v="5632" actId="14100"/>
          <ac:spMkLst>
            <pc:docMk/>
            <pc:sldMk cId="989885300" sldId="294"/>
            <ac:spMk id="10" creationId="{7556C00A-F52B-43B4-AF7C-01334879DEDA}"/>
          </ac:spMkLst>
        </pc:spChg>
      </pc:sldChg>
      <pc:sldChg chg="modSp add del mod">
        <pc:chgData name="Martin Hardy" userId="18c45b91-9529-4376-afee-15439663c977" providerId="ADAL" clId="{66D081E0-86D5-4679-BCAB-9CF61A7085B5}" dt="2021-09-12T14:43:20.294" v="5633" actId="47"/>
        <pc:sldMkLst>
          <pc:docMk/>
          <pc:sldMk cId="2735028804" sldId="295"/>
        </pc:sldMkLst>
        <pc:spChg chg="mod">
          <ac:chgData name="Martin Hardy" userId="18c45b91-9529-4376-afee-15439663c977" providerId="ADAL" clId="{66D081E0-86D5-4679-BCAB-9CF61A7085B5}" dt="2021-09-12T14:03:50.721" v="4979" actId="20577"/>
          <ac:spMkLst>
            <pc:docMk/>
            <pc:sldMk cId="2735028804" sldId="295"/>
            <ac:spMk id="2" creationId="{28121302-8CC0-4962-85A8-8FAE55227E51}"/>
          </ac:spMkLst>
        </pc:spChg>
        <pc:spChg chg="mod">
          <ac:chgData name="Martin Hardy" userId="18c45b91-9529-4376-afee-15439663c977" providerId="ADAL" clId="{66D081E0-86D5-4679-BCAB-9CF61A7085B5}" dt="2021-09-12T14:23:16.839" v="5247" actId="27636"/>
          <ac:spMkLst>
            <pc:docMk/>
            <pc:sldMk cId="2735028804" sldId="295"/>
            <ac:spMk id="3" creationId="{52AC1559-12EB-4EA3-B5AB-AB41514805D1}"/>
          </ac:spMkLst>
        </pc:spChg>
        <pc:spChg chg="mod">
          <ac:chgData name="Martin Hardy" userId="18c45b91-9529-4376-afee-15439663c977" providerId="ADAL" clId="{66D081E0-86D5-4679-BCAB-9CF61A7085B5}" dt="2021-09-12T14:23:16.839" v="5246" actId="27636"/>
          <ac:spMkLst>
            <pc:docMk/>
            <pc:sldMk cId="2735028804" sldId="295"/>
            <ac:spMk id="9" creationId="{6C4755EA-F57D-42FC-B68C-2069BFDA0162}"/>
          </ac:spMkLst>
        </pc:spChg>
      </pc:sldChg>
      <pc:sldChg chg="addSp modSp new mod">
        <pc:chgData name="Martin Hardy" userId="18c45b91-9529-4376-afee-15439663c977" providerId="ADAL" clId="{66D081E0-86D5-4679-BCAB-9CF61A7085B5}" dt="2021-09-11T16:45:53.755" v="4041" actId="20577"/>
        <pc:sldMkLst>
          <pc:docMk/>
          <pc:sldMk cId="3672735025" sldId="296"/>
        </pc:sldMkLst>
        <pc:spChg chg="mod">
          <ac:chgData name="Martin Hardy" userId="18c45b91-9529-4376-afee-15439663c977" providerId="ADAL" clId="{66D081E0-86D5-4679-BCAB-9CF61A7085B5}" dt="2021-09-11T16:45:53.755" v="4041" actId="20577"/>
          <ac:spMkLst>
            <pc:docMk/>
            <pc:sldMk cId="3672735025" sldId="296"/>
            <ac:spMk id="2" creationId="{B8500647-13F7-4E10-BB24-D4448DD1AE21}"/>
          </ac:spMkLst>
        </pc:spChg>
        <pc:graphicFrameChg chg="add modGraphic">
          <ac:chgData name="Martin Hardy" userId="18c45b91-9529-4376-afee-15439663c977" providerId="ADAL" clId="{66D081E0-86D5-4679-BCAB-9CF61A7085B5}" dt="2021-09-11T16:45:45.977" v="4021" actId="27022"/>
          <ac:graphicFrameMkLst>
            <pc:docMk/>
            <pc:sldMk cId="3672735025" sldId="296"/>
            <ac:graphicFrameMk id="7" creationId="{8AC16329-664A-462E-B0EF-8F90A1EDBFB1}"/>
          </ac:graphicFrameMkLst>
        </pc:graphicFrameChg>
      </pc:sldChg>
      <pc:sldChg chg="addSp delSp modSp add mod modClrScheme chgLayout">
        <pc:chgData name="Martin Hardy" userId="18c45b91-9529-4376-afee-15439663c977" providerId="ADAL" clId="{66D081E0-86D5-4679-BCAB-9CF61A7085B5}" dt="2021-09-12T13:50:05.292" v="4975" actId="20577"/>
        <pc:sldMkLst>
          <pc:docMk/>
          <pc:sldMk cId="2211288226" sldId="297"/>
        </pc:sldMkLst>
        <pc:spChg chg="mod ord">
          <ac:chgData name="Martin Hardy" userId="18c45b91-9529-4376-afee-15439663c977" providerId="ADAL" clId="{66D081E0-86D5-4679-BCAB-9CF61A7085B5}" dt="2021-09-12T13:46:36.839" v="4856" actId="13926"/>
          <ac:spMkLst>
            <pc:docMk/>
            <pc:sldMk cId="2211288226" sldId="297"/>
            <ac:spMk id="2" creationId="{DF9ED605-3E46-4840-98AD-6059950DA81E}"/>
          </ac:spMkLst>
        </pc:spChg>
        <pc:spChg chg="mod ord">
          <ac:chgData name="Martin Hardy" userId="18c45b91-9529-4376-afee-15439663c977" providerId="ADAL" clId="{66D081E0-86D5-4679-BCAB-9CF61A7085B5}" dt="2021-09-12T13:49:23.392" v="4967" actId="114"/>
          <ac:spMkLst>
            <pc:docMk/>
            <pc:sldMk cId="2211288226" sldId="297"/>
            <ac:spMk id="3" creationId="{3FE2229A-BD8D-48E5-BE40-75CC4A702233}"/>
          </ac:spMkLst>
        </pc:spChg>
        <pc:spChg chg="del mod ord">
          <ac:chgData name="Martin Hardy" userId="18c45b91-9529-4376-afee-15439663c977" providerId="ADAL" clId="{66D081E0-86D5-4679-BCAB-9CF61A7085B5}" dt="2021-09-12T13:33:27.855" v="4603" actId="700"/>
          <ac:spMkLst>
            <pc:docMk/>
            <pc:sldMk cId="2211288226" sldId="297"/>
            <ac:spMk id="4" creationId="{4EBC176F-9431-4396-BB43-7A36A409FCB4}"/>
          </ac:spMkLst>
        </pc:spChg>
        <pc:spChg chg="mod ord">
          <ac:chgData name="Martin Hardy" userId="18c45b91-9529-4376-afee-15439663c977" providerId="ADAL" clId="{66D081E0-86D5-4679-BCAB-9CF61A7085B5}" dt="2021-09-12T13:33:27.855" v="4603" actId="700"/>
          <ac:spMkLst>
            <pc:docMk/>
            <pc:sldMk cId="2211288226" sldId="297"/>
            <ac:spMk id="5" creationId="{9D9AE589-83EA-4601-A048-B1A5DA4F41B9}"/>
          </ac:spMkLst>
        </pc:spChg>
        <pc:spChg chg="mod ord">
          <ac:chgData name="Martin Hardy" userId="18c45b91-9529-4376-afee-15439663c977" providerId="ADAL" clId="{66D081E0-86D5-4679-BCAB-9CF61A7085B5}" dt="2021-09-12T13:33:27.855" v="4603" actId="700"/>
          <ac:spMkLst>
            <pc:docMk/>
            <pc:sldMk cId="2211288226" sldId="297"/>
            <ac:spMk id="6" creationId="{423DBA53-6876-46C2-9456-8307DFA0226F}"/>
          </ac:spMkLst>
        </pc:spChg>
        <pc:spChg chg="add mod ord">
          <ac:chgData name="Martin Hardy" userId="18c45b91-9529-4376-afee-15439663c977" providerId="ADAL" clId="{66D081E0-86D5-4679-BCAB-9CF61A7085B5}" dt="2021-09-12T13:33:55.411" v="4629" actId="20577"/>
          <ac:spMkLst>
            <pc:docMk/>
            <pc:sldMk cId="2211288226" sldId="297"/>
            <ac:spMk id="7" creationId="{8D8D8CBF-AD93-4445-86C4-28871B4CCF1D}"/>
          </ac:spMkLst>
        </pc:spChg>
        <pc:spChg chg="add mod ord">
          <ac:chgData name="Martin Hardy" userId="18c45b91-9529-4376-afee-15439663c977" providerId="ADAL" clId="{66D081E0-86D5-4679-BCAB-9CF61A7085B5}" dt="2021-09-12T13:33:58.810" v="4632" actId="20577"/>
          <ac:spMkLst>
            <pc:docMk/>
            <pc:sldMk cId="2211288226" sldId="297"/>
            <ac:spMk id="8" creationId="{247C73EC-EDA5-4D4B-9E6D-FD0EF5F87BAB}"/>
          </ac:spMkLst>
        </pc:spChg>
        <pc:spChg chg="add mod ord">
          <ac:chgData name="Martin Hardy" userId="18c45b91-9529-4376-afee-15439663c977" providerId="ADAL" clId="{66D081E0-86D5-4679-BCAB-9CF61A7085B5}" dt="2021-09-12T13:50:05.292" v="4975" actId="20577"/>
          <ac:spMkLst>
            <pc:docMk/>
            <pc:sldMk cId="2211288226" sldId="297"/>
            <ac:spMk id="9" creationId="{F0E71FFE-687A-4D48-B3F7-C68881003EDC}"/>
          </ac:spMkLst>
        </pc:spChg>
      </pc:sldChg>
      <pc:sldChg chg="addSp delSp modSp add mod ord">
        <pc:chgData name="Martin Hardy" userId="18c45b91-9529-4376-afee-15439663c977" providerId="ADAL" clId="{66D081E0-86D5-4679-BCAB-9CF61A7085B5}" dt="2021-09-12T14:04:39.425" v="4981"/>
        <pc:sldMkLst>
          <pc:docMk/>
          <pc:sldMk cId="1632185092" sldId="298"/>
        </pc:sldMkLst>
        <pc:spChg chg="mod">
          <ac:chgData name="Martin Hardy" userId="18c45b91-9529-4376-afee-15439663c977" providerId="ADAL" clId="{66D081E0-86D5-4679-BCAB-9CF61A7085B5}" dt="2021-09-12T13:38:25.096" v="4828" actId="27636"/>
          <ac:spMkLst>
            <pc:docMk/>
            <pc:sldMk cId="1632185092" sldId="298"/>
            <ac:spMk id="4" creationId="{0D464C64-E23E-4D3F-A36A-59E4262BF54A}"/>
          </ac:spMkLst>
        </pc:spChg>
        <pc:picChg chg="del">
          <ac:chgData name="Martin Hardy" userId="18c45b91-9529-4376-afee-15439663c977" providerId="ADAL" clId="{66D081E0-86D5-4679-BCAB-9CF61A7085B5}" dt="2021-09-12T14:04:39.061" v="4980" actId="478"/>
          <ac:picMkLst>
            <pc:docMk/>
            <pc:sldMk cId="1632185092" sldId="298"/>
            <ac:picMk id="7" creationId="{0F9878FE-E617-453F-9830-4E9C2DC8B114}"/>
          </ac:picMkLst>
        </pc:picChg>
        <pc:picChg chg="add mod">
          <ac:chgData name="Martin Hardy" userId="18c45b91-9529-4376-afee-15439663c977" providerId="ADAL" clId="{66D081E0-86D5-4679-BCAB-9CF61A7085B5}" dt="2021-09-12T14:04:39.425" v="4981"/>
          <ac:picMkLst>
            <pc:docMk/>
            <pc:sldMk cId="1632185092" sldId="298"/>
            <ac:picMk id="8" creationId="{1F376DD6-95CD-4DD4-998C-13F70B184C35}"/>
          </ac:picMkLst>
        </pc:picChg>
      </pc:sldChg>
      <pc:sldChg chg="addSp delSp modSp add mod">
        <pc:chgData name="Martin Hardy" userId="18c45b91-9529-4376-afee-15439663c977" providerId="ADAL" clId="{66D081E0-86D5-4679-BCAB-9CF61A7085B5}" dt="2021-09-12T14:18:33.164" v="5199" actId="478"/>
        <pc:sldMkLst>
          <pc:docMk/>
          <pc:sldMk cId="4197137569" sldId="299"/>
        </pc:sldMkLst>
        <pc:spChg chg="mod">
          <ac:chgData name="Martin Hardy" userId="18c45b91-9529-4376-afee-15439663c977" providerId="ADAL" clId="{66D081E0-86D5-4679-BCAB-9CF61A7085B5}" dt="2021-09-12T14:17:04.894" v="5033" actId="20577"/>
          <ac:spMkLst>
            <pc:docMk/>
            <pc:sldMk cId="4197137569" sldId="299"/>
            <ac:spMk id="2" creationId="{DF9ED605-3E46-4840-98AD-6059950DA81E}"/>
          </ac:spMkLst>
        </pc:spChg>
        <pc:spChg chg="mod">
          <ac:chgData name="Martin Hardy" userId="18c45b91-9529-4376-afee-15439663c977" providerId="ADAL" clId="{66D081E0-86D5-4679-BCAB-9CF61A7085B5}" dt="2021-09-12T14:18:29.908" v="5198" actId="20577"/>
          <ac:spMkLst>
            <pc:docMk/>
            <pc:sldMk cId="4197137569" sldId="299"/>
            <ac:spMk id="3" creationId="{3FE2229A-BD8D-48E5-BE40-75CC4A702233}"/>
          </ac:spMkLst>
        </pc:spChg>
        <pc:spChg chg="mod">
          <ac:chgData name="Martin Hardy" userId="18c45b91-9529-4376-afee-15439663c977" providerId="ADAL" clId="{66D081E0-86D5-4679-BCAB-9CF61A7085B5}" dt="2021-09-12T14:16:55.912" v="5024" actId="113"/>
          <ac:spMkLst>
            <pc:docMk/>
            <pc:sldMk cId="4197137569" sldId="299"/>
            <ac:spMk id="4" creationId="{4EBC176F-9431-4396-BB43-7A36A409FCB4}"/>
          </ac:spMkLst>
        </pc:spChg>
        <pc:spChg chg="del">
          <ac:chgData name="Martin Hardy" userId="18c45b91-9529-4376-afee-15439663c977" providerId="ADAL" clId="{66D081E0-86D5-4679-BCAB-9CF61A7085B5}" dt="2021-09-12T14:18:33.164" v="5199" actId="478"/>
          <ac:spMkLst>
            <pc:docMk/>
            <pc:sldMk cId="4197137569" sldId="299"/>
            <ac:spMk id="9" creationId="{30ABA770-6769-4E0E-96C2-4C132C8948BA}"/>
          </ac:spMkLst>
        </pc:spChg>
        <pc:spChg chg="add del mod">
          <ac:chgData name="Martin Hardy" userId="18c45b91-9529-4376-afee-15439663c977" providerId="ADAL" clId="{66D081E0-86D5-4679-BCAB-9CF61A7085B5}" dt="2021-09-12T14:16:52.270" v="5023" actId="478"/>
          <ac:spMkLst>
            <pc:docMk/>
            <pc:sldMk cId="4197137569" sldId="299"/>
            <ac:spMk id="10" creationId="{3E47B9C4-90FB-4330-9163-862177794D23}"/>
          </ac:spMkLst>
        </pc:spChg>
      </pc:sldChg>
      <pc:sldChg chg="addSp delSp modSp add del mod ord">
        <pc:chgData name="Martin Hardy" userId="18c45b91-9529-4376-afee-15439663c977" providerId="ADAL" clId="{66D081E0-86D5-4679-BCAB-9CF61A7085B5}" dt="2021-09-12T15:15:03.429" v="5655" actId="47"/>
        <pc:sldMkLst>
          <pc:docMk/>
          <pc:sldMk cId="3657383846" sldId="300"/>
        </pc:sldMkLst>
        <pc:spChg chg="mod">
          <ac:chgData name="Martin Hardy" userId="18c45b91-9529-4376-afee-15439663c977" providerId="ADAL" clId="{66D081E0-86D5-4679-BCAB-9CF61A7085B5}" dt="2021-09-12T14:21:47.256" v="5227" actId="20577"/>
          <ac:spMkLst>
            <pc:docMk/>
            <pc:sldMk cId="3657383846" sldId="300"/>
            <ac:spMk id="2" creationId="{DF9ED605-3E46-4840-98AD-6059950DA81E}"/>
          </ac:spMkLst>
        </pc:spChg>
        <pc:spChg chg="mod">
          <ac:chgData name="Martin Hardy" userId="18c45b91-9529-4376-afee-15439663c977" providerId="ADAL" clId="{66D081E0-86D5-4679-BCAB-9CF61A7085B5}" dt="2021-09-12T14:22:47.383" v="5239" actId="113"/>
          <ac:spMkLst>
            <pc:docMk/>
            <pc:sldMk cId="3657383846" sldId="300"/>
            <ac:spMk id="3" creationId="{3FE2229A-BD8D-48E5-BE40-75CC4A702233}"/>
          </ac:spMkLst>
        </pc:spChg>
        <pc:spChg chg="mod">
          <ac:chgData name="Martin Hardy" userId="18c45b91-9529-4376-afee-15439663c977" providerId="ADAL" clId="{66D081E0-86D5-4679-BCAB-9CF61A7085B5}" dt="2021-09-12T14:22:11.320" v="5236" actId="6549"/>
          <ac:spMkLst>
            <pc:docMk/>
            <pc:sldMk cId="3657383846" sldId="300"/>
            <ac:spMk id="4" creationId="{4EBC176F-9431-4396-BB43-7A36A409FCB4}"/>
          </ac:spMkLst>
        </pc:spChg>
        <pc:picChg chg="add del mod">
          <ac:chgData name="Martin Hardy" userId="18c45b91-9529-4376-afee-15439663c977" providerId="ADAL" clId="{66D081E0-86D5-4679-BCAB-9CF61A7085B5}" dt="2021-09-12T14:52:07.555" v="5638" actId="21"/>
          <ac:picMkLst>
            <pc:docMk/>
            <pc:sldMk cId="3657383846" sldId="300"/>
            <ac:picMk id="7" creationId="{BAAEBCF6-F734-4124-9698-CA00F8367B4C}"/>
          </ac:picMkLst>
        </pc:picChg>
      </pc:sldChg>
      <pc:sldChg chg="addSp delSp modSp add mod">
        <pc:chgData name="Martin Hardy" userId="18c45b91-9529-4376-afee-15439663c977" providerId="ADAL" clId="{66D081E0-86D5-4679-BCAB-9CF61A7085B5}" dt="2021-09-12T15:16:12.511" v="5678" actId="255"/>
        <pc:sldMkLst>
          <pc:docMk/>
          <pc:sldMk cId="2199769908" sldId="301"/>
        </pc:sldMkLst>
        <pc:spChg chg="mod">
          <ac:chgData name="Martin Hardy" userId="18c45b91-9529-4376-afee-15439663c977" providerId="ADAL" clId="{66D081E0-86D5-4679-BCAB-9CF61A7085B5}" dt="2021-09-12T15:15:25.607" v="5657" actId="27636"/>
          <ac:spMkLst>
            <pc:docMk/>
            <pc:sldMk cId="2199769908" sldId="301"/>
            <ac:spMk id="2" creationId="{DF9ED605-3E46-4840-98AD-6059950DA81E}"/>
          </ac:spMkLst>
        </pc:spChg>
        <pc:spChg chg="mod">
          <ac:chgData name="Martin Hardy" userId="18c45b91-9529-4376-afee-15439663c977" providerId="ADAL" clId="{66D081E0-86D5-4679-BCAB-9CF61A7085B5}" dt="2021-09-12T15:15:57.442" v="5673" actId="27636"/>
          <ac:spMkLst>
            <pc:docMk/>
            <pc:sldMk cId="2199769908" sldId="301"/>
            <ac:spMk id="3" creationId="{3FE2229A-BD8D-48E5-BE40-75CC4A702233}"/>
          </ac:spMkLst>
        </pc:spChg>
        <pc:spChg chg="mod">
          <ac:chgData name="Martin Hardy" userId="18c45b91-9529-4376-afee-15439663c977" providerId="ADAL" clId="{66D081E0-86D5-4679-BCAB-9CF61A7085B5}" dt="2021-09-12T15:16:12.511" v="5678" actId="255"/>
          <ac:spMkLst>
            <pc:docMk/>
            <pc:sldMk cId="2199769908" sldId="301"/>
            <ac:spMk id="4" creationId="{4EBC176F-9431-4396-BB43-7A36A409FCB4}"/>
          </ac:spMkLst>
        </pc:spChg>
        <pc:picChg chg="add del mod">
          <ac:chgData name="Martin Hardy" userId="18c45b91-9529-4376-afee-15439663c977" providerId="ADAL" clId="{66D081E0-86D5-4679-BCAB-9CF61A7085B5}" dt="2021-09-12T15:15:30.950" v="5658" actId="478"/>
          <ac:picMkLst>
            <pc:docMk/>
            <pc:sldMk cId="2199769908" sldId="301"/>
            <ac:picMk id="7" creationId="{C3D9F957-DD8F-4DFB-9EFF-9B95A5B2430A}"/>
          </ac:picMkLst>
        </pc:picChg>
      </pc:sldChg>
      <pc:sldChg chg="modSp add del mod">
        <pc:chgData name="Martin Hardy" userId="18c45b91-9529-4376-afee-15439663c977" providerId="ADAL" clId="{66D081E0-86D5-4679-BCAB-9CF61A7085B5}" dt="2021-09-12T15:10:36.880" v="5654" actId="47"/>
        <pc:sldMkLst>
          <pc:docMk/>
          <pc:sldMk cId="3841287014" sldId="302"/>
        </pc:sldMkLst>
        <pc:spChg chg="mod">
          <ac:chgData name="Martin Hardy" userId="18c45b91-9529-4376-afee-15439663c977" providerId="ADAL" clId="{66D081E0-86D5-4679-BCAB-9CF61A7085B5}" dt="2021-09-12T15:09:28.939" v="5650" actId="20577"/>
          <ac:spMkLst>
            <pc:docMk/>
            <pc:sldMk cId="3841287014" sldId="302"/>
            <ac:spMk id="2" creationId="{DF9ED605-3E46-4840-98AD-6059950DA81E}"/>
          </ac:spMkLst>
        </pc:spChg>
        <pc:spChg chg="mod">
          <ac:chgData name="Martin Hardy" userId="18c45b91-9529-4376-afee-15439663c977" providerId="ADAL" clId="{66D081E0-86D5-4679-BCAB-9CF61A7085B5}" dt="2021-09-12T15:09:32.867" v="5653" actId="20577"/>
          <ac:spMkLst>
            <pc:docMk/>
            <pc:sldMk cId="3841287014" sldId="302"/>
            <ac:spMk id="4" creationId="{4EBC176F-9431-4396-BB43-7A36A409FCB4}"/>
          </ac:spMkLst>
        </pc:spChg>
      </pc:sldChg>
      <pc:sldMasterChg chg="modSp mod delSldLayout modSldLayout">
        <pc:chgData name="Martin Hardy" userId="18c45b91-9529-4376-afee-15439663c977" providerId="ADAL" clId="{66D081E0-86D5-4679-BCAB-9CF61A7085B5}" dt="2021-09-09T13:23:47.316" v="42" actId="14100"/>
        <pc:sldMasterMkLst>
          <pc:docMk/>
          <pc:sldMasterMk cId="350867294" sldId="2147483660"/>
        </pc:sldMasterMkLst>
        <pc:spChg chg="mod">
          <ac:chgData name="Martin Hardy" userId="18c45b91-9529-4376-afee-15439663c977" providerId="ADAL" clId="{66D081E0-86D5-4679-BCAB-9CF61A7085B5}" dt="2021-09-09T13:23:05.223" v="36" actId="14100"/>
          <ac:spMkLst>
            <pc:docMk/>
            <pc:sldMasterMk cId="350867294" sldId="2147483660"/>
            <ac:spMk id="2" creationId="{00000000-0000-0000-0000-000000000000}"/>
          </ac:spMkLst>
        </pc:spChg>
        <pc:spChg chg="mod">
          <ac:chgData name="Martin Hardy" userId="18c45b91-9529-4376-afee-15439663c977" providerId="ADAL" clId="{66D081E0-86D5-4679-BCAB-9CF61A7085B5}" dt="2021-09-09T13:23:09.414" v="37" actId="14100"/>
          <ac:spMkLst>
            <pc:docMk/>
            <pc:sldMasterMk cId="350867294" sldId="2147483660"/>
            <ac:spMk id="3" creationId="{00000000-0000-0000-0000-000000000000}"/>
          </ac:spMkLst>
        </pc:spChg>
        <pc:spChg chg="mod">
          <ac:chgData name="Martin Hardy" userId="18c45b91-9529-4376-afee-15439663c977" providerId="ADAL" clId="{66D081E0-86D5-4679-BCAB-9CF61A7085B5}" dt="2021-09-09T13:22:51.616" v="34" actId="1076"/>
          <ac:spMkLst>
            <pc:docMk/>
            <pc:sldMasterMk cId="350867294" sldId="2147483660"/>
            <ac:spMk id="4" creationId="{00000000-0000-0000-0000-000000000000}"/>
          </ac:spMkLst>
        </pc:spChg>
        <pc:spChg chg="mod">
          <ac:chgData name="Martin Hardy" userId="18c45b91-9529-4376-afee-15439663c977" providerId="ADAL" clId="{66D081E0-86D5-4679-BCAB-9CF61A7085B5}" dt="2021-09-09T13:22:51.616" v="34" actId="1076"/>
          <ac:spMkLst>
            <pc:docMk/>
            <pc:sldMasterMk cId="350867294" sldId="2147483660"/>
            <ac:spMk id="5" creationId="{00000000-0000-0000-0000-000000000000}"/>
          </ac:spMkLst>
        </pc:spChg>
        <pc:spChg chg="mod">
          <ac:chgData name="Martin Hardy" userId="18c45b91-9529-4376-afee-15439663c977" providerId="ADAL" clId="{66D081E0-86D5-4679-BCAB-9CF61A7085B5}" dt="2021-09-09T13:22:51.616" v="34" actId="1076"/>
          <ac:spMkLst>
            <pc:docMk/>
            <pc:sldMasterMk cId="350867294" sldId="2147483660"/>
            <ac:spMk id="6" creationId="{00000000-0000-0000-0000-000000000000}"/>
          </ac:spMkLst>
        </pc:spChg>
        <pc:picChg chg="mod">
          <ac:chgData name="Martin Hardy" userId="18c45b91-9529-4376-afee-15439663c977" providerId="ADAL" clId="{66D081E0-86D5-4679-BCAB-9CF61A7085B5}" dt="2021-09-09T13:22:39.912" v="33" actId="1076"/>
          <ac:picMkLst>
            <pc:docMk/>
            <pc:sldMasterMk cId="350867294" sldId="2147483660"/>
            <ac:picMk id="1026" creationId="{00000000-0000-0000-0000-000000000000}"/>
          </ac:picMkLst>
        </pc:picChg>
        <pc:sldLayoutChg chg="modSp mod">
          <pc:chgData name="Martin Hardy" userId="18c45b91-9529-4376-afee-15439663c977" providerId="ADAL" clId="{66D081E0-86D5-4679-BCAB-9CF61A7085B5}" dt="2021-09-09T13:23:33.532" v="40" actId="14100"/>
          <pc:sldLayoutMkLst>
            <pc:docMk/>
            <pc:sldMasterMk cId="350867294" sldId="2147483660"/>
            <pc:sldLayoutMk cId="383971261" sldId="2147483662"/>
          </pc:sldLayoutMkLst>
          <pc:spChg chg="mod">
            <ac:chgData name="Martin Hardy" userId="18c45b91-9529-4376-afee-15439663c977" providerId="ADAL" clId="{66D081E0-86D5-4679-BCAB-9CF61A7085B5}" dt="2021-09-09T13:23:33.532" v="40" actId="14100"/>
            <ac:spMkLst>
              <pc:docMk/>
              <pc:sldMasterMk cId="350867294" sldId="2147483660"/>
              <pc:sldLayoutMk cId="383971261" sldId="2147483662"/>
              <ac:spMk id="12" creationId="{00000000-0000-0000-0000-000000000000}"/>
            </ac:spMkLst>
          </pc:spChg>
        </pc:sldLayoutChg>
        <pc:sldLayoutChg chg="modSp mod">
          <pc:chgData name="Martin Hardy" userId="18c45b91-9529-4376-afee-15439663c977" providerId="ADAL" clId="{66D081E0-86D5-4679-BCAB-9CF61A7085B5}" dt="2021-09-09T13:23:42.067" v="41" actId="14100"/>
          <pc:sldLayoutMkLst>
            <pc:docMk/>
            <pc:sldMasterMk cId="350867294" sldId="2147483660"/>
            <pc:sldLayoutMk cId="3689046484" sldId="2147483664"/>
          </pc:sldLayoutMkLst>
          <pc:spChg chg="mod">
            <ac:chgData name="Martin Hardy" userId="18c45b91-9529-4376-afee-15439663c977" providerId="ADAL" clId="{66D081E0-86D5-4679-BCAB-9CF61A7085B5}" dt="2021-09-09T13:23:42.067" v="41" actId="14100"/>
            <ac:spMkLst>
              <pc:docMk/>
              <pc:sldMasterMk cId="350867294" sldId="2147483660"/>
              <pc:sldLayoutMk cId="3689046484" sldId="2147483664"/>
              <ac:spMk id="12" creationId="{00000000-0000-0000-0000-000000000000}"/>
            </ac:spMkLst>
          </pc:spChg>
          <pc:spChg chg="mod">
            <ac:chgData name="Martin Hardy" userId="18c45b91-9529-4376-afee-15439663c977" providerId="ADAL" clId="{66D081E0-86D5-4679-BCAB-9CF61A7085B5}" dt="2021-09-09T13:23:42.067" v="41" actId="14100"/>
            <ac:spMkLst>
              <pc:docMk/>
              <pc:sldMasterMk cId="350867294" sldId="2147483660"/>
              <pc:sldLayoutMk cId="3689046484" sldId="2147483664"/>
              <ac:spMk id="13" creationId="{00000000-0000-0000-0000-000000000000}"/>
            </ac:spMkLst>
          </pc:spChg>
        </pc:sldLayoutChg>
        <pc:sldLayoutChg chg="modSp mod">
          <pc:chgData name="Martin Hardy" userId="18c45b91-9529-4376-afee-15439663c977" providerId="ADAL" clId="{66D081E0-86D5-4679-BCAB-9CF61A7085B5}" dt="2021-09-09T13:23:47.316" v="42" actId="14100"/>
          <pc:sldLayoutMkLst>
            <pc:docMk/>
            <pc:sldMasterMk cId="350867294" sldId="2147483660"/>
            <pc:sldLayoutMk cId="1402649377" sldId="2147483665"/>
          </pc:sldLayoutMkLst>
          <pc:spChg chg="mod">
            <ac:chgData name="Martin Hardy" userId="18c45b91-9529-4376-afee-15439663c977" providerId="ADAL" clId="{66D081E0-86D5-4679-BCAB-9CF61A7085B5}" dt="2021-09-09T13:23:47.316" v="42" actId="14100"/>
            <ac:spMkLst>
              <pc:docMk/>
              <pc:sldMasterMk cId="350867294" sldId="2147483660"/>
              <pc:sldLayoutMk cId="1402649377" sldId="2147483665"/>
              <ac:spMk id="12" creationId="{00000000-0000-0000-0000-000000000000}"/>
            </ac:spMkLst>
          </pc:spChg>
          <pc:spChg chg="mod">
            <ac:chgData name="Martin Hardy" userId="18c45b91-9529-4376-afee-15439663c977" providerId="ADAL" clId="{66D081E0-86D5-4679-BCAB-9CF61A7085B5}" dt="2021-09-09T13:23:47.316" v="42" actId="14100"/>
            <ac:spMkLst>
              <pc:docMk/>
              <pc:sldMasterMk cId="350867294" sldId="2147483660"/>
              <pc:sldLayoutMk cId="1402649377" sldId="2147483665"/>
              <ac:spMk id="13" creationId="{00000000-0000-0000-0000-000000000000}"/>
            </ac:spMkLst>
          </pc:spChg>
        </pc:sldLayoutChg>
        <pc:sldLayoutChg chg="del">
          <pc:chgData name="Martin Hardy" userId="18c45b91-9529-4376-afee-15439663c977" providerId="ADAL" clId="{66D081E0-86D5-4679-BCAB-9CF61A7085B5}" dt="2021-09-09T13:15:57.607" v="13" actId="47"/>
          <pc:sldLayoutMkLst>
            <pc:docMk/>
            <pc:sldMasterMk cId="350867294" sldId="2147483660"/>
            <pc:sldLayoutMk cId="2660399911" sldId="2147483679"/>
          </pc:sldLayoutMkLst>
        </pc:sldLayoutChg>
        <pc:sldLayoutChg chg="del">
          <pc:chgData name="Martin Hardy" userId="18c45b91-9529-4376-afee-15439663c977" providerId="ADAL" clId="{66D081E0-86D5-4679-BCAB-9CF61A7085B5}" dt="2021-09-09T13:15:57.607" v="13" actId="47"/>
          <pc:sldLayoutMkLst>
            <pc:docMk/>
            <pc:sldMasterMk cId="350867294" sldId="2147483660"/>
            <pc:sldLayoutMk cId="1200347066" sldId="2147483680"/>
          </pc:sldLayoutMkLst>
        </pc:sldLayoutChg>
        <pc:sldLayoutChg chg="del">
          <pc:chgData name="Martin Hardy" userId="18c45b91-9529-4376-afee-15439663c977" providerId="ADAL" clId="{66D081E0-86D5-4679-BCAB-9CF61A7085B5}" dt="2021-09-09T13:15:57.607" v="13" actId="47"/>
          <pc:sldLayoutMkLst>
            <pc:docMk/>
            <pc:sldMasterMk cId="350867294" sldId="2147483660"/>
            <pc:sldLayoutMk cId="415577877" sldId="2147483681"/>
          </pc:sldLayoutMkLst>
        </pc:sldLayoutChg>
        <pc:sldLayoutChg chg="del">
          <pc:chgData name="Martin Hardy" userId="18c45b91-9529-4376-afee-15439663c977" providerId="ADAL" clId="{66D081E0-86D5-4679-BCAB-9CF61A7085B5}" dt="2021-09-09T13:15:57.607" v="13" actId="47"/>
          <pc:sldLayoutMkLst>
            <pc:docMk/>
            <pc:sldMasterMk cId="350867294" sldId="2147483660"/>
            <pc:sldLayoutMk cId="3566960655" sldId="2147483682"/>
          </pc:sldLayoutMkLst>
        </pc:sldLayoutChg>
        <pc:sldLayoutChg chg="del">
          <pc:chgData name="Martin Hardy" userId="18c45b91-9529-4376-afee-15439663c977" providerId="ADAL" clId="{66D081E0-86D5-4679-BCAB-9CF61A7085B5}" dt="2021-09-09T13:15:57.607" v="13" actId="47"/>
          <pc:sldLayoutMkLst>
            <pc:docMk/>
            <pc:sldMasterMk cId="350867294" sldId="2147483660"/>
            <pc:sldLayoutMk cId="1461714569" sldId="2147483683"/>
          </pc:sldLayoutMkLst>
        </pc:sldLayoutChg>
        <pc:sldLayoutChg chg="del">
          <pc:chgData name="Martin Hardy" userId="18c45b91-9529-4376-afee-15439663c977" providerId="ADAL" clId="{66D081E0-86D5-4679-BCAB-9CF61A7085B5}" dt="2021-09-09T13:15:57.607" v="13" actId="47"/>
          <pc:sldLayoutMkLst>
            <pc:docMk/>
            <pc:sldMasterMk cId="350867294" sldId="2147483660"/>
            <pc:sldLayoutMk cId="193336871" sldId="2147483684"/>
          </pc:sldLayoutMkLst>
        </pc:sldLayoutChg>
        <pc:sldLayoutChg chg="del">
          <pc:chgData name="Martin Hardy" userId="18c45b91-9529-4376-afee-15439663c977" providerId="ADAL" clId="{66D081E0-86D5-4679-BCAB-9CF61A7085B5}" dt="2021-09-09T13:15:57.607" v="13" actId="47"/>
          <pc:sldLayoutMkLst>
            <pc:docMk/>
            <pc:sldMasterMk cId="350867294" sldId="2147483660"/>
            <pc:sldLayoutMk cId="60018901" sldId="2147483685"/>
          </pc:sldLayoutMkLst>
        </pc:sldLayoutChg>
      </pc:sldMasterChg>
      <pc:sldMasterChg chg="modSldLayout">
        <pc:chgData name="Martin Hardy" userId="18c45b91-9529-4376-afee-15439663c977" providerId="ADAL" clId="{66D081E0-86D5-4679-BCAB-9CF61A7085B5}" dt="2021-09-09T13:46:48.107" v="409"/>
        <pc:sldMasterMkLst>
          <pc:docMk/>
          <pc:sldMasterMk cId="455246201" sldId="2147483679"/>
        </pc:sldMasterMkLst>
        <pc:sldLayoutChg chg="delSp">
          <pc:chgData name="Martin Hardy" userId="18c45b91-9529-4376-afee-15439663c977" providerId="ADAL" clId="{66D081E0-86D5-4679-BCAB-9CF61A7085B5}" dt="2021-09-09T13:46:48.107" v="409"/>
          <pc:sldLayoutMkLst>
            <pc:docMk/>
            <pc:sldMasterMk cId="455246201" sldId="2147483679"/>
            <pc:sldLayoutMk cId="28081810" sldId="2147483691"/>
          </pc:sldLayoutMkLst>
          <pc:picChg chg="del">
            <ac:chgData name="Martin Hardy" userId="18c45b91-9529-4376-afee-15439663c977" providerId="ADAL" clId="{66D081E0-86D5-4679-BCAB-9CF61A7085B5}" dt="2021-09-09T13:46:48.107" v="409"/>
            <ac:picMkLst>
              <pc:docMk/>
              <pc:sldMasterMk cId="455246201" sldId="2147483679"/>
              <pc:sldLayoutMk cId="28081810" sldId="2147483691"/>
              <ac:picMk id="3" creationId="{00000000-0000-0000-0000-000000000000}"/>
            </ac:picMkLst>
          </pc:picChg>
        </pc:sldLayoutChg>
        <pc:sldLayoutChg chg="delSp">
          <pc:chgData name="Martin Hardy" userId="18c45b91-9529-4376-afee-15439663c977" providerId="ADAL" clId="{66D081E0-86D5-4679-BCAB-9CF61A7085B5}" dt="2021-09-09T13:46:48.107" v="409"/>
          <pc:sldLayoutMkLst>
            <pc:docMk/>
            <pc:sldMasterMk cId="455246201" sldId="2147483679"/>
            <pc:sldLayoutMk cId="2013254949" sldId="2147483692"/>
          </pc:sldLayoutMkLst>
          <pc:picChg chg="del">
            <ac:chgData name="Martin Hardy" userId="18c45b91-9529-4376-afee-15439663c977" providerId="ADAL" clId="{66D081E0-86D5-4679-BCAB-9CF61A7085B5}" dt="2021-09-09T13:46:48.107" v="409"/>
            <ac:picMkLst>
              <pc:docMk/>
              <pc:sldMasterMk cId="455246201" sldId="2147483679"/>
              <pc:sldLayoutMk cId="2013254949" sldId="2147483692"/>
              <ac:picMk id="15" creationId="{00000000-0000-0000-0000-000000000000}"/>
            </ac:picMkLst>
          </pc:picChg>
        </pc:sldLayoutChg>
        <pc:sldLayoutChg chg="delSp">
          <pc:chgData name="Martin Hardy" userId="18c45b91-9529-4376-afee-15439663c977" providerId="ADAL" clId="{66D081E0-86D5-4679-BCAB-9CF61A7085B5}" dt="2021-09-09T13:46:48.107" v="409"/>
          <pc:sldLayoutMkLst>
            <pc:docMk/>
            <pc:sldMasterMk cId="455246201" sldId="2147483679"/>
            <pc:sldLayoutMk cId="707804487" sldId="2147483693"/>
          </pc:sldLayoutMkLst>
          <pc:picChg chg="del">
            <ac:chgData name="Martin Hardy" userId="18c45b91-9529-4376-afee-15439663c977" providerId="ADAL" clId="{66D081E0-86D5-4679-BCAB-9CF61A7085B5}" dt="2021-09-09T13:46:48.107" v="409"/>
            <ac:picMkLst>
              <pc:docMk/>
              <pc:sldMasterMk cId="455246201" sldId="2147483679"/>
              <pc:sldLayoutMk cId="707804487" sldId="2147483693"/>
              <ac:picMk id="10" creationId="{00000000-0000-0000-0000-000000000000}"/>
            </ac:picMkLst>
          </pc:picChg>
        </pc:sldLayoutChg>
      </pc:sldMasterChg>
      <pc:sldMasterChg chg="modSp addSldLayout modSldLayout">
        <pc:chgData name="Martin Hardy" userId="18c45b91-9529-4376-afee-15439663c977" providerId="ADAL" clId="{66D081E0-86D5-4679-BCAB-9CF61A7085B5}" dt="2021-09-09T15:14:10.156" v="1726" actId="121"/>
        <pc:sldMasterMkLst>
          <pc:docMk/>
          <pc:sldMasterMk cId="655748020" sldId="2147483736"/>
        </pc:sldMasterMkLst>
        <pc:spChg chg="mod">
          <ac:chgData name="Martin Hardy" userId="18c45b91-9529-4376-afee-15439663c977" providerId="ADAL" clId="{66D081E0-86D5-4679-BCAB-9CF61A7085B5}" dt="2021-09-09T13:55:57.576" v="501" actId="179"/>
          <ac:spMkLst>
            <pc:docMk/>
            <pc:sldMasterMk cId="655748020" sldId="2147483736"/>
            <ac:spMk id="3" creationId="{00000000-0000-0000-0000-000000000000}"/>
          </ac:spMkLst>
        </pc:spChg>
        <pc:spChg chg="mod">
          <ac:chgData name="Martin Hardy" userId="18c45b91-9529-4376-afee-15439663c977" providerId="ADAL" clId="{66D081E0-86D5-4679-BCAB-9CF61A7085B5}" dt="2021-09-09T15:14:10.156" v="1726" actId="121"/>
          <ac:spMkLst>
            <pc:docMk/>
            <pc:sldMasterMk cId="655748020" sldId="2147483736"/>
            <ac:spMk id="6" creationId="{00000000-0000-0000-0000-000000000000}"/>
          </ac:spMkLst>
        </pc:spChg>
        <pc:sldLayoutChg chg="delSp modSp mod">
          <pc:chgData name="Martin Hardy" userId="18c45b91-9529-4376-afee-15439663c977" providerId="ADAL" clId="{66D081E0-86D5-4679-BCAB-9CF61A7085B5}" dt="2021-09-09T14:36:39.472" v="1092" actId="478"/>
          <pc:sldLayoutMkLst>
            <pc:docMk/>
            <pc:sldMasterMk cId="655748020" sldId="2147483736"/>
            <pc:sldLayoutMk cId="1650402052" sldId="2147483739"/>
          </pc:sldLayoutMkLst>
          <pc:spChg chg="mod">
            <ac:chgData name="Martin Hardy" userId="18c45b91-9529-4376-afee-15439663c977" providerId="ADAL" clId="{66D081E0-86D5-4679-BCAB-9CF61A7085B5}" dt="2021-09-09T14:35:53.857" v="1086" actId="120"/>
            <ac:spMkLst>
              <pc:docMk/>
              <pc:sldMasterMk cId="655748020" sldId="2147483736"/>
              <pc:sldLayoutMk cId="1650402052" sldId="2147483739"/>
              <ac:spMk id="3" creationId="{00000000-0000-0000-0000-000000000000}"/>
            </ac:spMkLst>
          </pc:spChg>
          <pc:spChg chg="del">
            <ac:chgData name="Martin Hardy" userId="18c45b91-9529-4376-afee-15439663c977" providerId="ADAL" clId="{66D081E0-86D5-4679-BCAB-9CF61A7085B5}" dt="2021-09-09T14:36:39.472" v="1092" actId="478"/>
            <ac:spMkLst>
              <pc:docMk/>
              <pc:sldMasterMk cId="655748020" sldId="2147483736"/>
              <pc:sldLayoutMk cId="1650402052" sldId="2147483739"/>
              <ac:spMk id="4" creationId="{00000000-0000-0000-0000-000000000000}"/>
            </ac:spMkLst>
          </pc:spChg>
          <pc:spChg chg="del">
            <ac:chgData name="Martin Hardy" userId="18c45b91-9529-4376-afee-15439663c977" providerId="ADAL" clId="{66D081E0-86D5-4679-BCAB-9CF61A7085B5}" dt="2021-09-09T14:36:39.472" v="1092" actId="478"/>
            <ac:spMkLst>
              <pc:docMk/>
              <pc:sldMasterMk cId="655748020" sldId="2147483736"/>
              <pc:sldLayoutMk cId="1650402052" sldId="2147483739"/>
              <ac:spMk id="5" creationId="{00000000-0000-0000-0000-000000000000}"/>
            </ac:spMkLst>
          </pc:spChg>
          <pc:spChg chg="del mod">
            <ac:chgData name="Martin Hardy" userId="18c45b91-9529-4376-afee-15439663c977" providerId="ADAL" clId="{66D081E0-86D5-4679-BCAB-9CF61A7085B5}" dt="2021-09-09T14:36:39.472" v="1092" actId="478"/>
            <ac:spMkLst>
              <pc:docMk/>
              <pc:sldMasterMk cId="655748020" sldId="2147483736"/>
              <pc:sldLayoutMk cId="1650402052" sldId="2147483739"/>
              <ac:spMk id="6" creationId="{00000000-0000-0000-0000-000000000000}"/>
            </ac:spMkLst>
          </pc:spChg>
        </pc:sldLayoutChg>
        <pc:sldLayoutChg chg="addSp delSp mod">
          <pc:chgData name="Martin Hardy" userId="18c45b91-9529-4376-afee-15439663c977" providerId="ADAL" clId="{66D081E0-86D5-4679-BCAB-9CF61A7085B5}" dt="2021-09-09T14:36:31.231" v="1091" actId="478"/>
          <pc:sldLayoutMkLst>
            <pc:docMk/>
            <pc:sldMasterMk cId="655748020" sldId="2147483736"/>
            <pc:sldLayoutMk cId="1631986511" sldId="2147483748"/>
          </pc:sldLayoutMkLst>
          <pc:spChg chg="add del">
            <ac:chgData name="Martin Hardy" userId="18c45b91-9529-4376-afee-15439663c977" providerId="ADAL" clId="{66D081E0-86D5-4679-BCAB-9CF61A7085B5}" dt="2021-09-09T14:36:31.231" v="1091" actId="478"/>
            <ac:spMkLst>
              <pc:docMk/>
              <pc:sldMasterMk cId="655748020" sldId="2147483736"/>
              <pc:sldLayoutMk cId="1631986511" sldId="2147483748"/>
              <ac:spMk id="8" creationId="{00000000-0000-0000-0000-000000000000}"/>
            </ac:spMkLst>
          </pc:spChg>
          <pc:spChg chg="add del">
            <ac:chgData name="Martin Hardy" userId="18c45b91-9529-4376-afee-15439663c977" providerId="ADAL" clId="{66D081E0-86D5-4679-BCAB-9CF61A7085B5}" dt="2021-09-09T14:36:30.872" v="1090" actId="478"/>
            <ac:spMkLst>
              <pc:docMk/>
              <pc:sldMasterMk cId="655748020" sldId="2147483736"/>
              <pc:sldLayoutMk cId="1631986511" sldId="2147483748"/>
              <ac:spMk id="9" creationId="{00000000-0000-0000-0000-000000000000}"/>
            </ac:spMkLst>
          </pc:spChg>
        </pc:sldLayoutChg>
        <pc:sldLayoutChg chg="addSp delSp modSp add mod modTransition">
          <pc:chgData name="Martin Hardy" userId="18c45b91-9529-4376-afee-15439663c977" providerId="ADAL" clId="{66D081E0-86D5-4679-BCAB-9CF61A7085B5}" dt="2021-09-09T14:02:30.500" v="616" actId="14100"/>
          <pc:sldLayoutMkLst>
            <pc:docMk/>
            <pc:sldMasterMk cId="655748020" sldId="2147483736"/>
            <pc:sldLayoutMk cId="492361813" sldId="2147483750"/>
          </pc:sldLayoutMkLst>
          <pc:spChg chg="del mod">
            <ac:chgData name="Martin Hardy" userId="18c45b91-9529-4376-afee-15439663c977" providerId="ADAL" clId="{66D081E0-86D5-4679-BCAB-9CF61A7085B5}" dt="2021-09-09T14:02:17.275" v="612" actId="478"/>
            <ac:spMkLst>
              <pc:docMk/>
              <pc:sldMasterMk cId="655748020" sldId="2147483736"/>
              <pc:sldLayoutMk cId="492361813" sldId="2147483750"/>
              <ac:spMk id="3" creationId="{00000000-0000-0000-0000-000000000000}"/>
            </ac:spMkLst>
          </pc:spChg>
          <pc:spChg chg="add del">
            <ac:chgData name="Martin Hardy" userId="18c45b91-9529-4376-afee-15439663c977" providerId="ADAL" clId="{66D081E0-86D5-4679-BCAB-9CF61A7085B5}" dt="2021-09-09T14:02:09.260" v="610" actId="11529"/>
            <ac:spMkLst>
              <pc:docMk/>
              <pc:sldMasterMk cId="655748020" sldId="2147483736"/>
              <pc:sldLayoutMk cId="492361813" sldId="2147483750"/>
              <ac:spMk id="9" creationId="{7D3E1625-BF7E-4110-8F06-D31975C90B70}"/>
            </ac:spMkLst>
          </pc:spChg>
          <pc:spChg chg="add mod">
            <ac:chgData name="Martin Hardy" userId="18c45b91-9529-4376-afee-15439663c977" providerId="ADAL" clId="{66D081E0-86D5-4679-BCAB-9CF61A7085B5}" dt="2021-09-09T14:02:30.500" v="616" actId="14100"/>
            <ac:spMkLst>
              <pc:docMk/>
              <pc:sldMasterMk cId="655748020" sldId="2147483736"/>
              <pc:sldLayoutMk cId="492361813" sldId="2147483750"/>
              <ac:spMk id="10" creationId="{E22F0567-25D9-4E16-B7C8-8091D8F1115F}"/>
            </ac:spMkLst>
          </pc:spChg>
        </pc:sldLayoutChg>
      </pc:sldMasterChg>
    </pc:docChg>
  </pc:docChgLst>
  <pc:docChgLst>
    <pc:chgData name="Martin Hardy" userId="18c45b91-9529-4376-afee-15439663c977" providerId="ADAL" clId="{EFACD4D8-07FC-456A-B461-81D4FB3BE891}"/>
    <pc:docChg chg="undo redo custSel addSld delSld modSld sldOrd delSection modSection">
      <pc:chgData name="Martin Hardy" userId="18c45b91-9529-4376-afee-15439663c977" providerId="ADAL" clId="{EFACD4D8-07FC-456A-B461-81D4FB3BE891}" dt="2021-11-21T18:14:46.551" v="165"/>
      <pc:docMkLst>
        <pc:docMk/>
      </pc:docMkLst>
      <pc:sldChg chg="modSp mod">
        <pc:chgData name="Martin Hardy" userId="18c45b91-9529-4376-afee-15439663c977" providerId="ADAL" clId="{EFACD4D8-07FC-456A-B461-81D4FB3BE891}" dt="2021-11-21T18:14:32.679" v="162"/>
        <pc:sldMkLst>
          <pc:docMk/>
          <pc:sldMk cId="3737331811" sldId="257"/>
        </pc:sldMkLst>
        <pc:spChg chg="mod">
          <ac:chgData name="Martin Hardy" userId="18c45b91-9529-4376-afee-15439663c977" providerId="ADAL" clId="{EFACD4D8-07FC-456A-B461-81D4FB3BE891}" dt="2021-11-21T18:14:32.679" v="162"/>
          <ac:spMkLst>
            <pc:docMk/>
            <pc:sldMk cId="3737331811" sldId="257"/>
            <ac:spMk id="5" creationId="{9E480E55-15FD-4515-A046-9DB8D47B9CF5}"/>
          </ac:spMkLst>
        </pc:spChg>
      </pc:sldChg>
      <pc:sldChg chg="modSp mod">
        <pc:chgData name="Martin Hardy" userId="18c45b91-9529-4376-afee-15439663c977" providerId="ADAL" clId="{EFACD4D8-07FC-456A-B461-81D4FB3BE891}" dt="2021-11-21T18:14:27.458" v="161" actId="20577"/>
        <pc:sldMkLst>
          <pc:docMk/>
          <pc:sldMk cId="3809762583" sldId="266"/>
        </pc:sldMkLst>
        <pc:spChg chg="mod">
          <ac:chgData name="Martin Hardy" userId="18c45b91-9529-4376-afee-15439663c977" providerId="ADAL" clId="{EFACD4D8-07FC-456A-B461-81D4FB3BE891}" dt="2021-11-21T18:14:27.458" v="161" actId="20577"/>
          <ac:spMkLst>
            <pc:docMk/>
            <pc:sldMk cId="3809762583" sldId="266"/>
            <ac:spMk id="3" creationId="{0079E3F9-6F3C-4C12-89C1-4DD38088FAB3}"/>
          </ac:spMkLst>
        </pc:spChg>
      </pc:sldChg>
      <pc:sldChg chg="modSp del mod">
        <pc:chgData name="Martin Hardy" userId="18c45b91-9529-4376-afee-15439663c977" providerId="ADAL" clId="{EFACD4D8-07FC-456A-B461-81D4FB3BE891}" dt="2021-11-21T18:12:11.096" v="133" actId="47"/>
        <pc:sldMkLst>
          <pc:docMk/>
          <pc:sldMk cId="886089098" sldId="284"/>
        </pc:sldMkLst>
        <pc:spChg chg="mod">
          <ac:chgData name="Martin Hardy" userId="18c45b91-9529-4376-afee-15439663c977" providerId="ADAL" clId="{EFACD4D8-07FC-456A-B461-81D4FB3BE891}" dt="2021-11-21T18:10:50.326" v="65"/>
          <ac:spMkLst>
            <pc:docMk/>
            <pc:sldMk cId="886089098" sldId="284"/>
            <ac:spMk id="3" creationId="{FF40BA11-D48C-44C4-AB14-9B66EBE9965D}"/>
          </ac:spMkLst>
        </pc:spChg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2282098802" sldId="307"/>
        </pc:sldMkLst>
      </pc:sldChg>
      <pc:sldChg chg="modSp mod">
        <pc:chgData name="Martin Hardy" userId="18c45b91-9529-4376-afee-15439663c977" providerId="ADAL" clId="{EFACD4D8-07FC-456A-B461-81D4FB3BE891}" dt="2021-11-21T18:12:43.345" v="150" actId="14100"/>
        <pc:sldMkLst>
          <pc:docMk/>
          <pc:sldMk cId="3984742994" sldId="385"/>
        </pc:sldMkLst>
        <pc:spChg chg="mod">
          <ac:chgData name="Martin Hardy" userId="18c45b91-9529-4376-afee-15439663c977" providerId="ADAL" clId="{EFACD4D8-07FC-456A-B461-81D4FB3BE891}" dt="2021-11-21T18:12:43.345" v="150" actId="14100"/>
          <ac:spMkLst>
            <pc:docMk/>
            <pc:sldMk cId="3984742994" sldId="385"/>
            <ac:spMk id="4" creationId="{118D370F-35B5-48D0-96EF-1611F902316F}"/>
          </ac:spMkLst>
        </pc:spChg>
        <pc:spChg chg="mod">
          <ac:chgData name="Martin Hardy" userId="18c45b91-9529-4376-afee-15439663c977" providerId="ADAL" clId="{EFACD4D8-07FC-456A-B461-81D4FB3BE891}" dt="2021-11-21T18:12:28.003" v="147" actId="6549"/>
          <ac:spMkLst>
            <pc:docMk/>
            <pc:sldMk cId="3984742994" sldId="385"/>
            <ac:spMk id="7" creationId="{017C7709-0095-490C-84F5-03FAED028645}"/>
          </ac:spMkLst>
        </pc:spChg>
        <pc:spChg chg="mod">
          <ac:chgData name="Martin Hardy" userId="18c45b91-9529-4376-afee-15439663c977" providerId="ADAL" clId="{EFACD4D8-07FC-456A-B461-81D4FB3BE891}" dt="2021-11-21T18:12:25.024" v="145" actId="6549"/>
          <ac:spMkLst>
            <pc:docMk/>
            <pc:sldMk cId="3984742994" sldId="385"/>
            <ac:spMk id="8" creationId="{70590DA8-4F20-430F-95A3-F7B47E65B073}"/>
          </ac:spMkLst>
        </pc:spChg>
        <pc:spChg chg="mod">
          <ac:chgData name="Martin Hardy" userId="18c45b91-9529-4376-afee-15439663c977" providerId="ADAL" clId="{EFACD4D8-07FC-456A-B461-81D4FB3BE891}" dt="2021-11-21T18:12:26.609" v="146" actId="6549"/>
          <ac:spMkLst>
            <pc:docMk/>
            <pc:sldMk cId="3984742994" sldId="385"/>
            <ac:spMk id="9" creationId="{3C2D7E8A-A872-4F81-BEA6-1666C90551BC}"/>
          </ac:spMkLst>
        </pc:spChg>
        <pc:spChg chg="mod">
          <ac:chgData name="Martin Hardy" userId="18c45b91-9529-4376-afee-15439663c977" providerId="ADAL" clId="{EFACD4D8-07FC-456A-B461-81D4FB3BE891}" dt="2021-11-21T18:12:30.376" v="149"/>
          <ac:spMkLst>
            <pc:docMk/>
            <pc:sldMk cId="3984742994" sldId="385"/>
            <ac:spMk id="11" creationId="{43DDC76A-0058-4C7E-B997-FBA61D16F64A}"/>
          </ac:spMkLst>
        </pc:spChg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1566901393" sldId="404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3623423605" sldId="441"/>
        </pc:sldMkLst>
      </pc:sldChg>
      <pc:sldChg chg="del">
        <pc:chgData name="Martin Hardy" userId="18c45b91-9529-4376-afee-15439663c977" providerId="ADAL" clId="{EFACD4D8-07FC-456A-B461-81D4FB3BE891}" dt="2021-11-21T18:09:51.772" v="36" actId="47"/>
        <pc:sldMkLst>
          <pc:docMk/>
          <pc:sldMk cId="2076210858" sldId="443"/>
        </pc:sldMkLst>
      </pc:sldChg>
      <pc:sldChg chg="del">
        <pc:chgData name="Martin Hardy" userId="18c45b91-9529-4376-afee-15439663c977" providerId="ADAL" clId="{EFACD4D8-07FC-456A-B461-81D4FB3BE891}" dt="2021-11-21T18:09:51.772" v="36" actId="47"/>
        <pc:sldMkLst>
          <pc:docMk/>
          <pc:sldMk cId="3159948349" sldId="444"/>
        </pc:sldMkLst>
      </pc:sldChg>
      <pc:sldChg chg="del">
        <pc:chgData name="Martin Hardy" userId="18c45b91-9529-4376-afee-15439663c977" providerId="ADAL" clId="{EFACD4D8-07FC-456A-B461-81D4FB3BE891}" dt="2021-11-21T18:09:51.772" v="36" actId="47"/>
        <pc:sldMkLst>
          <pc:docMk/>
          <pc:sldMk cId="3722124777" sldId="445"/>
        </pc:sldMkLst>
      </pc:sldChg>
      <pc:sldChg chg="del">
        <pc:chgData name="Martin Hardy" userId="18c45b91-9529-4376-afee-15439663c977" providerId="ADAL" clId="{EFACD4D8-07FC-456A-B461-81D4FB3BE891}" dt="2021-11-21T18:09:51.772" v="36" actId="47"/>
        <pc:sldMkLst>
          <pc:docMk/>
          <pc:sldMk cId="1788250569" sldId="446"/>
        </pc:sldMkLst>
      </pc:sldChg>
      <pc:sldChg chg="del">
        <pc:chgData name="Martin Hardy" userId="18c45b91-9529-4376-afee-15439663c977" providerId="ADAL" clId="{EFACD4D8-07FC-456A-B461-81D4FB3BE891}" dt="2021-11-21T18:09:51.772" v="36" actId="47"/>
        <pc:sldMkLst>
          <pc:docMk/>
          <pc:sldMk cId="651974777" sldId="447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4095617744" sldId="448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3699837413" sldId="449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1510730108" sldId="450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1598998871" sldId="451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2990396403" sldId="452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3736285569" sldId="454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3459422676" sldId="455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314784796" sldId="456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206301494" sldId="457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1952948010" sldId="458"/>
        </pc:sldMkLst>
      </pc:sldChg>
      <pc:sldChg chg="del">
        <pc:chgData name="Martin Hardy" userId="18c45b91-9529-4376-afee-15439663c977" providerId="ADAL" clId="{EFACD4D8-07FC-456A-B461-81D4FB3BE891}" dt="2021-11-21T18:09:30.051" v="31" actId="47"/>
        <pc:sldMkLst>
          <pc:docMk/>
          <pc:sldMk cId="2621454265" sldId="459"/>
        </pc:sldMkLst>
      </pc:sldChg>
      <pc:sldChg chg="modSp mod">
        <pc:chgData name="Martin Hardy" userId="18c45b91-9529-4376-afee-15439663c977" providerId="ADAL" clId="{EFACD4D8-07FC-456A-B461-81D4FB3BE891}" dt="2021-11-21T18:09:38.147" v="35" actId="27636"/>
        <pc:sldMkLst>
          <pc:docMk/>
          <pc:sldMk cId="744634294" sldId="460"/>
        </pc:sldMkLst>
        <pc:spChg chg="mod">
          <ac:chgData name="Martin Hardy" userId="18c45b91-9529-4376-afee-15439663c977" providerId="ADAL" clId="{EFACD4D8-07FC-456A-B461-81D4FB3BE891}" dt="2021-11-21T18:09:38.147" v="35" actId="27636"/>
          <ac:spMkLst>
            <pc:docMk/>
            <pc:sldMk cId="744634294" sldId="460"/>
            <ac:spMk id="6" creationId="{876DFEC8-72C1-4267-95BF-09EC053EF818}"/>
          </ac:spMkLst>
        </pc:spChg>
        <pc:spChg chg="mod">
          <ac:chgData name="Martin Hardy" userId="18c45b91-9529-4376-afee-15439663c977" providerId="ADAL" clId="{EFACD4D8-07FC-456A-B461-81D4FB3BE891}" dt="2021-11-21T18:09:36.273" v="33" actId="27636"/>
          <ac:spMkLst>
            <pc:docMk/>
            <pc:sldMk cId="744634294" sldId="460"/>
            <ac:spMk id="7" creationId="{D0C379DD-AAAE-4A42-92D8-5145241CBF73}"/>
          </ac:spMkLst>
        </pc:spChg>
      </pc:sldChg>
      <pc:sldChg chg="modSp add mod ord">
        <pc:chgData name="Martin Hardy" userId="18c45b91-9529-4376-afee-15439663c977" providerId="ADAL" clId="{EFACD4D8-07FC-456A-B461-81D4FB3BE891}" dt="2021-11-21T18:14:41.728" v="163"/>
        <pc:sldMkLst>
          <pc:docMk/>
          <pc:sldMk cId="1547788328" sldId="461"/>
        </pc:sldMkLst>
        <pc:spChg chg="mod">
          <ac:chgData name="Martin Hardy" userId="18c45b91-9529-4376-afee-15439663c977" providerId="ADAL" clId="{EFACD4D8-07FC-456A-B461-81D4FB3BE891}" dt="2021-11-21T18:11:47.887" v="125" actId="20577"/>
          <ac:spMkLst>
            <pc:docMk/>
            <pc:sldMk cId="1547788328" sldId="461"/>
            <ac:spMk id="2" creationId="{905CDD7D-A2BF-4AA3-8565-D7BACF492C21}"/>
          </ac:spMkLst>
        </pc:spChg>
        <pc:spChg chg="mod">
          <ac:chgData name="Martin Hardy" userId="18c45b91-9529-4376-afee-15439663c977" providerId="ADAL" clId="{EFACD4D8-07FC-456A-B461-81D4FB3BE891}" dt="2021-11-21T18:14:41.728" v="163"/>
          <ac:spMkLst>
            <pc:docMk/>
            <pc:sldMk cId="1547788328" sldId="461"/>
            <ac:spMk id="3" creationId="{0079E3F9-6F3C-4C12-89C1-4DD38088FAB3}"/>
          </ac:spMkLst>
        </pc:spChg>
      </pc:sldChg>
      <pc:sldChg chg="del">
        <pc:chgData name="Martin Hardy" userId="18c45b91-9529-4376-afee-15439663c977" providerId="ADAL" clId="{EFACD4D8-07FC-456A-B461-81D4FB3BE891}" dt="2021-11-21T18:09:30.051" v="31" actId="47"/>
        <pc:sldMkLst>
          <pc:docMk/>
          <pc:sldMk cId="3291375500" sldId="462"/>
        </pc:sldMkLst>
      </pc:sldChg>
      <pc:sldChg chg="modSp add mod">
        <pc:chgData name="Martin Hardy" userId="18c45b91-9529-4376-afee-15439663c977" providerId="ADAL" clId="{EFACD4D8-07FC-456A-B461-81D4FB3BE891}" dt="2021-11-21T18:14:44.239" v="164"/>
        <pc:sldMkLst>
          <pc:docMk/>
          <pc:sldMk cId="3877086628" sldId="462"/>
        </pc:sldMkLst>
        <pc:spChg chg="mod">
          <ac:chgData name="Martin Hardy" userId="18c45b91-9529-4376-afee-15439663c977" providerId="ADAL" clId="{EFACD4D8-07FC-456A-B461-81D4FB3BE891}" dt="2021-11-21T18:12:00.040" v="131" actId="20577"/>
          <ac:spMkLst>
            <pc:docMk/>
            <pc:sldMk cId="3877086628" sldId="462"/>
            <ac:spMk id="2" creationId="{905CDD7D-A2BF-4AA3-8565-D7BACF492C21}"/>
          </ac:spMkLst>
        </pc:spChg>
        <pc:spChg chg="mod">
          <ac:chgData name="Martin Hardy" userId="18c45b91-9529-4376-afee-15439663c977" providerId="ADAL" clId="{EFACD4D8-07FC-456A-B461-81D4FB3BE891}" dt="2021-11-21T18:14:44.239" v="164"/>
          <ac:spMkLst>
            <pc:docMk/>
            <pc:sldMk cId="3877086628" sldId="462"/>
            <ac:spMk id="3" creationId="{0079E3F9-6F3C-4C12-89C1-4DD38088FAB3}"/>
          </ac:spMkLst>
        </pc:spChg>
      </pc:sldChg>
      <pc:sldChg chg="del">
        <pc:chgData name="Martin Hardy" userId="18c45b91-9529-4376-afee-15439663c977" providerId="ADAL" clId="{EFACD4D8-07FC-456A-B461-81D4FB3BE891}" dt="2021-11-21T18:09:30.051" v="31" actId="47"/>
        <pc:sldMkLst>
          <pc:docMk/>
          <pc:sldMk cId="2024468723" sldId="463"/>
        </pc:sldMkLst>
      </pc:sldChg>
      <pc:sldChg chg="modSp add mod">
        <pc:chgData name="Martin Hardy" userId="18c45b91-9529-4376-afee-15439663c977" providerId="ADAL" clId="{EFACD4D8-07FC-456A-B461-81D4FB3BE891}" dt="2021-11-21T18:14:46.551" v="165"/>
        <pc:sldMkLst>
          <pc:docMk/>
          <pc:sldMk cId="3125962198" sldId="463"/>
        </pc:sldMkLst>
        <pc:spChg chg="mod">
          <ac:chgData name="Martin Hardy" userId="18c45b91-9529-4376-afee-15439663c977" providerId="ADAL" clId="{EFACD4D8-07FC-456A-B461-81D4FB3BE891}" dt="2021-11-21T18:12:17.928" v="144" actId="20577"/>
          <ac:spMkLst>
            <pc:docMk/>
            <pc:sldMk cId="3125962198" sldId="463"/>
            <ac:spMk id="2" creationId="{905CDD7D-A2BF-4AA3-8565-D7BACF492C21}"/>
          </ac:spMkLst>
        </pc:spChg>
        <pc:spChg chg="mod">
          <ac:chgData name="Martin Hardy" userId="18c45b91-9529-4376-afee-15439663c977" providerId="ADAL" clId="{EFACD4D8-07FC-456A-B461-81D4FB3BE891}" dt="2021-11-21T18:14:46.551" v="165"/>
          <ac:spMkLst>
            <pc:docMk/>
            <pc:sldMk cId="3125962198" sldId="463"/>
            <ac:spMk id="3" creationId="{0079E3F9-6F3C-4C12-89C1-4DD38088FAB3}"/>
          </ac:spMkLst>
        </pc:spChg>
      </pc:sldChg>
      <pc:sldChg chg="del">
        <pc:chgData name="Martin Hardy" userId="18c45b91-9529-4376-afee-15439663c977" providerId="ADAL" clId="{EFACD4D8-07FC-456A-B461-81D4FB3BE891}" dt="2021-11-21T18:09:30.051" v="31" actId="47"/>
        <pc:sldMkLst>
          <pc:docMk/>
          <pc:sldMk cId="2005258616" sldId="464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3249697682" sldId="465"/>
        </pc:sldMkLst>
      </pc:sldChg>
      <pc:sldChg chg="del">
        <pc:chgData name="Martin Hardy" userId="18c45b91-9529-4376-afee-15439663c977" providerId="ADAL" clId="{EFACD4D8-07FC-456A-B461-81D4FB3BE891}" dt="2021-11-21T18:09:22.117" v="30" actId="18676"/>
        <pc:sldMkLst>
          <pc:docMk/>
          <pc:sldMk cId="3856919106" sldId="466"/>
        </pc:sldMkLst>
      </pc:sldChg>
    </pc:docChg>
  </pc:docChgLst>
  <pc:docChgLst>
    <pc:chgData name="Martin Hardy" userId="18c45b91-9529-4376-afee-15439663c977" providerId="ADAL" clId="{9C2A172C-4F57-47AD-BDCB-D128E2375DE9}"/>
    <pc:docChg chg="undo redo custSel addSld delSld modSld sldOrd delMainMaster modMainMaster addSection delSection modSection modNotesMaster modShowInfo">
      <pc:chgData name="Martin Hardy" userId="18c45b91-9529-4376-afee-15439663c977" providerId="ADAL" clId="{9C2A172C-4F57-47AD-BDCB-D128E2375DE9}" dt="2021-12-05T15:55:46.284" v="8514" actId="6549"/>
      <pc:docMkLst>
        <pc:docMk/>
      </pc:docMkLst>
      <pc:sldChg chg="modSp mod">
        <pc:chgData name="Martin Hardy" userId="18c45b91-9529-4376-afee-15439663c977" providerId="ADAL" clId="{9C2A172C-4F57-47AD-BDCB-D128E2375DE9}" dt="2021-12-01T16:39:49.208" v="4499" actId="20577"/>
        <pc:sldMkLst>
          <pc:docMk/>
          <pc:sldMk cId="3737331811" sldId="257"/>
        </pc:sldMkLst>
        <pc:spChg chg="mod">
          <ac:chgData name="Martin Hardy" userId="18c45b91-9529-4376-afee-15439663c977" providerId="ADAL" clId="{9C2A172C-4F57-47AD-BDCB-D128E2375DE9}" dt="2021-12-01T16:39:49.208" v="4499" actId="20577"/>
          <ac:spMkLst>
            <pc:docMk/>
            <pc:sldMk cId="3737331811" sldId="257"/>
            <ac:spMk id="5" creationId="{9E480E55-15FD-4515-A046-9DB8D47B9CF5}"/>
          </ac:spMkLst>
        </pc:spChg>
      </pc:sldChg>
      <pc:sldChg chg="del">
        <pc:chgData name="Martin Hardy" userId="18c45b91-9529-4376-afee-15439663c977" providerId="ADAL" clId="{9C2A172C-4F57-47AD-BDCB-D128E2375DE9}" dt="2021-11-27T20:34:53.808" v="47" actId="47"/>
        <pc:sldMkLst>
          <pc:docMk/>
          <pc:sldMk cId="3809762583" sldId="266"/>
        </pc:sldMkLst>
      </pc:sldChg>
      <pc:sldChg chg="delSp add del setBg delDesignElem">
        <pc:chgData name="Martin Hardy" userId="18c45b91-9529-4376-afee-15439663c977" providerId="ADAL" clId="{9C2A172C-4F57-47AD-BDCB-D128E2375DE9}" dt="2021-11-28T14:55:26.942" v="512" actId="47"/>
        <pc:sldMkLst>
          <pc:docMk/>
          <pc:sldMk cId="2265354228" sldId="361"/>
        </pc:sldMkLst>
        <pc:spChg chg="del">
          <ac:chgData name="Martin Hardy" userId="18c45b91-9529-4376-afee-15439663c977" providerId="ADAL" clId="{9C2A172C-4F57-47AD-BDCB-D128E2375DE9}" dt="2021-11-27T20:35:18.891" v="51"/>
          <ac:spMkLst>
            <pc:docMk/>
            <pc:sldMk cId="2265354228" sldId="361"/>
            <ac:spMk id="13" creationId="{3A8EC506-B1DA-46A1-B44D-774E68468E13}"/>
          </ac:spMkLst>
        </pc:spChg>
        <pc:spChg chg="del">
          <ac:chgData name="Martin Hardy" userId="18c45b91-9529-4376-afee-15439663c977" providerId="ADAL" clId="{9C2A172C-4F57-47AD-BDCB-D128E2375DE9}" dt="2021-11-27T20:35:18.891" v="51"/>
          <ac:spMkLst>
            <pc:docMk/>
            <pc:sldMk cId="2265354228" sldId="361"/>
            <ac:spMk id="18" creationId="{BFF30785-305E-45D7-984F-5AA93D3CA561}"/>
          </ac:spMkLst>
        </pc:spChg>
        <pc:spChg chg="del">
          <ac:chgData name="Martin Hardy" userId="18c45b91-9529-4376-afee-15439663c977" providerId="ADAL" clId="{9C2A172C-4F57-47AD-BDCB-D128E2375DE9}" dt="2021-11-27T20:35:18.891" v="51"/>
          <ac:spMkLst>
            <pc:docMk/>
            <pc:sldMk cId="2265354228" sldId="361"/>
            <ac:spMk id="22" creationId="{CA73784B-AC76-4BAD-93AF-C72D0EDFD715}"/>
          </ac:spMkLst>
        </pc:spChg>
        <pc:cxnChg chg="del">
          <ac:chgData name="Martin Hardy" userId="18c45b91-9529-4376-afee-15439663c977" providerId="ADAL" clId="{9C2A172C-4F57-47AD-BDCB-D128E2375DE9}" dt="2021-11-27T20:35:18.891" v="51"/>
          <ac:cxnSpMkLst>
            <pc:docMk/>
            <pc:sldMk cId="2265354228" sldId="361"/>
            <ac:cxnSpMk id="20" creationId="{15E01FA5-D766-43CA-A83D-E7CF3F04E96F}"/>
          </ac:cxnSpMkLst>
        </pc:cxnChg>
        <pc:cxnChg chg="del">
          <ac:chgData name="Martin Hardy" userId="18c45b91-9529-4376-afee-15439663c977" providerId="ADAL" clId="{9C2A172C-4F57-47AD-BDCB-D128E2375DE9}" dt="2021-11-27T20:35:18.891" v="51"/>
          <ac:cxnSpMkLst>
            <pc:docMk/>
            <pc:sldMk cId="2265354228" sldId="361"/>
            <ac:cxnSpMk id="24" creationId="{811DCF04-0C7C-44FC-8246-FC8D736B1A71}"/>
          </ac:cxnSpMkLst>
        </pc:cxnChg>
      </pc:sldChg>
      <pc:sldChg chg="addSp delSp modSp add del mod modTransition delAnim modAnim chgLayout modNotesTx">
        <pc:chgData name="Martin Hardy" userId="18c45b91-9529-4376-afee-15439663c977" providerId="ADAL" clId="{9C2A172C-4F57-47AD-BDCB-D128E2375DE9}" dt="2021-12-04T14:26:37.359" v="8500"/>
        <pc:sldMkLst>
          <pc:docMk/>
          <pc:sldMk cId="3984742994" sldId="385"/>
        </pc:sldMkLst>
        <pc:spChg chg="del mod">
          <ac:chgData name="Martin Hardy" userId="18c45b91-9529-4376-afee-15439663c977" providerId="ADAL" clId="{9C2A172C-4F57-47AD-BDCB-D128E2375DE9}" dt="2021-11-27T20:40:38.526" v="64" actId="700"/>
          <ac:spMkLst>
            <pc:docMk/>
            <pc:sldMk cId="3984742994" sldId="385"/>
            <ac:spMk id="2" creationId="{136A748A-1F80-4680-A5BC-E2AF0526BCFD}"/>
          </ac:spMkLst>
        </pc:spChg>
        <pc:spChg chg="del mod">
          <ac:chgData name="Martin Hardy" userId="18c45b91-9529-4376-afee-15439663c977" providerId="ADAL" clId="{9C2A172C-4F57-47AD-BDCB-D128E2375DE9}" dt="2021-11-27T20:40:38.526" v="64" actId="700"/>
          <ac:spMkLst>
            <pc:docMk/>
            <pc:sldMk cId="3984742994" sldId="385"/>
            <ac:spMk id="4" creationId="{00000000-0000-0000-0000-000000000000}"/>
          </ac:spMkLst>
        </pc:spChg>
        <pc:spChg chg="mod ord">
          <ac:chgData name="Martin Hardy" userId="18c45b91-9529-4376-afee-15439663c977" providerId="ADAL" clId="{9C2A172C-4F57-47AD-BDCB-D128E2375DE9}" dt="2021-11-27T20:40:38.526" v="64" actId="700"/>
          <ac:spMkLst>
            <pc:docMk/>
            <pc:sldMk cId="3984742994" sldId="385"/>
            <ac:spMk id="5" creationId="{11CD095E-BBA4-47E4-8D53-713C7B022F16}"/>
          </ac:spMkLst>
        </pc:spChg>
        <pc:spChg chg="mod ord">
          <ac:chgData name="Martin Hardy" userId="18c45b91-9529-4376-afee-15439663c977" providerId="ADAL" clId="{9C2A172C-4F57-47AD-BDCB-D128E2375DE9}" dt="2021-11-27T20:40:38.526" v="64" actId="700"/>
          <ac:spMkLst>
            <pc:docMk/>
            <pc:sldMk cId="3984742994" sldId="385"/>
            <ac:spMk id="6" creationId="{6ABA69B2-4B03-4A7D-8B27-DCCE00ACB29D}"/>
          </ac:spMkLst>
        </pc:spChg>
        <pc:spChg chg="add del mod">
          <ac:chgData name="Martin Hardy" userId="18c45b91-9529-4376-afee-15439663c977" providerId="ADAL" clId="{9C2A172C-4F57-47AD-BDCB-D128E2375DE9}" dt="2021-11-27T20:40:38.526" v="64" actId="700"/>
          <ac:spMkLst>
            <pc:docMk/>
            <pc:sldMk cId="3984742994" sldId="385"/>
            <ac:spMk id="7" creationId="{828CDBC8-F944-4DAF-8884-8685E81F18C7}"/>
          </ac:spMkLst>
        </pc:spChg>
        <pc:spChg chg="add mod ord">
          <ac:chgData name="Martin Hardy" userId="18c45b91-9529-4376-afee-15439663c977" providerId="ADAL" clId="{9C2A172C-4F57-47AD-BDCB-D128E2375DE9}" dt="2021-11-28T14:49:34.092" v="430" actId="20577"/>
          <ac:spMkLst>
            <pc:docMk/>
            <pc:sldMk cId="3984742994" sldId="385"/>
            <ac:spMk id="8" creationId="{E99D622C-179B-49EB-B252-49D05D962B34}"/>
          </ac:spMkLst>
        </pc:spChg>
        <pc:spChg chg="add mod ord">
          <ac:chgData name="Martin Hardy" userId="18c45b91-9529-4376-afee-15439663c977" providerId="ADAL" clId="{9C2A172C-4F57-47AD-BDCB-D128E2375DE9}" dt="2021-12-01T14:49:31.179" v="4000" actId="20577"/>
          <ac:spMkLst>
            <pc:docMk/>
            <pc:sldMk cId="3984742994" sldId="385"/>
            <ac:spMk id="10" creationId="{67F2592F-024C-411D-B9F0-CD17FCE67B7A}"/>
          </ac:spMkLst>
        </pc:spChg>
        <pc:spChg chg="mod ord">
          <ac:chgData name="Martin Hardy" userId="18c45b91-9529-4376-afee-15439663c977" providerId="ADAL" clId="{9C2A172C-4F57-47AD-BDCB-D128E2375DE9}" dt="2021-11-27T20:40:38.526" v="64" actId="700"/>
          <ac:spMkLst>
            <pc:docMk/>
            <pc:sldMk cId="3984742994" sldId="385"/>
            <ac:spMk id="11" creationId="{43DDC76A-0058-4C7E-B997-FBA61D16F64A}"/>
          </ac:spMkLst>
        </pc:spChg>
        <pc:spChg chg="add mod ord">
          <ac:chgData name="Martin Hardy" userId="18c45b91-9529-4376-afee-15439663c977" providerId="ADAL" clId="{9C2A172C-4F57-47AD-BDCB-D128E2375DE9}" dt="2021-11-28T14:47:51.276" v="410" actId="20577"/>
          <ac:spMkLst>
            <pc:docMk/>
            <pc:sldMk cId="3984742994" sldId="385"/>
            <ac:spMk id="12" creationId="{DF82E0B5-469C-4466-B0F1-DFE0CF91555F}"/>
          </ac:spMkLst>
        </pc:spChg>
        <pc:picChg chg="add del mod">
          <ac:chgData name="Martin Hardy" userId="18c45b91-9529-4376-afee-15439663c977" providerId="ADAL" clId="{9C2A172C-4F57-47AD-BDCB-D128E2375DE9}" dt="2021-12-01T14:53:50.730" v="4005"/>
          <ac:picMkLst>
            <pc:docMk/>
            <pc:sldMk cId="3984742994" sldId="385"/>
            <ac:picMk id="2" creationId="{1524AB79-AF08-4B87-8E71-AE75063E3EC9}"/>
          </ac:picMkLst>
        </pc:picChg>
        <pc:picChg chg="add del mod">
          <ac:chgData name="Martin Hardy" userId="18c45b91-9529-4376-afee-15439663c977" providerId="ADAL" clId="{9C2A172C-4F57-47AD-BDCB-D128E2375DE9}" dt="2021-12-01T14:54:35.824" v="4007"/>
          <ac:picMkLst>
            <pc:docMk/>
            <pc:sldMk cId="3984742994" sldId="385"/>
            <ac:picMk id="3" creationId="{68F98315-30FF-4741-B8DB-8E9F52983B16}"/>
          </ac:picMkLst>
        </pc:picChg>
        <pc:picChg chg="add del mod">
          <ac:chgData name="Martin Hardy" userId="18c45b91-9529-4376-afee-15439663c977" providerId="ADAL" clId="{9C2A172C-4F57-47AD-BDCB-D128E2375DE9}" dt="2021-12-01T14:55:23.636" v="4009" actId="478"/>
          <ac:picMkLst>
            <pc:docMk/>
            <pc:sldMk cId="3984742994" sldId="385"/>
            <ac:picMk id="4" creationId="{BA2A0F0C-86E3-4663-B7F2-1FA2E568D2E5}"/>
          </ac:picMkLst>
        </pc:picChg>
        <pc:picChg chg="add del mod">
          <ac:chgData name="Martin Hardy" userId="18c45b91-9529-4376-afee-15439663c977" providerId="ADAL" clId="{9C2A172C-4F57-47AD-BDCB-D128E2375DE9}" dt="2021-12-01T14:58:45.441" v="4104"/>
          <ac:picMkLst>
            <pc:docMk/>
            <pc:sldMk cId="3984742994" sldId="385"/>
            <ac:picMk id="7" creationId="{63135368-ADD5-4872-827B-691DCC8CFE2C}"/>
          </ac:picMkLst>
        </pc:picChg>
        <pc:picChg chg="del">
          <ac:chgData name="Martin Hardy" userId="18c45b91-9529-4376-afee-15439663c977" providerId="ADAL" clId="{9C2A172C-4F57-47AD-BDCB-D128E2375DE9}" dt="2021-11-27T20:40:31.855" v="63" actId="478"/>
          <ac:picMkLst>
            <pc:docMk/>
            <pc:sldMk cId="3984742994" sldId="385"/>
            <ac:picMk id="9" creationId="{00000000-0000-0000-0000-000000000000}"/>
          </ac:picMkLst>
        </pc:picChg>
        <pc:picChg chg="add del mod">
          <ac:chgData name="Martin Hardy" userId="18c45b91-9529-4376-afee-15439663c977" providerId="ADAL" clId="{9C2A172C-4F57-47AD-BDCB-D128E2375DE9}" dt="2021-12-01T14:59:46.750" v="4106"/>
          <ac:picMkLst>
            <pc:docMk/>
            <pc:sldMk cId="3984742994" sldId="385"/>
            <ac:picMk id="9" creationId="{00857CFC-C8C2-457E-B768-FE8385F7157D}"/>
          </ac:picMkLst>
        </pc:picChg>
        <pc:picChg chg="add mod">
          <ac:chgData name="Martin Hardy" userId="18c45b91-9529-4376-afee-15439663c977" providerId="ADAL" clId="{9C2A172C-4F57-47AD-BDCB-D128E2375DE9}" dt="2021-12-01T15:10:33.467" v="4135" actId="1076"/>
          <ac:picMkLst>
            <pc:docMk/>
            <pc:sldMk cId="3984742994" sldId="385"/>
            <ac:picMk id="13" creationId="{FA5FFBBA-8937-4635-9100-81B066AF9EEC}"/>
          </ac:picMkLst>
        </pc:picChg>
      </pc:sldChg>
      <pc:sldChg chg="del">
        <pc:chgData name="Martin Hardy" userId="18c45b91-9529-4376-afee-15439663c977" providerId="ADAL" clId="{9C2A172C-4F57-47AD-BDCB-D128E2375DE9}" dt="2021-11-27T20:34:53.808" v="47" actId="47"/>
        <pc:sldMkLst>
          <pc:docMk/>
          <pc:sldMk cId="2636555336" sldId="440"/>
        </pc:sldMkLst>
      </pc:sldChg>
      <pc:sldChg chg="del">
        <pc:chgData name="Martin Hardy" userId="18c45b91-9529-4376-afee-15439663c977" providerId="ADAL" clId="{9C2A172C-4F57-47AD-BDCB-D128E2375DE9}" dt="2021-11-27T20:34:53.808" v="47" actId="47"/>
        <pc:sldMkLst>
          <pc:docMk/>
          <pc:sldMk cId="2824164611" sldId="442"/>
        </pc:sldMkLst>
      </pc:sldChg>
      <pc:sldChg chg="del">
        <pc:chgData name="Martin Hardy" userId="18c45b91-9529-4376-afee-15439663c977" providerId="ADAL" clId="{9C2A172C-4F57-47AD-BDCB-D128E2375DE9}" dt="2021-11-27T20:34:53.808" v="47" actId="47"/>
        <pc:sldMkLst>
          <pc:docMk/>
          <pc:sldMk cId="744634294" sldId="460"/>
        </pc:sldMkLst>
      </pc:sldChg>
      <pc:sldChg chg="del">
        <pc:chgData name="Martin Hardy" userId="18c45b91-9529-4376-afee-15439663c977" providerId="ADAL" clId="{9C2A172C-4F57-47AD-BDCB-D128E2375DE9}" dt="2021-11-27T20:34:53.808" v="47" actId="47"/>
        <pc:sldMkLst>
          <pc:docMk/>
          <pc:sldMk cId="2459020464" sldId="461"/>
        </pc:sldMkLst>
      </pc:sldChg>
      <pc:sldChg chg="del">
        <pc:chgData name="Martin Hardy" userId="18c45b91-9529-4376-afee-15439663c977" providerId="ADAL" clId="{9C2A172C-4F57-47AD-BDCB-D128E2375DE9}" dt="2021-11-27T20:34:53.808" v="47" actId="47"/>
        <pc:sldMkLst>
          <pc:docMk/>
          <pc:sldMk cId="391070936" sldId="462"/>
        </pc:sldMkLst>
      </pc:sldChg>
      <pc:sldChg chg="del">
        <pc:chgData name="Martin Hardy" userId="18c45b91-9529-4376-afee-15439663c977" providerId="ADAL" clId="{9C2A172C-4F57-47AD-BDCB-D128E2375DE9}" dt="2021-11-27T20:34:53.808" v="47" actId="47"/>
        <pc:sldMkLst>
          <pc:docMk/>
          <pc:sldMk cId="2076823850" sldId="463"/>
        </pc:sldMkLst>
      </pc:sldChg>
      <pc:sldChg chg="del">
        <pc:chgData name="Martin Hardy" userId="18c45b91-9529-4376-afee-15439663c977" providerId="ADAL" clId="{9C2A172C-4F57-47AD-BDCB-D128E2375DE9}" dt="2021-11-27T20:34:53.808" v="47" actId="47"/>
        <pc:sldMkLst>
          <pc:docMk/>
          <pc:sldMk cId="1129436424" sldId="464"/>
        </pc:sldMkLst>
      </pc:sldChg>
      <pc:sldChg chg="del">
        <pc:chgData name="Martin Hardy" userId="18c45b91-9529-4376-afee-15439663c977" providerId="ADAL" clId="{9C2A172C-4F57-47AD-BDCB-D128E2375DE9}" dt="2021-11-27T20:34:53.808" v="47" actId="47"/>
        <pc:sldMkLst>
          <pc:docMk/>
          <pc:sldMk cId="602197620" sldId="465"/>
        </pc:sldMkLst>
      </pc:sldChg>
      <pc:sldChg chg="del">
        <pc:chgData name="Martin Hardy" userId="18c45b91-9529-4376-afee-15439663c977" providerId="ADAL" clId="{9C2A172C-4F57-47AD-BDCB-D128E2375DE9}" dt="2021-11-27T20:34:53.808" v="47" actId="47"/>
        <pc:sldMkLst>
          <pc:docMk/>
          <pc:sldMk cId="1763640065" sldId="466"/>
        </pc:sldMkLst>
      </pc:sldChg>
      <pc:sldChg chg="addSp delSp modSp add mod modTransition chgLayout">
        <pc:chgData name="Martin Hardy" userId="18c45b91-9529-4376-afee-15439663c977" providerId="ADAL" clId="{9C2A172C-4F57-47AD-BDCB-D128E2375DE9}" dt="2021-12-04T14:26:37.359" v="8500"/>
        <pc:sldMkLst>
          <pc:docMk/>
          <pc:sldMk cId="1570954309" sldId="467"/>
        </pc:sldMkLst>
        <pc:spChg chg="del mod">
          <ac:chgData name="Martin Hardy" userId="18c45b91-9529-4376-afee-15439663c977" providerId="ADAL" clId="{9C2A172C-4F57-47AD-BDCB-D128E2375DE9}" dt="2021-11-27T20:43:53.717" v="70" actId="700"/>
          <ac:spMkLst>
            <pc:docMk/>
            <pc:sldMk cId="1570954309" sldId="467"/>
            <ac:spMk id="2" creationId="{28121302-8CC0-4962-85A8-8FAE55227E51}"/>
          </ac:spMkLst>
        </pc:spChg>
        <pc:spChg chg="del mod">
          <ac:chgData name="Martin Hardy" userId="18c45b91-9529-4376-afee-15439663c977" providerId="ADAL" clId="{9C2A172C-4F57-47AD-BDCB-D128E2375DE9}" dt="2021-11-27T20:43:53.717" v="70" actId="700"/>
          <ac:spMkLst>
            <pc:docMk/>
            <pc:sldMk cId="1570954309" sldId="467"/>
            <ac:spMk id="3" creationId="{598A28BD-CD04-4A7B-9CCC-83CDDFA72824}"/>
          </ac:spMkLst>
        </pc:spChg>
        <pc:spChg chg="mod ord">
          <ac:chgData name="Martin Hardy" userId="18c45b91-9529-4376-afee-15439663c977" providerId="ADAL" clId="{9C2A172C-4F57-47AD-BDCB-D128E2375DE9}" dt="2021-11-27T20:43:53.717" v="70" actId="700"/>
          <ac:spMkLst>
            <pc:docMk/>
            <pc:sldMk cId="1570954309" sldId="467"/>
            <ac:spMk id="4" creationId="{78E578F2-378B-4717-B814-0C56B606DDDA}"/>
          </ac:spMkLst>
        </pc:spChg>
        <pc:spChg chg="mod ord">
          <ac:chgData name="Martin Hardy" userId="18c45b91-9529-4376-afee-15439663c977" providerId="ADAL" clId="{9C2A172C-4F57-47AD-BDCB-D128E2375DE9}" dt="2021-11-27T20:43:53.717" v="70" actId="700"/>
          <ac:spMkLst>
            <pc:docMk/>
            <pc:sldMk cId="1570954309" sldId="467"/>
            <ac:spMk id="5" creationId="{123D0F6D-5BF3-49AC-959B-27E6A1323378}"/>
          </ac:spMkLst>
        </pc:spChg>
        <pc:spChg chg="add mod ord">
          <ac:chgData name="Martin Hardy" userId="18c45b91-9529-4376-afee-15439663c977" providerId="ADAL" clId="{9C2A172C-4F57-47AD-BDCB-D128E2375DE9}" dt="2021-11-27T20:43:53.717" v="70" actId="700"/>
          <ac:spMkLst>
            <pc:docMk/>
            <pc:sldMk cId="1570954309" sldId="467"/>
            <ac:spMk id="6" creationId="{71C5D431-F1BC-46DB-8EB8-9E34B26BAD8F}"/>
          </ac:spMkLst>
        </pc:spChg>
        <pc:spChg chg="add mod ord">
          <ac:chgData name="Martin Hardy" userId="18c45b91-9529-4376-afee-15439663c977" providerId="ADAL" clId="{9C2A172C-4F57-47AD-BDCB-D128E2375DE9}" dt="2021-11-27T20:43:53.717" v="70" actId="700"/>
          <ac:spMkLst>
            <pc:docMk/>
            <pc:sldMk cId="1570954309" sldId="467"/>
            <ac:spMk id="7" creationId="{670137F5-8C28-43B0-A03F-554B2AC507CE}"/>
          </ac:spMkLst>
        </pc:spChg>
        <pc:spChg chg="del">
          <ac:chgData name="Martin Hardy" userId="18c45b91-9529-4376-afee-15439663c977" providerId="ADAL" clId="{9C2A172C-4F57-47AD-BDCB-D128E2375DE9}" dt="2021-11-30T00:36:02.509" v="2884" actId="478"/>
          <ac:spMkLst>
            <pc:docMk/>
            <pc:sldMk cId="1570954309" sldId="467"/>
            <ac:spMk id="8" creationId="{00000000-0000-0000-0000-000000000000}"/>
          </ac:spMkLst>
        </pc:spChg>
        <pc:spChg chg="del mod">
          <ac:chgData name="Martin Hardy" userId="18c45b91-9529-4376-afee-15439663c977" providerId="ADAL" clId="{9C2A172C-4F57-47AD-BDCB-D128E2375DE9}" dt="2021-11-27T20:43:53.717" v="70" actId="700"/>
          <ac:spMkLst>
            <pc:docMk/>
            <pc:sldMk cId="1570954309" sldId="467"/>
            <ac:spMk id="8" creationId="{698C3266-317A-4A9B-8278-532822004831}"/>
          </ac:spMkLst>
        </pc:spChg>
        <pc:spChg chg="del">
          <ac:chgData name="Martin Hardy" userId="18c45b91-9529-4376-afee-15439663c977" providerId="ADAL" clId="{9C2A172C-4F57-47AD-BDCB-D128E2375DE9}" dt="2021-11-27T20:43:53.717" v="70" actId="700"/>
          <ac:spMkLst>
            <pc:docMk/>
            <pc:sldMk cId="1570954309" sldId="467"/>
            <ac:spMk id="9" creationId="{E12E18B0-6709-49AB-93DD-884A012BEA39}"/>
          </ac:spMkLst>
        </pc:spChg>
        <pc:spChg chg="add mod ord">
          <ac:chgData name="Martin Hardy" userId="18c45b91-9529-4376-afee-15439663c977" providerId="ADAL" clId="{9C2A172C-4F57-47AD-BDCB-D128E2375DE9}" dt="2021-11-27T20:43:53.717" v="70" actId="700"/>
          <ac:spMkLst>
            <pc:docMk/>
            <pc:sldMk cId="1570954309" sldId="467"/>
            <ac:spMk id="10" creationId="{A93373E5-707E-4E55-9E08-62747AD5C7EA}"/>
          </ac:spMkLst>
        </pc:spChg>
        <pc:spChg chg="add mod ord">
          <ac:chgData name="Martin Hardy" userId="18c45b91-9529-4376-afee-15439663c977" providerId="ADAL" clId="{9C2A172C-4F57-47AD-BDCB-D128E2375DE9}" dt="2021-11-27T20:43:53.731" v="71" actId="27636"/>
          <ac:spMkLst>
            <pc:docMk/>
            <pc:sldMk cId="1570954309" sldId="467"/>
            <ac:spMk id="11" creationId="{062C05FD-03B1-454B-89A7-A13B111B6660}"/>
          </ac:spMkLst>
        </pc:spChg>
        <pc:picChg chg="add mod">
          <ac:chgData name="Martin Hardy" userId="18c45b91-9529-4376-afee-15439663c977" providerId="ADAL" clId="{9C2A172C-4F57-47AD-BDCB-D128E2375DE9}" dt="2021-12-01T16:23:51.249" v="4490" actId="1440"/>
          <ac:picMkLst>
            <pc:docMk/>
            <pc:sldMk cId="1570954309" sldId="467"/>
            <ac:picMk id="7" creationId="{F66D7E9A-6F2F-476C-8CB6-7CDD2267583F}"/>
          </ac:picMkLst>
        </pc:picChg>
        <pc:picChg chg="mod modCrop">
          <ac:chgData name="Martin Hardy" userId="18c45b91-9529-4376-afee-15439663c977" providerId="ADAL" clId="{9C2A172C-4F57-47AD-BDCB-D128E2375DE9}" dt="2021-11-30T00:39:44.072" v="2891" actId="14100"/>
          <ac:picMkLst>
            <pc:docMk/>
            <pc:sldMk cId="1570954309" sldId="467"/>
            <ac:picMk id="9" creationId="{00000000-0000-0000-0000-000000000000}"/>
          </ac:picMkLst>
        </pc:picChg>
        <pc:inkChg chg="add">
          <ac:chgData name="Martin Hardy" userId="18c45b91-9529-4376-afee-15439663c977" providerId="ADAL" clId="{9C2A172C-4F57-47AD-BDCB-D128E2375DE9}" dt="2021-12-01T16:22:29.689" v="4466"/>
          <ac:inkMkLst>
            <pc:docMk/>
            <pc:sldMk cId="1570954309" sldId="467"/>
            <ac:inkMk id="3" creationId="{FE4A8C8C-D087-430D-B99D-52EBF41127E5}"/>
          </ac:inkMkLst>
        </pc:inkChg>
      </pc:sldChg>
      <pc:sldChg chg="del">
        <pc:chgData name="Martin Hardy" userId="18c45b91-9529-4376-afee-15439663c977" providerId="ADAL" clId="{9C2A172C-4F57-47AD-BDCB-D128E2375DE9}" dt="2021-11-27T20:34:53.808" v="47" actId="47"/>
        <pc:sldMkLst>
          <pc:docMk/>
          <pc:sldMk cId="3403877350" sldId="467"/>
        </pc:sldMkLst>
      </pc:sldChg>
      <pc:sldChg chg="modSp add mod">
        <pc:chgData name="Martin Hardy" userId="18c45b91-9529-4376-afee-15439663c977" providerId="ADAL" clId="{9C2A172C-4F57-47AD-BDCB-D128E2375DE9}" dt="2021-11-27T20:35:48.261" v="57" actId="20577"/>
        <pc:sldMkLst>
          <pc:docMk/>
          <pc:sldMk cId="68068205" sldId="468"/>
        </pc:sldMkLst>
        <pc:spChg chg="mod">
          <ac:chgData name="Martin Hardy" userId="18c45b91-9529-4376-afee-15439663c977" providerId="ADAL" clId="{9C2A172C-4F57-47AD-BDCB-D128E2375DE9}" dt="2021-11-27T20:35:48.261" v="57" actId="20577"/>
          <ac:spMkLst>
            <pc:docMk/>
            <pc:sldMk cId="68068205" sldId="468"/>
            <ac:spMk id="3" creationId="{00000000-0000-0000-0000-000000000000}"/>
          </ac:spMkLst>
        </pc:spChg>
      </pc:sldChg>
      <pc:sldChg chg="addSp delSp modSp add mod modTransition delAnim modAnim chgLayout modNotesTx">
        <pc:chgData name="Martin Hardy" userId="18c45b91-9529-4376-afee-15439663c977" providerId="ADAL" clId="{9C2A172C-4F57-47AD-BDCB-D128E2375DE9}" dt="2021-12-04T14:26:37.359" v="8500"/>
        <pc:sldMkLst>
          <pc:docMk/>
          <pc:sldMk cId="3755364394" sldId="475"/>
        </pc:sldMkLst>
        <pc:spChg chg="mod ord">
          <ac:chgData name="Martin Hardy" userId="18c45b91-9529-4376-afee-15439663c977" providerId="ADAL" clId="{9C2A172C-4F57-47AD-BDCB-D128E2375DE9}" dt="2021-12-03T21:06:37.797" v="7664" actId="700"/>
          <ac:spMkLst>
            <pc:docMk/>
            <pc:sldMk cId="3755364394" sldId="475"/>
            <ac:spMk id="2" creationId="{00000000-0000-0000-0000-000000000000}"/>
          </ac:spMkLst>
        </pc:spChg>
        <pc:spChg chg="del">
          <ac:chgData name="Martin Hardy" userId="18c45b91-9529-4376-afee-15439663c977" providerId="ADAL" clId="{9C2A172C-4F57-47AD-BDCB-D128E2375DE9}" dt="2021-12-03T20:30:15.933" v="7312" actId="478"/>
          <ac:spMkLst>
            <pc:docMk/>
            <pc:sldMk cId="3755364394" sldId="475"/>
            <ac:spMk id="3" creationId="{B4DAFE57-678F-4D92-BB1E-C9FF1A93E427}"/>
          </ac:spMkLst>
        </pc:spChg>
        <pc:spChg chg="mod ord">
          <ac:chgData name="Martin Hardy" userId="18c45b91-9529-4376-afee-15439663c977" providerId="ADAL" clId="{9C2A172C-4F57-47AD-BDCB-D128E2375DE9}" dt="2021-12-03T21:06:37.797" v="7664" actId="700"/>
          <ac:spMkLst>
            <pc:docMk/>
            <pc:sldMk cId="3755364394" sldId="475"/>
            <ac:spMk id="4" creationId="{00000000-0000-0000-0000-000000000000}"/>
          </ac:spMkLst>
        </pc:spChg>
        <pc:spChg chg="mod ord">
          <ac:chgData name="Martin Hardy" userId="18c45b91-9529-4376-afee-15439663c977" providerId="ADAL" clId="{9C2A172C-4F57-47AD-BDCB-D128E2375DE9}" dt="2021-12-03T21:06:37.797" v="7664" actId="700"/>
          <ac:spMkLst>
            <pc:docMk/>
            <pc:sldMk cId="3755364394" sldId="475"/>
            <ac:spMk id="5" creationId="{00000000-0000-0000-0000-000000000000}"/>
          </ac:spMkLst>
        </pc:spChg>
        <pc:spChg chg="del mod">
          <ac:chgData name="Martin Hardy" userId="18c45b91-9529-4376-afee-15439663c977" providerId="ADAL" clId="{9C2A172C-4F57-47AD-BDCB-D128E2375DE9}" dt="2021-12-03T20:27:33.811" v="7272" actId="931"/>
          <ac:spMkLst>
            <pc:docMk/>
            <pc:sldMk cId="3755364394" sldId="475"/>
            <ac:spMk id="7" creationId="{00000000-0000-0000-0000-000000000000}"/>
          </ac:spMkLst>
        </pc:spChg>
        <pc:spChg chg="del">
          <ac:chgData name="Martin Hardy" userId="18c45b91-9529-4376-afee-15439663c977" providerId="ADAL" clId="{9C2A172C-4F57-47AD-BDCB-D128E2375DE9}" dt="2021-12-03T21:03:46.223" v="7638" actId="478"/>
          <ac:spMkLst>
            <pc:docMk/>
            <pc:sldMk cId="3755364394" sldId="475"/>
            <ac:spMk id="9" creationId="{00000000-0000-0000-0000-000000000000}"/>
          </ac:spMkLst>
        </pc:spChg>
        <pc:spChg chg="mod ord">
          <ac:chgData name="Martin Hardy" userId="18c45b91-9529-4376-afee-15439663c977" providerId="ADAL" clId="{9C2A172C-4F57-47AD-BDCB-D128E2375DE9}" dt="2021-12-03T21:28:31.893" v="7934" actId="1076"/>
          <ac:spMkLst>
            <pc:docMk/>
            <pc:sldMk cId="3755364394" sldId="475"/>
            <ac:spMk id="12" creationId="{37B1E8AA-C249-44FB-BDA1-2125477B6F12}"/>
          </ac:spMkLst>
        </pc:spChg>
        <pc:spChg chg="mod ord">
          <ac:chgData name="Martin Hardy" userId="18c45b91-9529-4376-afee-15439663c977" providerId="ADAL" clId="{9C2A172C-4F57-47AD-BDCB-D128E2375DE9}" dt="2021-12-03T21:13:22.355" v="7860" actId="1038"/>
          <ac:spMkLst>
            <pc:docMk/>
            <pc:sldMk cId="3755364394" sldId="475"/>
            <ac:spMk id="14" creationId="{09685BDA-05C6-4E8D-B8E6-BC95C80D29BA}"/>
          </ac:spMkLst>
        </pc:spChg>
        <pc:spChg chg="add mod">
          <ac:chgData name="Martin Hardy" userId="18c45b91-9529-4376-afee-15439663c977" providerId="ADAL" clId="{9C2A172C-4F57-47AD-BDCB-D128E2375DE9}" dt="2021-12-03T21:48:08.771" v="8053" actId="1035"/>
          <ac:spMkLst>
            <pc:docMk/>
            <pc:sldMk cId="3755364394" sldId="475"/>
            <ac:spMk id="15" creationId="{62BA507F-8F59-4D3C-91D9-7CE84196D723}"/>
          </ac:spMkLst>
        </pc:spChg>
        <pc:spChg chg="add mod ord">
          <ac:chgData name="Martin Hardy" userId="18c45b91-9529-4376-afee-15439663c977" providerId="ADAL" clId="{9C2A172C-4F57-47AD-BDCB-D128E2375DE9}" dt="2021-12-03T21:30:37.028" v="7943" actId="1076"/>
          <ac:spMkLst>
            <pc:docMk/>
            <pc:sldMk cId="3755364394" sldId="475"/>
            <ac:spMk id="21" creationId="{D4562366-1433-46C8-A3DB-3DC49C23AF7E}"/>
          </ac:spMkLst>
        </pc:spChg>
        <pc:spChg chg="mod">
          <ac:chgData name="Martin Hardy" userId="18c45b91-9529-4376-afee-15439663c977" providerId="ADAL" clId="{9C2A172C-4F57-47AD-BDCB-D128E2375DE9}" dt="2021-12-03T21:04:21.044" v="7639" actId="164"/>
          <ac:spMkLst>
            <pc:docMk/>
            <pc:sldMk cId="3755364394" sldId="475"/>
            <ac:spMk id="23" creationId="{AD96270E-A280-4CC0-90AF-4963616493E1}"/>
          </ac:spMkLst>
        </pc:spChg>
        <pc:spChg chg="mod">
          <ac:chgData name="Martin Hardy" userId="18c45b91-9529-4376-afee-15439663c977" providerId="ADAL" clId="{9C2A172C-4F57-47AD-BDCB-D128E2375DE9}" dt="2021-12-03T21:01:56.951" v="7634" actId="1076"/>
          <ac:spMkLst>
            <pc:docMk/>
            <pc:sldMk cId="3755364394" sldId="475"/>
            <ac:spMk id="24" creationId="{B05B101B-3F78-4555-991C-ACA094AD03D6}"/>
          </ac:spMkLst>
        </pc:spChg>
        <pc:spChg chg="mod">
          <ac:chgData name="Martin Hardy" userId="18c45b91-9529-4376-afee-15439663c977" providerId="ADAL" clId="{9C2A172C-4F57-47AD-BDCB-D128E2375DE9}" dt="2021-12-03T20:41:16.328" v="7376" actId="164"/>
          <ac:spMkLst>
            <pc:docMk/>
            <pc:sldMk cId="3755364394" sldId="475"/>
            <ac:spMk id="32" creationId="{79BEAE95-B792-4D76-B9C9-089FD3069173}"/>
          </ac:spMkLst>
        </pc:spChg>
        <pc:spChg chg="del mod">
          <ac:chgData name="Martin Hardy" userId="18c45b91-9529-4376-afee-15439663c977" providerId="ADAL" clId="{9C2A172C-4F57-47AD-BDCB-D128E2375DE9}" dt="2021-12-03T20:40:03.613" v="7368" actId="478"/>
          <ac:spMkLst>
            <pc:docMk/>
            <pc:sldMk cId="3755364394" sldId="475"/>
            <ac:spMk id="33" creationId="{C43C9D19-0448-4920-B70C-E5BC6EC05907}"/>
          </ac:spMkLst>
        </pc:spChg>
        <pc:spChg chg="mod">
          <ac:chgData name="Martin Hardy" userId="18c45b91-9529-4376-afee-15439663c977" providerId="ADAL" clId="{9C2A172C-4F57-47AD-BDCB-D128E2375DE9}" dt="2021-12-03T20:41:16.328" v="7376" actId="164"/>
          <ac:spMkLst>
            <pc:docMk/>
            <pc:sldMk cId="3755364394" sldId="475"/>
            <ac:spMk id="34" creationId="{E894422E-47AD-47AA-AEEF-2175EF630EAE}"/>
          </ac:spMkLst>
        </pc:spChg>
        <pc:spChg chg="add del mod">
          <ac:chgData name="Martin Hardy" userId="18c45b91-9529-4376-afee-15439663c977" providerId="ADAL" clId="{9C2A172C-4F57-47AD-BDCB-D128E2375DE9}" dt="2021-12-03T20:41:33.392" v="7380" actId="478"/>
          <ac:spMkLst>
            <pc:docMk/>
            <pc:sldMk cId="3755364394" sldId="475"/>
            <ac:spMk id="35" creationId="{6CB7219E-0D07-4FA4-BDBC-652368055371}"/>
          </ac:spMkLst>
        </pc:spChg>
        <pc:spChg chg="mod">
          <ac:chgData name="Martin Hardy" userId="18c45b91-9529-4376-afee-15439663c977" providerId="ADAL" clId="{9C2A172C-4F57-47AD-BDCB-D128E2375DE9}" dt="2021-12-03T20:41:16.328" v="7376" actId="164"/>
          <ac:spMkLst>
            <pc:docMk/>
            <pc:sldMk cId="3755364394" sldId="475"/>
            <ac:spMk id="36" creationId="{FD730C59-8264-478F-86EE-80B38E952A05}"/>
          </ac:spMkLst>
        </pc:spChg>
        <pc:spChg chg="add del mod">
          <ac:chgData name="Martin Hardy" userId="18c45b91-9529-4376-afee-15439663c977" providerId="ADAL" clId="{9C2A172C-4F57-47AD-BDCB-D128E2375DE9}" dt="2021-12-03T20:41:33.752" v="7381" actId="478"/>
          <ac:spMkLst>
            <pc:docMk/>
            <pc:sldMk cId="3755364394" sldId="475"/>
            <ac:spMk id="38" creationId="{DF340CAA-9C09-4B84-9474-1835E827EAE8}"/>
          </ac:spMkLst>
        </pc:spChg>
        <pc:spChg chg="del">
          <ac:chgData name="Martin Hardy" userId="18c45b91-9529-4376-afee-15439663c977" providerId="ADAL" clId="{9C2A172C-4F57-47AD-BDCB-D128E2375DE9}" dt="2021-12-03T20:31:41.732" v="7314" actId="478"/>
          <ac:spMkLst>
            <pc:docMk/>
            <pc:sldMk cId="3755364394" sldId="475"/>
            <ac:spMk id="39" creationId="{10E10632-37FB-4C73-9F6F-D48BF1298D84}"/>
          </ac:spMkLst>
        </pc:spChg>
        <pc:spChg chg="del">
          <ac:chgData name="Martin Hardy" userId="18c45b91-9529-4376-afee-15439663c977" providerId="ADAL" clId="{9C2A172C-4F57-47AD-BDCB-D128E2375DE9}" dt="2021-12-03T20:26:26.166" v="7270" actId="478"/>
          <ac:spMkLst>
            <pc:docMk/>
            <pc:sldMk cId="3755364394" sldId="475"/>
            <ac:spMk id="43" creationId="{4D125CCD-6542-455D-B50F-2ABC51E751DF}"/>
          </ac:spMkLst>
        </pc:spChg>
        <pc:spChg chg="del">
          <ac:chgData name="Martin Hardy" userId="18c45b91-9529-4376-afee-15439663c977" providerId="ADAL" clId="{9C2A172C-4F57-47AD-BDCB-D128E2375DE9}" dt="2021-12-03T20:31:48.549" v="7315" actId="478"/>
          <ac:spMkLst>
            <pc:docMk/>
            <pc:sldMk cId="3755364394" sldId="475"/>
            <ac:spMk id="45" creationId="{F3AE0F53-E241-472F-8168-40A075120EE1}"/>
          </ac:spMkLst>
        </pc:spChg>
        <pc:spChg chg="del">
          <ac:chgData name="Martin Hardy" userId="18c45b91-9529-4376-afee-15439663c977" providerId="ADAL" clId="{9C2A172C-4F57-47AD-BDCB-D128E2375DE9}" dt="2021-12-03T20:31:50.198" v="7316" actId="478"/>
          <ac:spMkLst>
            <pc:docMk/>
            <pc:sldMk cId="3755364394" sldId="475"/>
            <ac:spMk id="46" creationId="{3E114FAF-9098-49A9-A767-2570C1A8DEE3}"/>
          </ac:spMkLst>
        </pc:spChg>
        <pc:spChg chg="mod">
          <ac:chgData name="Martin Hardy" userId="18c45b91-9529-4376-afee-15439663c977" providerId="ADAL" clId="{9C2A172C-4F57-47AD-BDCB-D128E2375DE9}" dt="2021-12-03T21:19:16.541" v="7894" actId="164"/>
          <ac:spMkLst>
            <pc:docMk/>
            <pc:sldMk cId="3755364394" sldId="475"/>
            <ac:spMk id="47" creationId="{9CDBFD5B-42DE-458B-9AF6-0842EA1E8C05}"/>
          </ac:spMkLst>
        </pc:spChg>
        <pc:spChg chg="mod ord">
          <ac:chgData name="Martin Hardy" userId="18c45b91-9529-4376-afee-15439663c977" providerId="ADAL" clId="{9C2A172C-4F57-47AD-BDCB-D128E2375DE9}" dt="2021-12-03T21:04:21.044" v="7639" actId="164"/>
          <ac:spMkLst>
            <pc:docMk/>
            <pc:sldMk cId="3755364394" sldId="475"/>
            <ac:spMk id="48" creationId="{74316345-B05B-498C-8783-708E47D92264}"/>
          </ac:spMkLst>
        </pc:spChg>
        <pc:spChg chg="add del mod">
          <ac:chgData name="Martin Hardy" userId="18c45b91-9529-4376-afee-15439663c977" providerId="ADAL" clId="{9C2A172C-4F57-47AD-BDCB-D128E2375DE9}" dt="2021-12-03T20:40:04.421" v="7369" actId="478"/>
          <ac:spMkLst>
            <pc:docMk/>
            <pc:sldMk cId="3755364394" sldId="475"/>
            <ac:spMk id="50" creationId="{847435DF-5CE8-424D-8DE2-47BF1C374708}"/>
          </ac:spMkLst>
        </pc:spChg>
        <pc:spChg chg="mod">
          <ac:chgData name="Martin Hardy" userId="18c45b91-9529-4376-afee-15439663c977" providerId="ADAL" clId="{9C2A172C-4F57-47AD-BDCB-D128E2375DE9}" dt="2021-12-03T20:41:45.995" v="7382"/>
          <ac:spMkLst>
            <pc:docMk/>
            <pc:sldMk cId="3755364394" sldId="475"/>
            <ac:spMk id="59" creationId="{CB35FF23-78D5-4B53-8A15-8766166D54A1}"/>
          </ac:spMkLst>
        </pc:spChg>
        <pc:spChg chg="mod">
          <ac:chgData name="Martin Hardy" userId="18c45b91-9529-4376-afee-15439663c977" providerId="ADAL" clId="{9C2A172C-4F57-47AD-BDCB-D128E2375DE9}" dt="2021-12-03T20:41:45.995" v="7382"/>
          <ac:spMkLst>
            <pc:docMk/>
            <pc:sldMk cId="3755364394" sldId="475"/>
            <ac:spMk id="60" creationId="{0D7444A2-3D5B-4279-A804-4E9A54A2C25B}"/>
          </ac:spMkLst>
        </pc:spChg>
        <pc:spChg chg="mod">
          <ac:chgData name="Martin Hardy" userId="18c45b91-9529-4376-afee-15439663c977" providerId="ADAL" clId="{9C2A172C-4F57-47AD-BDCB-D128E2375DE9}" dt="2021-12-03T20:41:45.995" v="7382"/>
          <ac:spMkLst>
            <pc:docMk/>
            <pc:sldMk cId="3755364394" sldId="475"/>
            <ac:spMk id="61" creationId="{D0A2B1F9-DFED-480E-9118-D611ED48B854}"/>
          </ac:spMkLst>
        </pc:spChg>
        <pc:spChg chg="mod">
          <ac:chgData name="Martin Hardy" userId="18c45b91-9529-4376-afee-15439663c977" providerId="ADAL" clId="{9C2A172C-4F57-47AD-BDCB-D128E2375DE9}" dt="2021-12-03T20:41:45.995" v="7382"/>
          <ac:spMkLst>
            <pc:docMk/>
            <pc:sldMk cId="3755364394" sldId="475"/>
            <ac:spMk id="62" creationId="{A26996AC-BA87-484A-B402-A76475F0CE84}"/>
          </ac:spMkLst>
        </pc:spChg>
        <pc:spChg chg="mod">
          <ac:chgData name="Martin Hardy" userId="18c45b91-9529-4376-afee-15439663c977" providerId="ADAL" clId="{9C2A172C-4F57-47AD-BDCB-D128E2375DE9}" dt="2021-12-03T20:41:45.995" v="7382"/>
          <ac:spMkLst>
            <pc:docMk/>
            <pc:sldMk cId="3755364394" sldId="475"/>
            <ac:spMk id="63" creationId="{BBDF68F6-8AE9-41DE-9F40-9B8D67BB9A96}"/>
          </ac:spMkLst>
        </pc:spChg>
        <pc:spChg chg="add mod">
          <ac:chgData name="Martin Hardy" userId="18c45b91-9529-4376-afee-15439663c977" providerId="ADAL" clId="{9C2A172C-4F57-47AD-BDCB-D128E2375DE9}" dt="2021-12-03T21:35:07.860" v="7956" actId="1076"/>
          <ac:spMkLst>
            <pc:docMk/>
            <pc:sldMk cId="3755364394" sldId="475"/>
            <ac:spMk id="68" creationId="{1E25E8AA-7BC5-4671-AB63-98C68F2236DA}"/>
          </ac:spMkLst>
        </pc:spChg>
        <pc:spChg chg="add mod ord">
          <ac:chgData name="Martin Hardy" userId="18c45b91-9529-4376-afee-15439663c977" providerId="ADAL" clId="{9C2A172C-4F57-47AD-BDCB-D128E2375DE9}" dt="2021-12-03T21:10:35.826" v="7854" actId="1038"/>
          <ac:spMkLst>
            <pc:docMk/>
            <pc:sldMk cId="3755364394" sldId="475"/>
            <ac:spMk id="69" creationId="{4532CA52-C716-4AC2-BAD2-578B5A2E38B6}"/>
          </ac:spMkLst>
        </pc:spChg>
        <pc:spChg chg="add mod">
          <ac:chgData name="Martin Hardy" userId="18c45b91-9529-4376-afee-15439663c977" providerId="ADAL" clId="{9C2A172C-4F57-47AD-BDCB-D128E2375DE9}" dt="2021-12-03T21:50:21.554" v="8057" actId="1076"/>
          <ac:spMkLst>
            <pc:docMk/>
            <pc:sldMk cId="3755364394" sldId="475"/>
            <ac:spMk id="70" creationId="{BE43725E-75BF-4498-877F-84818C1AD8C5}"/>
          </ac:spMkLst>
        </pc:spChg>
        <pc:spChg chg="add mod">
          <ac:chgData name="Martin Hardy" userId="18c45b91-9529-4376-afee-15439663c977" providerId="ADAL" clId="{9C2A172C-4F57-47AD-BDCB-D128E2375DE9}" dt="2021-12-03T21:50:16.601" v="8056" actId="1076"/>
          <ac:spMkLst>
            <pc:docMk/>
            <pc:sldMk cId="3755364394" sldId="475"/>
            <ac:spMk id="71" creationId="{B78777F4-28F0-4AC1-9F43-61303998709B}"/>
          </ac:spMkLst>
        </pc:spChg>
        <pc:spChg chg="add mod ord">
          <ac:chgData name="Martin Hardy" userId="18c45b91-9529-4376-afee-15439663c977" providerId="ADAL" clId="{9C2A172C-4F57-47AD-BDCB-D128E2375DE9}" dt="2021-12-03T22:21:34.074" v="8300" actId="14100"/>
          <ac:spMkLst>
            <pc:docMk/>
            <pc:sldMk cId="3755364394" sldId="475"/>
            <ac:spMk id="72" creationId="{A7759D9F-5B8D-45D1-A3B0-F28A169A0B53}"/>
          </ac:spMkLst>
        </pc:spChg>
        <pc:spChg chg="add del mod ord">
          <ac:chgData name="Martin Hardy" userId="18c45b91-9529-4376-afee-15439663c977" providerId="ADAL" clId="{9C2A172C-4F57-47AD-BDCB-D128E2375DE9}" dt="2021-12-03T21:06:40.927" v="7666" actId="478"/>
          <ac:spMkLst>
            <pc:docMk/>
            <pc:sldMk cId="3755364394" sldId="475"/>
            <ac:spMk id="73" creationId="{B3A73415-C13E-450F-9545-22B709BAB7FF}"/>
          </ac:spMkLst>
        </pc:spChg>
        <pc:spChg chg="add mod ord">
          <ac:chgData name="Martin Hardy" userId="18c45b91-9529-4376-afee-15439663c977" providerId="ADAL" clId="{9C2A172C-4F57-47AD-BDCB-D128E2375DE9}" dt="2021-12-03T21:06:37.851" v="7665" actId="27636"/>
          <ac:spMkLst>
            <pc:docMk/>
            <pc:sldMk cId="3755364394" sldId="475"/>
            <ac:spMk id="74" creationId="{7ECD1474-1892-4BBC-AE51-FBF1A942CD7F}"/>
          </ac:spMkLst>
        </pc:spChg>
        <pc:spChg chg="add mod">
          <ac:chgData name="Martin Hardy" userId="18c45b91-9529-4376-afee-15439663c977" providerId="ADAL" clId="{9C2A172C-4F57-47AD-BDCB-D128E2375DE9}" dt="2021-12-03T21:18:14.259" v="7889" actId="1076"/>
          <ac:spMkLst>
            <pc:docMk/>
            <pc:sldMk cId="3755364394" sldId="475"/>
            <ac:spMk id="76" creationId="{D51A6EC9-4CFB-4C1A-9381-12BB8312EFA5}"/>
          </ac:spMkLst>
        </pc:spChg>
        <pc:grpChg chg="del mod">
          <ac:chgData name="Martin Hardy" userId="18c45b91-9529-4376-afee-15439663c977" providerId="ADAL" clId="{9C2A172C-4F57-47AD-BDCB-D128E2375DE9}" dt="2021-12-03T20:27:42.122" v="7274" actId="27803"/>
          <ac:grpSpMkLst>
            <pc:docMk/>
            <pc:sldMk cId="3755364394" sldId="475"/>
            <ac:grpSpMk id="11" creationId="{652F303D-9EAA-4494-BDF2-B5C15A0722BE}"/>
          </ac:grpSpMkLst>
        </pc:grpChg>
        <pc:grpChg chg="del mod">
          <ac:chgData name="Martin Hardy" userId="18c45b91-9529-4376-afee-15439663c977" providerId="ADAL" clId="{9C2A172C-4F57-47AD-BDCB-D128E2375DE9}" dt="2021-12-03T20:38:08.631" v="7351" actId="27803"/>
          <ac:grpSpMkLst>
            <pc:docMk/>
            <pc:sldMk cId="3755364394" sldId="475"/>
            <ac:grpSpMk id="31" creationId="{AEFD4DDE-7181-4A46-99CA-952F27D29813}"/>
          </ac:grpSpMkLst>
        </pc:grpChg>
        <pc:grpChg chg="del">
          <ac:chgData name="Martin Hardy" userId="18c45b91-9529-4376-afee-15439663c977" providerId="ADAL" clId="{9C2A172C-4F57-47AD-BDCB-D128E2375DE9}" dt="2021-12-03T20:26:28.765" v="7271" actId="478"/>
          <ac:grpSpMkLst>
            <pc:docMk/>
            <pc:sldMk cId="3755364394" sldId="475"/>
            <ac:grpSpMk id="44" creationId="{4375193E-588A-4AC0-9B32-3EBC3B8FBF91}"/>
          </ac:grpSpMkLst>
        </pc:grpChg>
        <pc:grpChg chg="add mod">
          <ac:chgData name="Martin Hardy" userId="18c45b91-9529-4376-afee-15439663c977" providerId="ADAL" clId="{9C2A172C-4F57-47AD-BDCB-D128E2375DE9}" dt="2021-12-03T21:38:20.548" v="7995" actId="1076"/>
          <ac:grpSpMkLst>
            <pc:docMk/>
            <pc:sldMk cId="3755364394" sldId="475"/>
            <ac:grpSpMk id="56" creationId="{3F0C6A0F-4F9A-429C-A759-65E2E39C168C}"/>
          </ac:grpSpMkLst>
        </pc:grpChg>
        <pc:grpChg chg="add mod">
          <ac:chgData name="Martin Hardy" userId="18c45b91-9529-4376-afee-15439663c977" providerId="ADAL" clId="{9C2A172C-4F57-47AD-BDCB-D128E2375DE9}" dt="2021-12-03T21:39:58.379" v="8013" actId="1036"/>
          <ac:grpSpMkLst>
            <pc:docMk/>
            <pc:sldMk cId="3755364394" sldId="475"/>
            <ac:grpSpMk id="58" creationId="{A9F4710D-AA1F-44EE-AB11-720611F09C3A}"/>
          </ac:grpSpMkLst>
        </pc:grpChg>
        <pc:grpChg chg="add mod">
          <ac:chgData name="Martin Hardy" userId="18c45b91-9529-4376-afee-15439663c977" providerId="ADAL" clId="{9C2A172C-4F57-47AD-BDCB-D128E2375DE9}" dt="2021-12-03T21:04:27.311" v="7640" actId="962"/>
          <ac:grpSpMkLst>
            <pc:docMk/>
            <pc:sldMk cId="3755364394" sldId="475"/>
            <ac:grpSpMk id="67" creationId="{0D7ED64C-49D0-4F5C-883F-4BB065ABFA2C}"/>
          </ac:grpSpMkLst>
        </pc:grpChg>
        <pc:grpChg chg="add mod">
          <ac:chgData name="Martin Hardy" userId="18c45b91-9529-4376-afee-15439663c977" providerId="ADAL" clId="{9C2A172C-4F57-47AD-BDCB-D128E2375DE9}" dt="2021-12-03T21:19:22.795" v="7895" actId="962"/>
          <ac:grpSpMkLst>
            <pc:docMk/>
            <pc:sldMk cId="3755364394" sldId="475"/>
            <ac:grpSpMk id="75" creationId="{A4127CF2-1A67-45D8-9EA6-3673406C0B5F}"/>
          </ac:grpSpMkLst>
        </pc:grpChg>
        <pc:picChg chg="add del mod">
          <ac:chgData name="Martin Hardy" userId="18c45b91-9529-4376-afee-15439663c977" providerId="ADAL" clId="{9C2A172C-4F57-47AD-BDCB-D128E2375DE9}" dt="2021-12-03T20:27:42.122" v="7274" actId="27803"/>
          <ac:picMkLst>
            <pc:docMk/>
            <pc:sldMk cId="3755364394" sldId="475"/>
            <ac:picMk id="10" creationId="{148BBB2D-4DE5-44F2-B368-CE0096B4DAC4}"/>
          </ac:picMkLst>
        </pc:picChg>
        <pc:picChg chg="mod">
          <ac:chgData name="Martin Hardy" userId="18c45b91-9529-4376-afee-15439663c977" providerId="ADAL" clId="{9C2A172C-4F57-47AD-BDCB-D128E2375DE9}" dt="2021-12-03T21:04:21.044" v="7639" actId="164"/>
          <ac:picMkLst>
            <pc:docMk/>
            <pc:sldMk cId="3755364394" sldId="475"/>
            <ac:picMk id="13" creationId="{45826C7A-B386-4F44-91A4-DB66FA85C838}"/>
          </ac:picMkLst>
        </pc:picChg>
        <pc:picChg chg="add mod">
          <ac:chgData name="Martin Hardy" userId="18c45b91-9529-4376-afee-15439663c977" providerId="ADAL" clId="{9C2A172C-4F57-47AD-BDCB-D128E2375DE9}" dt="2021-12-03T21:29:40.836" v="7937" actId="1076"/>
          <ac:picMkLst>
            <pc:docMk/>
            <pc:sldMk cId="3755364394" sldId="475"/>
            <ac:picMk id="17" creationId="{94B0123E-87CB-456D-AD8E-AAA0DA309B79}"/>
          </ac:picMkLst>
        </pc:picChg>
        <pc:picChg chg="ord">
          <ac:chgData name="Martin Hardy" userId="18c45b91-9529-4376-afee-15439663c977" providerId="ADAL" clId="{9C2A172C-4F57-47AD-BDCB-D128E2375DE9}" dt="2021-12-03T21:20:31.777" v="7901" actId="13244"/>
          <ac:picMkLst>
            <pc:docMk/>
            <pc:sldMk cId="3755364394" sldId="475"/>
            <ac:picMk id="19" creationId="{936EE63E-41D5-43FD-86AF-3495C90645B0}"/>
          </ac:picMkLst>
        </pc:picChg>
        <pc:picChg chg="add del mod">
          <ac:chgData name="Martin Hardy" userId="18c45b91-9529-4376-afee-15439663c977" providerId="ADAL" clId="{9C2A172C-4F57-47AD-BDCB-D128E2375DE9}" dt="2021-12-03T20:34:59.138" v="7332" actId="478"/>
          <ac:picMkLst>
            <pc:docMk/>
            <pc:sldMk cId="3755364394" sldId="475"/>
            <ac:picMk id="20" creationId="{06AFD9BB-905B-4340-A68F-BC141E6E9CDC}"/>
          </ac:picMkLst>
        </pc:picChg>
        <pc:picChg chg="mod">
          <ac:chgData name="Martin Hardy" userId="18c45b91-9529-4376-afee-15439663c977" providerId="ADAL" clId="{9C2A172C-4F57-47AD-BDCB-D128E2375DE9}" dt="2021-12-03T21:19:16.541" v="7894" actId="164"/>
          <ac:picMkLst>
            <pc:docMk/>
            <pc:sldMk cId="3755364394" sldId="475"/>
            <ac:picMk id="22" creationId="{B8E0207A-CC19-4A24-9510-B3E7A1A572C8}"/>
          </ac:picMkLst>
        </pc:picChg>
        <pc:picChg chg="add del mod">
          <ac:chgData name="Martin Hardy" userId="18c45b91-9529-4376-afee-15439663c977" providerId="ADAL" clId="{9C2A172C-4F57-47AD-BDCB-D128E2375DE9}" dt="2021-12-03T20:38:08.631" v="7351" actId="27803"/>
          <ac:picMkLst>
            <pc:docMk/>
            <pc:sldMk cId="3755364394" sldId="475"/>
            <ac:picMk id="28" creationId="{87DC312C-5614-413E-A6E2-15B3ED371D55}"/>
          </ac:picMkLst>
        </pc:picChg>
        <pc:picChg chg="add mod">
          <ac:chgData name="Martin Hardy" userId="18c45b91-9529-4376-afee-15439663c977" providerId="ADAL" clId="{9C2A172C-4F57-47AD-BDCB-D128E2375DE9}" dt="2021-12-03T21:10:11.193" v="7846" actId="1076"/>
          <ac:picMkLst>
            <pc:docMk/>
            <pc:sldMk cId="3755364394" sldId="475"/>
            <ac:picMk id="66" creationId="{24A93018-0AB4-4697-A545-A784E3E91F5E}"/>
          </ac:picMkLst>
        </pc:picChg>
        <pc:picChg chg="add mod">
          <ac:chgData name="Martin Hardy" userId="18c45b91-9529-4376-afee-15439663c977" providerId="ADAL" clId="{9C2A172C-4F57-47AD-BDCB-D128E2375DE9}" dt="2021-12-03T21:42:54.130" v="8023" actId="962"/>
          <ac:picMkLst>
            <pc:docMk/>
            <pc:sldMk cId="3755364394" sldId="475"/>
            <ac:picMk id="78" creationId="{2EC9C8CD-1E39-46AB-92FA-283496D754E3}"/>
          </ac:picMkLst>
        </pc:picChg>
        <pc:picChg chg="add del mod">
          <ac:chgData name="Martin Hardy" userId="18c45b91-9529-4376-afee-15439663c977" providerId="ADAL" clId="{9C2A172C-4F57-47AD-BDCB-D128E2375DE9}" dt="2021-12-03T22:33:15.375" v="8359" actId="478"/>
          <ac:picMkLst>
            <pc:docMk/>
            <pc:sldMk cId="3755364394" sldId="475"/>
            <ac:picMk id="79" creationId="{D959CF83-C47B-4C70-B2C3-A0B8A868E35F}"/>
          </ac:picMkLst>
        </pc:picChg>
        <pc:picChg chg="add mod">
          <ac:chgData name="Martin Hardy" userId="18c45b91-9529-4376-afee-15439663c977" providerId="ADAL" clId="{9C2A172C-4F57-47AD-BDCB-D128E2375DE9}" dt="2021-12-03T22:00:26.425" v="8082" actId="1076"/>
          <ac:picMkLst>
            <pc:docMk/>
            <pc:sldMk cId="3755364394" sldId="475"/>
            <ac:picMk id="80" creationId="{C7F7118E-DDB6-4949-B405-AA32E69FE1B6}"/>
          </ac:picMkLst>
        </pc:picChg>
        <pc:picChg chg="add mod modCrop">
          <ac:chgData name="Martin Hardy" userId="18c45b91-9529-4376-afee-15439663c977" providerId="ADAL" clId="{9C2A172C-4F57-47AD-BDCB-D128E2375DE9}" dt="2021-12-03T22:37:25.029" v="8375" actId="1076"/>
          <ac:picMkLst>
            <pc:docMk/>
            <pc:sldMk cId="3755364394" sldId="475"/>
            <ac:picMk id="81" creationId="{51F9E425-DF4D-45E9-852E-E7EB1D6BDFD6}"/>
          </ac:picMkLst>
        </pc:picChg>
        <pc:picChg chg="add mod">
          <ac:chgData name="Martin Hardy" userId="18c45b91-9529-4376-afee-15439663c977" providerId="ADAL" clId="{9C2A172C-4F57-47AD-BDCB-D128E2375DE9}" dt="2021-12-03T22:19:27.642" v="8261" actId="1076"/>
          <ac:picMkLst>
            <pc:docMk/>
            <pc:sldMk cId="3755364394" sldId="475"/>
            <ac:picMk id="1026" creationId="{0C6AE0BA-3EF9-4A7C-867D-84D9883EDD3E}"/>
          </ac:picMkLst>
        </pc:picChg>
        <pc:cxnChg chg="add mod">
          <ac:chgData name="Martin Hardy" userId="18c45b91-9529-4376-afee-15439663c977" providerId="ADAL" clId="{9C2A172C-4F57-47AD-BDCB-D128E2375DE9}" dt="2021-12-03T20:41:16.328" v="7376" actId="164"/>
          <ac:cxnSpMkLst>
            <pc:docMk/>
            <pc:sldMk cId="3755364394" sldId="475"/>
            <ac:cxnSpMk id="51" creationId="{7D39BC57-5C1B-4A5F-A9FA-A3DA823E434F}"/>
          </ac:cxnSpMkLst>
        </pc:cxnChg>
        <pc:cxnChg chg="add mod">
          <ac:chgData name="Martin Hardy" userId="18c45b91-9529-4376-afee-15439663c977" providerId="ADAL" clId="{9C2A172C-4F57-47AD-BDCB-D128E2375DE9}" dt="2021-12-03T20:41:16.328" v="7376" actId="164"/>
          <ac:cxnSpMkLst>
            <pc:docMk/>
            <pc:sldMk cId="3755364394" sldId="475"/>
            <ac:cxnSpMk id="54" creationId="{EB653B68-2E84-423E-B9FF-4AC74923A8DB}"/>
          </ac:cxnSpMkLst>
        </pc:cxnChg>
        <pc:cxnChg chg="mod">
          <ac:chgData name="Martin Hardy" userId="18c45b91-9529-4376-afee-15439663c977" providerId="ADAL" clId="{9C2A172C-4F57-47AD-BDCB-D128E2375DE9}" dt="2021-12-03T20:41:45.995" v="7382"/>
          <ac:cxnSpMkLst>
            <pc:docMk/>
            <pc:sldMk cId="3755364394" sldId="475"/>
            <ac:cxnSpMk id="64" creationId="{21EC12DE-1C3D-450B-B326-0B9B1A1A0D0D}"/>
          </ac:cxnSpMkLst>
        </pc:cxnChg>
        <pc:cxnChg chg="mod">
          <ac:chgData name="Martin Hardy" userId="18c45b91-9529-4376-afee-15439663c977" providerId="ADAL" clId="{9C2A172C-4F57-47AD-BDCB-D128E2375DE9}" dt="2021-12-03T20:42:27.288" v="7446" actId="1076"/>
          <ac:cxnSpMkLst>
            <pc:docMk/>
            <pc:sldMk cId="3755364394" sldId="475"/>
            <ac:cxnSpMk id="65" creationId="{19D374AF-6485-41BA-A7B1-72ADF6D009D6}"/>
          </ac:cxnSpMkLst>
        </pc:cxnChg>
      </pc:sldChg>
      <pc:sldChg chg="addSp delSp modSp add mod delAnim">
        <pc:chgData name="Martin Hardy" userId="18c45b91-9529-4376-afee-15439663c977" providerId="ADAL" clId="{9C2A172C-4F57-47AD-BDCB-D128E2375DE9}" dt="2021-12-01T16:38:40.142" v="4496" actId="478"/>
        <pc:sldMkLst>
          <pc:docMk/>
          <pc:sldMk cId="2781861788" sldId="494"/>
        </pc:sldMkLst>
        <pc:spChg chg="mod">
          <ac:chgData name="Martin Hardy" userId="18c45b91-9529-4376-afee-15439663c977" providerId="ADAL" clId="{9C2A172C-4F57-47AD-BDCB-D128E2375DE9}" dt="2021-11-27T20:35:54.101" v="59" actId="20577"/>
          <ac:spMkLst>
            <pc:docMk/>
            <pc:sldMk cId="2781861788" sldId="494"/>
            <ac:spMk id="3" creationId="{00000000-0000-0000-0000-000000000000}"/>
          </ac:spMkLst>
        </pc:spChg>
        <pc:picChg chg="add del mod">
          <ac:chgData name="Martin Hardy" userId="18c45b91-9529-4376-afee-15439663c977" providerId="ADAL" clId="{9C2A172C-4F57-47AD-BDCB-D128E2375DE9}" dt="2021-12-01T16:38:40.142" v="4496" actId="478"/>
          <ac:picMkLst>
            <pc:docMk/>
            <pc:sldMk cId="2781861788" sldId="494"/>
            <ac:picMk id="4" creationId="{D654133E-8308-4B6D-8751-8E5E4DD22D96}"/>
          </ac:picMkLst>
        </pc:picChg>
      </pc:sldChg>
      <pc:sldChg chg="addSp modSp add mod modTransition">
        <pc:chgData name="Martin Hardy" userId="18c45b91-9529-4376-afee-15439663c977" providerId="ADAL" clId="{9C2A172C-4F57-47AD-BDCB-D128E2375DE9}" dt="2021-12-04T14:26:37.359" v="8500"/>
        <pc:sldMkLst>
          <pc:docMk/>
          <pc:sldMk cId="515528233" sldId="495"/>
        </pc:sldMkLst>
        <pc:spChg chg="mod">
          <ac:chgData name="Martin Hardy" userId="18c45b91-9529-4376-afee-15439663c977" providerId="ADAL" clId="{9C2A172C-4F57-47AD-BDCB-D128E2375DE9}" dt="2021-12-01T16:23:05.745" v="4482" actId="1076"/>
          <ac:spMkLst>
            <pc:docMk/>
            <pc:sldMk cId="515528233" sldId="495"/>
            <ac:spMk id="11" creationId="{69BD5008-D72F-4BC9-A557-903A00542760}"/>
          </ac:spMkLst>
        </pc:spChg>
        <pc:picChg chg="add mod">
          <ac:chgData name="Martin Hardy" userId="18c45b91-9529-4376-afee-15439663c977" providerId="ADAL" clId="{9C2A172C-4F57-47AD-BDCB-D128E2375DE9}" dt="2021-12-01T16:23:21.586" v="4485" actId="1440"/>
          <ac:picMkLst>
            <pc:docMk/>
            <pc:sldMk cId="515528233" sldId="495"/>
            <ac:picMk id="2" creationId="{143F8B89-B365-4A35-8CAE-A0321CB0B781}"/>
          </ac:picMkLst>
        </pc:picChg>
      </pc:sldChg>
      <pc:sldChg chg="addSp delSp modSp new mod ord modTransition delAnim modAnim modNotesTx">
        <pc:chgData name="Martin Hardy" userId="18c45b91-9529-4376-afee-15439663c977" providerId="ADAL" clId="{9C2A172C-4F57-47AD-BDCB-D128E2375DE9}" dt="2021-12-04T14:26:37.359" v="8500"/>
        <pc:sldMkLst>
          <pc:docMk/>
          <pc:sldMk cId="2186164757" sldId="496"/>
        </pc:sldMkLst>
        <pc:spChg chg="mod">
          <ac:chgData name="Martin Hardy" userId="18c45b91-9529-4376-afee-15439663c977" providerId="ADAL" clId="{9C2A172C-4F57-47AD-BDCB-D128E2375DE9}" dt="2021-11-28T14:49:53.307" v="460" actId="20577"/>
          <ac:spMkLst>
            <pc:docMk/>
            <pc:sldMk cId="2186164757" sldId="496"/>
            <ac:spMk id="2" creationId="{82B1228F-12BE-424A-9368-520FD0FDBD28}"/>
          </ac:spMkLst>
        </pc:spChg>
        <pc:spChg chg="del mod">
          <ac:chgData name="Martin Hardy" userId="18c45b91-9529-4376-afee-15439663c977" providerId="ADAL" clId="{9C2A172C-4F57-47AD-BDCB-D128E2375DE9}" dt="2021-11-28T14:51:29.407" v="472" actId="12084"/>
          <ac:spMkLst>
            <pc:docMk/>
            <pc:sldMk cId="2186164757" sldId="496"/>
            <ac:spMk id="3" creationId="{7FC2B62C-6D42-4397-A66E-2FDA6F2B7274}"/>
          </ac:spMkLst>
        </pc:spChg>
        <pc:graphicFrameChg chg="add del modGraphic">
          <ac:chgData name="Martin Hardy" userId="18c45b91-9529-4376-afee-15439663c977" providerId="ADAL" clId="{9C2A172C-4F57-47AD-BDCB-D128E2375DE9}" dt="2021-11-28T14:50:56.657" v="471" actId="1032"/>
          <ac:graphicFrameMkLst>
            <pc:docMk/>
            <pc:sldMk cId="2186164757" sldId="496"/>
            <ac:graphicFrameMk id="7" creationId="{DB201181-9354-4C28-8C0F-386F288AC883}"/>
          </ac:graphicFrameMkLst>
        </pc:graphicFrameChg>
        <pc:graphicFrameChg chg="add mod">
          <ac:chgData name="Martin Hardy" userId="18c45b91-9529-4376-afee-15439663c977" providerId="ADAL" clId="{9C2A172C-4F57-47AD-BDCB-D128E2375DE9}" dt="2021-12-01T15:08:16.403" v="4124" actId="20577"/>
          <ac:graphicFrameMkLst>
            <pc:docMk/>
            <pc:sldMk cId="2186164757" sldId="496"/>
            <ac:graphicFrameMk id="8" creationId="{B1CC631E-98FE-4F10-9D85-3BF628D7E559}"/>
          </ac:graphicFrameMkLst>
        </pc:graphicFrameChg>
        <pc:picChg chg="add del mod">
          <ac:chgData name="Martin Hardy" userId="18c45b91-9529-4376-afee-15439663c977" providerId="ADAL" clId="{9C2A172C-4F57-47AD-BDCB-D128E2375DE9}" dt="2021-12-01T15:03:23.180" v="4117"/>
          <ac:picMkLst>
            <pc:docMk/>
            <pc:sldMk cId="2186164757" sldId="496"/>
            <ac:picMk id="3" creationId="{EDB3F2B0-E995-443F-8486-78BA95678F57}"/>
          </ac:picMkLst>
        </pc:picChg>
        <pc:picChg chg="add del mod">
          <ac:chgData name="Martin Hardy" userId="18c45b91-9529-4376-afee-15439663c977" providerId="ADAL" clId="{9C2A172C-4F57-47AD-BDCB-D128E2375DE9}" dt="2021-12-01T15:04:22.740" v="4119"/>
          <ac:picMkLst>
            <pc:docMk/>
            <pc:sldMk cId="2186164757" sldId="496"/>
            <ac:picMk id="7" creationId="{D4B13FA2-96A0-42B7-842B-E9BABB7618B4}"/>
          </ac:picMkLst>
        </pc:picChg>
        <pc:picChg chg="add del mod">
          <ac:chgData name="Martin Hardy" userId="18c45b91-9529-4376-afee-15439663c977" providerId="ADAL" clId="{9C2A172C-4F57-47AD-BDCB-D128E2375DE9}" dt="2021-12-01T15:08:29.021" v="4126" actId="478"/>
          <ac:picMkLst>
            <pc:docMk/>
            <pc:sldMk cId="2186164757" sldId="496"/>
            <ac:picMk id="9" creationId="{972196F6-6172-486E-BB1B-1973D21D146A}"/>
          </ac:picMkLst>
        </pc:picChg>
        <pc:picChg chg="add mod">
          <ac:chgData name="Martin Hardy" userId="18c45b91-9529-4376-afee-15439663c977" providerId="ADAL" clId="{9C2A172C-4F57-47AD-BDCB-D128E2375DE9}" dt="2021-12-01T15:10:23.563" v="4132" actId="1076"/>
          <ac:picMkLst>
            <pc:docMk/>
            <pc:sldMk cId="2186164757" sldId="496"/>
            <ac:picMk id="10" creationId="{33A3FED7-A1FE-48CC-A811-5272757159E8}"/>
          </ac:picMkLst>
        </pc:picChg>
      </pc:sldChg>
      <pc:sldChg chg="modSp add mod ord">
        <pc:chgData name="Martin Hardy" userId="18c45b91-9529-4376-afee-15439663c977" providerId="ADAL" clId="{9C2A172C-4F57-47AD-BDCB-D128E2375DE9}" dt="2021-11-28T15:18:42.923" v="1254" actId="20577"/>
        <pc:sldMkLst>
          <pc:docMk/>
          <pc:sldMk cId="513091242" sldId="497"/>
        </pc:sldMkLst>
        <pc:spChg chg="mod">
          <ac:chgData name="Martin Hardy" userId="18c45b91-9529-4376-afee-15439663c977" providerId="ADAL" clId="{9C2A172C-4F57-47AD-BDCB-D128E2375DE9}" dt="2021-11-28T15:18:42.923" v="1254" actId="20577"/>
          <ac:spMkLst>
            <pc:docMk/>
            <pc:sldMk cId="513091242" sldId="497"/>
            <ac:spMk id="2" creationId="{00000000-0000-0000-0000-000000000000}"/>
          </ac:spMkLst>
        </pc:spChg>
      </pc:sldChg>
      <pc:sldChg chg="addSp delSp modSp new mod modTransition delAnim modAnim">
        <pc:chgData name="Martin Hardy" userId="18c45b91-9529-4376-afee-15439663c977" providerId="ADAL" clId="{9C2A172C-4F57-47AD-BDCB-D128E2375DE9}" dt="2021-12-04T14:26:37.359" v="8500"/>
        <pc:sldMkLst>
          <pc:docMk/>
          <pc:sldMk cId="409297444" sldId="498"/>
        </pc:sldMkLst>
        <pc:spChg chg="mod">
          <ac:chgData name="Martin Hardy" userId="18c45b91-9529-4376-afee-15439663c977" providerId="ADAL" clId="{9C2A172C-4F57-47AD-BDCB-D128E2375DE9}" dt="2021-11-28T14:57:23.348" v="612" actId="20577"/>
          <ac:spMkLst>
            <pc:docMk/>
            <pc:sldMk cId="409297444" sldId="498"/>
            <ac:spMk id="2" creationId="{080AD929-3997-4359-B4AB-73A5C6FC4A50}"/>
          </ac:spMkLst>
        </pc:spChg>
        <pc:spChg chg="mod">
          <ac:chgData name="Martin Hardy" userId="18c45b91-9529-4376-afee-15439663c977" providerId="ADAL" clId="{9C2A172C-4F57-47AD-BDCB-D128E2375DE9}" dt="2021-11-28T14:59:54.356" v="720" actId="20577"/>
          <ac:spMkLst>
            <pc:docMk/>
            <pc:sldMk cId="409297444" sldId="498"/>
            <ac:spMk id="3" creationId="{3BD62232-ADDE-49C5-919A-5289C4C3C958}"/>
          </ac:spMkLst>
        </pc:spChg>
        <pc:spChg chg="mod">
          <ac:chgData name="Martin Hardy" userId="18c45b91-9529-4376-afee-15439663c977" providerId="ADAL" clId="{9C2A172C-4F57-47AD-BDCB-D128E2375DE9}" dt="2021-11-28T15:00:27.544" v="722" actId="27636"/>
          <ac:spMkLst>
            <pc:docMk/>
            <pc:sldMk cId="409297444" sldId="498"/>
            <ac:spMk id="6" creationId="{FA3267EE-2E21-43B9-9F54-114BA8ABC9B2}"/>
          </ac:spMkLst>
        </pc:spChg>
        <pc:picChg chg="add del mod">
          <ac:chgData name="Martin Hardy" userId="18c45b91-9529-4376-afee-15439663c977" providerId="ADAL" clId="{9C2A172C-4F57-47AD-BDCB-D128E2375DE9}" dt="2021-12-01T15:12:39.169" v="4144" actId="478"/>
          <ac:picMkLst>
            <pc:docMk/>
            <pc:sldMk cId="409297444" sldId="498"/>
            <ac:picMk id="7" creationId="{812759B4-71AC-4759-8D7E-6D3CDFF0C8C3}"/>
          </ac:picMkLst>
        </pc:picChg>
        <pc:picChg chg="add mod">
          <ac:chgData name="Martin Hardy" userId="18c45b91-9529-4376-afee-15439663c977" providerId="ADAL" clId="{9C2A172C-4F57-47AD-BDCB-D128E2375DE9}" dt="2021-12-01T15:14:49.264" v="4156" actId="1076"/>
          <ac:picMkLst>
            <pc:docMk/>
            <pc:sldMk cId="409297444" sldId="498"/>
            <ac:picMk id="8" creationId="{AD429359-7D5F-4E8B-A380-854BBECF82D9}"/>
          </ac:picMkLst>
        </pc:picChg>
      </pc:sldChg>
      <pc:sldChg chg="addSp delSp modSp add mod modClrScheme delAnim chgLayout">
        <pc:chgData name="Martin Hardy" userId="18c45b91-9529-4376-afee-15439663c977" providerId="ADAL" clId="{9C2A172C-4F57-47AD-BDCB-D128E2375DE9}" dt="2021-12-03T22:36:22.327" v="8362" actId="478"/>
        <pc:sldMkLst>
          <pc:docMk/>
          <pc:sldMk cId="1425106423" sldId="499"/>
        </pc:sldMkLst>
        <pc:spChg chg="mod ord">
          <ac:chgData name="Martin Hardy" userId="18c45b91-9529-4376-afee-15439663c977" providerId="ADAL" clId="{9C2A172C-4F57-47AD-BDCB-D128E2375DE9}" dt="2021-11-28T15:18:51.074" v="1255" actId="700"/>
          <ac:spMkLst>
            <pc:docMk/>
            <pc:sldMk cId="1425106423" sldId="499"/>
            <ac:spMk id="2" creationId="{080AD929-3997-4359-B4AB-73A5C6FC4A50}"/>
          </ac:spMkLst>
        </pc:spChg>
        <pc:spChg chg="del">
          <ac:chgData name="Martin Hardy" userId="18c45b91-9529-4376-afee-15439663c977" providerId="ADAL" clId="{9C2A172C-4F57-47AD-BDCB-D128E2375DE9}" dt="2021-11-28T15:18:51.074" v="1255" actId="700"/>
          <ac:spMkLst>
            <pc:docMk/>
            <pc:sldMk cId="1425106423" sldId="499"/>
            <ac:spMk id="3" creationId="{3BD62232-ADDE-49C5-919A-5289C4C3C958}"/>
          </ac:spMkLst>
        </pc:spChg>
        <pc:spChg chg="mod ord">
          <ac:chgData name="Martin Hardy" userId="18c45b91-9529-4376-afee-15439663c977" providerId="ADAL" clId="{9C2A172C-4F57-47AD-BDCB-D128E2375DE9}" dt="2021-11-28T15:18:51.074" v="1255" actId="700"/>
          <ac:spMkLst>
            <pc:docMk/>
            <pc:sldMk cId="1425106423" sldId="499"/>
            <ac:spMk id="4" creationId="{29AFB62D-2EB3-44D4-8228-4EC293580C97}"/>
          </ac:spMkLst>
        </pc:spChg>
        <pc:spChg chg="del mod ord">
          <ac:chgData name="Martin Hardy" userId="18c45b91-9529-4376-afee-15439663c977" providerId="ADAL" clId="{9C2A172C-4F57-47AD-BDCB-D128E2375DE9}" dt="2021-11-29T13:58:19.554" v="2665" actId="478"/>
          <ac:spMkLst>
            <pc:docMk/>
            <pc:sldMk cId="1425106423" sldId="499"/>
            <ac:spMk id="5" creationId="{95AB4476-BD14-4AAA-AA32-03B7D71D4370}"/>
          </ac:spMkLst>
        </pc:spChg>
        <pc:spChg chg="del mod ord">
          <ac:chgData name="Martin Hardy" userId="18c45b91-9529-4376-afee-15439663c977" providerId="ADAL" clId="{9C2A172C-4F57-47AD-BDCB-D128E2375DE9}" dt="2021-11-28T15:18:51.074" v="1255" actId="700"/>
          <ac:spMkLst>
            <pc:docMk/>
            <pc:sldMk cId="1425106423" sldId="499"/>
            <ac:spMk id="6" creationId="{FA3267EE-2E21-43B9-9F54-114BA8ABC9B2}"/>
          </ac:spMkLst>
        </pc:spChg>
        <pc:spChg chg="add mod ord">
          <ac:chgData name="Martin Hardy" userId="18c45b91-9529-4376-afee-15439663c977" providerId="ADAL" clId="{9C2A172C-4F57-47AD-BDCB-D128E2375DE9}" dt="2021-11-28T15:19:07.452" v="1258" actId="20577"/>
          <ac:spMkLst>
            <pc:docMk/>
            <pc:sldMk cId="1425106423" sldId="499"/>
            <ac:spMk id="7" creationId="{7C25ECF4-AD8D-421A-AD09-D1334A4D6B73}"/>
          </ac:spMkLst>
        </pc:spChg>
        <pc:picChg chg="add del mod">
          <ac:chgData name="Martin Hardy" userId="18c45b91-9529-4376-afee-15439663c977" providerId="ADAL" clId="{9C2A172C-4F57-47AD-BDCB-D128E2375DE9}" dt="2021-12-03T22:36:22.327" v="8362" actId="478"/>
          <ac:picMkLst>
            <pc:docMk/>
            <pc:sldMk cId="1425106423" sldId="499"/>
            <ac:picMk id="3" creationId="{CAD9F24C-567C-4616-A6FC-975B250262F3}"/>
          </ac:picMkLst>
        </pc:picChg>
      </pc:sldChg>
      <pc:sldChg chg="addSp delSp modSp add mod modClrScheme delAnim chgLayout">
        <pc:chgData name="Martin Hardy" userId="18c45b91-9529-4376-afee-15439663c977" providerId="ADAL" clId="{9C2A172C-4F57-47AD-BDCB-D128E2375DE9}" dt="2021-12-01T16:06:43.833" v="4399" actId="478"/>
        <pc:sldMkLst>
          <pc:docMk/>
          <pc:sldMk cId="4190487437" sldId="500"/>
        </pc:sldMkLst>
        <pc:spChg chg="mod ord">
          <ac:chgData name="Martin Hardy" userId="18c45b91-9529-4376-afee-15439663c977" providerId="ADAL" clId="{9C2A172C-4F57-47AD-BDCB-D128E2375DE9}" dt="2021-11-28T15:18:56.979" v="1256" actId="700"/>
          <ac:spMkLst>
            <pc:docMk/>
            <pc:sldMk cId="4190487437" sldId="500"/>
            <ac:spMk id="2" creationId="{080AD929-3997-4359-B4AB-73A5C6FC4A50}"/>
          </ac:spMkLst>
        </pc:spChg>
        <pc:spChg chg="del">
          <ac:chgData name="Martin Hardy" userId="18c45b91-9529-4376-afee-15439663c977" providerId="ADAL" clId="{9C2A172C-4F57-47AD-BDCB-D128E2375DE9}" dt="2021-11-28T15:18:56.979" v="1256" actId="700"/>
          <ac:spMkLst>
            <pc:docMk/>
            <pc:sldMk cId="4190487437" sldId="500"/>
            <ac:spMk id="3" creationId="{3BD62232-ADDE-49C5-919A-5289C4C3C958}"/>
          </ac:spMkLst>
        </pc:spChg>
        <pc:spChg chg="mod ord">
          <ac:chgData name="Martin Hardy" userId="18c45b91-9529-4376-afee-15439663c977" providerId="ADAL" clId="{9C2A172C-4F57-47AD-BDCB-D128E2375DE9}" dt="2021-11-28T15:18:56.979" v="1256" actId="700"/>
          <ac:spMkLst>
            <pc:docMk/>
            <pc:sldMk cId="4190487437" sldId="500"/>
            <ac:spMk id="4" creationId="{29AFB62D-2EB3-44D4-8228-4EC293580C97}"/>
          </ac:spMkLst>
        </pc:spChg>
        <pc:spChg chg="del mod ord">
          <ac:chgData name="Martin Hardy" userId="18c45b91-9529-4376-afee-15439663c977" providerId="ADAL" clId="{9C2A172C-4F57-47AD-BDCB-D128E2375DE9}" dt="2021-11-29T13:58:23.723" v="2666" actId="478"/>
          <ac:spMkLst>
            <pc:docMk/>
            <pc:sldMk cId="4190487437" sldId="500"/>
            <ac:spMk id="5" creationId="{95AB4476-BD14-4AAA-AA32-03B7D71D4370}"/>
          </ac:spMkLst>
        </pc:spChg>
        <pc:spChg chg="del mod ord">
          <ac:chgData name="Martin Hardy" userId="18c45b91-9529-4376-afee-15439663c977" providerId="ADAL" clId="{9C2A172C-4F57-47AD-BDCB-D128E2375DE9}" dt="2021-11-28T15:18:56.979" v="1256" actId="700"/>
          <ac:spMkLst>
            <pc:docMk/>
            <pc:sldMk cId="4190487437" sldId="500"/>
            <ac:spMk id="6" creationId="{FA3267EE-2E21-43B9-9F54-114BA8ABC9B2}"/>
          </ac:spMkLst>
        </pc:spChg>
        <pc:spChg chg="add mod ord">
          <ac:chgData name="Martin Hardy" userId="18c45b91-9529-4376-afee-15439663c977" providerId="ADAL" clId="{9C2A172C-4F57-47AD-BDCB-D128E2375DE9}" dt="2021-11-28T15:19:13.178" v="1260" actId="20577"/>
          <ac:spMkLst>
            <pc:docMk/>
            <pc:sldMk cId="4190487437" sldId="500"/>
            <ac:spMk id="7" creationId="{115A8E0D-A3FF-464A-ADC2-028207349BC6}"/>
          </ac:spMkLst>
        </pc:spChg>
        <pc:picChg chg="add del mod">
          <ac:chgData name="Martin Hardy" userId="18c45b91-9529-4376-afee-15439663c977" providerId="ADAL" clId="{9C2A172C-4F57-47AD-BDCB-D128E2375DE9}" dt="2021-12-01T16:06:43.833" v="4399" actId="478"/>
          <ac:picMkLst>
            <pc:docMk/>
            <pc:sldMk cId="4190487437" sldId="500"/>
            <ac:picMk id="3" creationId="{9600EBFF-2B63-43F2-9FC7-BAA5A4830883}"/>
          </ac:picMkLst>
        </pc:picChg>
      </pc:sldChg>
      <pc:sldChg chg="addSp delSp modSp add mod modTransition modClrScheme delAnim modAnim chgLayout">
        <pc:chgData name="Martin Hardy" userId="18c45b91-9529-4376-afee-15439663c977" providerId="ADAL" clId="{9C2A172C-4F57-47AD-BDCB-D128E2375DE9}" dt="2021-12-05T15:55:01.876" v="8513" actId="20577"/>
        <pc:sldMkLst>
          <pc:docMk/>
          <pc:sldMk cId="2112759147" sldId="501"/>
        </pc:sldMkLst>
        <pc:spChg chg="mod ord">
          <ac:chgData name="Martin Hardy" userId="18c45b91-9529-4376-afee-15439663c977" providerId="ADAL" clId="{9C2A172C-4F57-47AD-BDCB-D128E2375DE9}" dt="2021-11-28T15:03:39.873" v="784" actId="700"/>
          <ac:spMkLst>
            <pc:docMk/>
            <pc:sldMk cId="2112759147" sldId="501"/>
            <ac:spMk id="2" creationId="{080AD929-3997-4359-B4AB-73A5C6FC4A50}"/>
          </ac:spMkLst>
        </pc:spChg>
        <pc:spChg chg="mod ord">
          <ac:chgData name="Martin Hardy" userId="18c45b91-9529-4376-afee-15439663c977" providerId="ADAL" clId="{9C2A172C-4F57-47AD-BDCB-D128E2375DE9}" dt="2021-12-05T15:55:01.876" v="8513" actId="20577"/>
          <ac:spMkLst>
            <pc:docMk/>
            <pc:sldMk cId="2112759147" sldId="501"/>
            <ac:spMk id="3" creationId="{3BD62232-ADDE-49C5-919A-5289C4C3C958}"/>
          </ac:spMkLst>
        </pc:spChg>
        <pc:spChg chg="mod ord">
          <ac:chgData name="Martin Hardy" userId="18c45b91-9529-4376-afee-15439663c977" providerId="ADAL" clId="{9C2A172C-4F57-47AD-BDCB-D128E2375DE9}" dt="2021-11-28T15:03:39.873" v="784" actId="700"/>
          <ac:spMkLst>
            <pc:docMk/>
            <pc:sldMk cId="2112759147" sldId="501"/>
            <ac:spMk id="4" creationId="{29AFB62D-2EB3-44D4-8228-4EC293580C97}"/>
          </ac:spMkLst>
        </pc:spChg>
        <pc:spChg chg="mod ord">
          <ac:chgData name="Martin Hardy" userId="18c45b91-9529-4376-afee-15439663c977" providerId="ADAL" clId="{9C2A172C-4F57-47AD-BDCB-D128E2375DE9}" dt="2021-11-28T15:03:39.873" v="784" actId="700"/>
          <ac:spMkLst>
            <pc:docMk/>
            <pc:sldMk cId="2112759147" sldId="501"/>
            <ac:spMk id="5" creationId="{95AB4476-BD14-4AAA-AA32-03B7D71D4370}"/>
          </ac:spMkLst>
        </pc:spChg>
        <pc:spChg chg="del mod ord">
          <ac:chgData name="Martin Hardy" userId="18c45b91-9529-4376-afee-15439663c977" providerId="ADAL" clId="{9C2A172C-4F57-47AD-BDCB-D128E2375DE9}" dt="2021-11-28T15:03:39.873" v="784" actId="700"/>
          <ac:spMkLst>
            <pc:docMk/>
            <pc:sldMk cId="2112759147" sldId="501"/>
            <ac:spMk id="6" creationId="{FA3267EE-2E21-43B9-9F54-114BA8ABC9B2}"/>
          </ac:spMkLst>
        </pc:spChg>
        <pc:spChg chg="add mod ord">
          <ac:chgData name="Martin Hardy" userId="18c45b91-9529-4376-afee-15439663c977" providerId="ADAL" clId="{9C2A172C-4F57-47AD-BDCB-D128E2375DE9}" dt="2021-12-01T15:18:31.988" v="4159" actId="27636"/>
          <ac:spMkLst>
            <pc:docMk/>
            <pc:sldMk cId="2112759147" sldId="501"/>
            <ac:spMk id="7" creationId="{674ABF29-6326-4912-91F4-D92177C71954}"/>
          </ac:spMkLst>
        </pc:spChg>
        <pc:spChg chg="add mod ord">
          <ac:chgData name="Martin Hardy" userId="18c45b91-9529-4376-afee-15439663c977" providerId="ADAL" clId="{9C2A172C-4F57-47AD-BDCB-D128E2375DE9}" dt="2021-11-30T22:03:39.445" v="3724" actId="20577"/>
          <ac:spMkLst>
            <pc:docMk/>
            <pc:sldMk cId="2112759147" sldId="501"/>
            <ac:spMk id="8" creationId="{E75BB33F-27F1-485F-B625-0969A63C98C0}"/>
          </ac:spMkLst>
        </pc:spChg>
        <pc:picChg chg="add del mod">
          <ac:chgData name="Martin Hardy" userId="18c45b91-9529-4376-afee-15439663c977" providerId="ADAL" clId="{9C2A172C-4F57-47AD-BDCB-D128E2375DE9}" dt="2021-12-01T15:14:26.249" v="4153" actId="478"/>
          <ac:picMkLst>
            <pc:docMk/>
            <pc:sldMk cId="2112759147" sldId="501"/>
            <ac:picMk id="6" creationId="{841BB506-7F29-4699-8D2A-9ED321BD1EE8}"/>
          </ac:picMkLst>
        </pc:picChg>
        <pc:picChg chg="add del mod">
          <ac:chgData name="Martin Hardy" userId="18c45b91-9529-4376-afee-15439663c977" providerId="ADAL" clId="{9C2A172C-4F57-47AD-BDCB-D128E2375DE9}" dt="2021-11-30T22:02:37.110" v="3705" actId="478"/>
          <ac:picMkLst>
            <pc:docMk/>
            <pc:sldMk cId="2112759147" sldId="501"/>
            <ac:picMk id="9" creationId="{2C8D0E62-124B-4EF6-8753-7547B2E50120}"/>
          </ac:picMkLst>
        </pc:picChg>
        <pc:picChg chg="add mod">
          <ac:chgData name="Martin Hardy" userId="18c45b91-9529-4376-afee-15439663c977" providerId="ADAL" clId="{9C2A172C-4F57-47AD-BDCB-D128E2375DE9}" dt="2021-12-01T15:21:41.727" v="4170" actId="1076"/>
          <ac:picMkLst>
            <pc:docMk/>
            <pc:sldMk cId="2112759147" sldId="501"/>
            <ac:picMk id="9" creationId="{869EDE4E-E4F9-4D33-A156-1C0FCEF641D0}"/>
          </ac:picMkLst>
        </pc:picChg>
        <pc:picChg chg="add mod">
          <ac:chgData name="Martin Hardy" userId="18c45b91-9529-4376-afee-15439663c977" providerId="ADAL" clId="{9C2A172C-4F57-47AD-BDCB-D128E2375DE9}" dt="2021-11-30T22:03:27.233" v="3709" actId="1076"/>
          <ac:picMkLst>
            <pc:docMk/>
            <pc:sldMk cId="2112759147" sldId="501"/>
            <ac:picMk id="1026" creationId="{91B65C67-E07E-4F9C-A199-CE0BB8D8CD35}"/>
          </ac:picMkLst>
        </pc:picChg>
      </pc:sldChg>
      <pc:sldChg chg="addSp delSp modSp new del mod modClrScheme chgLayout modNotesTx">
        <pc:chgData name="Martin Hardy" userId="18c45b91-9529-4376-afee-15439663c977" providerId="ADAL" clId="{9C2A172C-4F57-47AD-BDCB-D128E2375DE9}" dt="2021-11-30T21:58:04.996" v="3545" actId="47"/>
        <pc:sldMkLst>
          <pc:docMk/>
          <pc:sldMk cId="183201944" sldId="502"/>
        </pc:sldMkLst>
        <pc:spChg chg="mod ord">
          <ac:chgData name="Martin Hardy" userId="18c45b91-9529-4376-afee-15439663c977" providerId="ADAL" clId="{9C2A172C-4F57-47AD-BDCB-D128E2375DE9}" dt="2021-11-29T14:03:21.278" v="2678" actId="27636"/>
          <ac:spMkLst>
            <pc:docMk/>
            <pc:sldMk cId="183201944" sldId="502"/>
            <ac:spMk id="2" creationId="{125C62CA-67F7-4D04-A606-75CB3564DB66}"/>
          </ac:spMkLst>
        </pc:spChg>
        <pc:spChg chg="mod ord">
          <ac:chgData name="Martin Hardy" userId="18c45b91-9529-4376-afee-15439663c977" providerId="ADAL" clId="{9C2A172C-4F57-47AD-BDCB-D128E2375DE9}" dt="2021-11-28T15:09:35.142" v="1045" actId="27636"/>
          <ac:spMkLst>
            <pc:docMk/>
            <pc:sldMk cId="183201944" sldId="502"/>
            <ac:spMk id="3" creationId="{D5901ACB-D723-4702-AE60-3C4B06E8E445}"/>
          </ac:spMkLst>
        </pc:spChg>
        <pc:spChg chg="del mod ord">
          <ac:chgData name="Martin Hardy" userId="18c45b91-9529-4376-afee-15439663c977" providerId="ADAL" clId="{9C2A172C-4F57-47AD-BDCB-D128E2375DE9}" dt="2021-11-28T15:08:57.679" v="1000" actId="700"/>
          <ac:spMkLst>
            <pc:docMk/>
            <pc:sldMk cId="183201944" sldId="502"/>
            <ac:spMk id="4" creationId="{43C1A771-460D-448D-B99F-3BCA5C230136}"/>
          </ac:spMkLst>
        </pc:spChg>
        <pc:spChg chg="mod ord">
          <ac:chgData name="Martin Hardy" userId="18c45b91-9529-4376-afee-15439663c977" providerId="ADAL" clId="{9C2A172C-4F57-47AD-BDCB-D128E2375DE9}" dt="2021-11-28T15:08:57.679" v="1000" actId="700"/>
          <ac:spMkLst>
            <pc:docMk/>
            <pc:sldMk cId="183201944" sldId="502"/>
            <ac:spMk id="5" creationId="{C9DC96B0-C5BF-44CE-ACCB-E2468E47128D}"/>
          </ac:spMkLst>
        </pc:spChg>
        <pc:spChg chg="mod ord">
          <ac:chgData name="Martin Hardy" userId="18c45b91-9529-4376-afee-15439663c977" providerId="ADAL" clId="{9C2A172C-4F57-47AD-BDCB-D128E2375DE9}" dt="2021-11-28T15:08:57.679" v="1000" actId="700"/>
          <ac:spMkLst>
            <pc:docMk/>
            <pc:sldMk cId="183201944" sldId="502"/>
            <ac:spMk id="6" creationId="{AC8DA7A3-EA68-4791-9687-044FF583F0EA}"/>
          </ac:spMkLst>
        </pc:spChg>
        <pc:spChg chg="mod ord">
          <ac:chgData name="Martin Hardy" userId="18c45b91-9529-4376-afee-15439663c977" providerId="ADAL" clId="{9C2A172C-4F57-47AD-BDCB-D128E2375DE9}" dt="2021-11-28T15:09:09.999" v="1024" actId="20577"/>
          <ac:spMkLst>
            <pc:docMk/>
            <pc:sldMk cId="183201944" sldId="502"/>
            <ac:spMk id="7" creationId="{6739517D-A7BE-47B3-8558-25F328B5B8F2}"/>
          </ac:spMkLst>
        </pc:spChg>
        <pc:spChg chg="add mod ord">
          <ac:chgData name="Martin Hardy" userId="18c45b91-9529-4376-afee-15439663c977" providerId="ADAL" clId="{9C2A172C-4F57-47AD-BDCB-D128E2375DE9}" dt="2021-11-29T14:04:23.077" v="2682" actId="1076"/>
          <ac:spMkLst>
            <pc:docMk/>
            <pc:sldMk cId="183201944" sldId="502"/>
            <ac:spMk id="8" creationId="{3C0C69FF-5AED-4020-BC17-1DB0521093F0}"/>
          </ac:spMkLst>
        </pc:spChg>
        <pc:spChg chg="add mod ord">
          <ac:chgData name="Martin Hardy" userId="18c45b91-9529-4376-afee-15439663c977" providerId="ADAL" clId="{9C2A172C-4F57-47AD-BDCB-D128E2375DE9}" dt="2021-11-29T14:05:18.734" v="2685" actId="13926"/>
          <ac:spMkLst>
            <pc:docMk/>
            <pc:sldMk cId="183201944" sldId="502"/>
            <ac:spMk id="9" creationId="{A807156C-3B59-4967-8BD6-535377338856}"/>
          </ac:spMkLst>
        </pc:spChg>
        <pc:spChg chg="add mod ord">
          <ac:chgData name="Martin Hardy" userId="18c45b91-9529-4376-afee-15439663c977" providerId="ADAL" clId="{9C2A172C-4F57-47AD-BDCB-D128E2375DE9}" dt="2021-11-28T15:09:04.417" v="1010" actId="27636"/>
          <ac:spMkLst>
            <pc:docMk/>
            <pc:sldMk cId="183201944" sldId="502"/>
            <ac:spMk id="10" creationId="{7CB115FB-085A-4FFE-9803-A1012701C244}"/>
          </ac:spMkLst>
        </pc:spChg>
        <pc:picChg chg="add mod">
          <ac:chgData name="Martin Hardy" userId="18c45b91-9529-4376-afee-15439663c977" providerId="ADAL" clId="{9C2A172C-4F57-47AD-BDCB-D128E2375DE9}" dt="2021-11-29T14:04:32.469" v="2684" actId="1076"/>
          <ac:picMkLst>
            <pc:docMk/>
            <pc:sldMk cId="183201944" sldId="502"/>
            <ac:picMk id="1026" creationId="{B2292C47-09BB-4E7F-AF96-5BDE9AFDD476}"/>
          </ac:picMkLst>
        </pc:picChg>
      </pc:sldChg>
      <pc:sldChg chg="addSp delSp modSp new mod modTransition delAnim modAnim modNotesTx">
        <pc:chgData name="Martin Hardy" userId="18c45b91-9529-4376-afee-15439663c977" providerId="ADAL" clId="{9C2A172C-4F57-47AD-BDCB-D128E2375DE9}" dt="2021-12-04T14:26:37.359" v="8500"/>
        <pc:sldMkLst>
          <pc:docMk/>
          <pc:sldMk cId="2178607486" sldId="503"/>
        </pc:sldMkLst>
        <pc:spChg chg="mod">
          <ac:chgData name="Martin Hardy" userId="18c45b91-9529-4376-afee-15439663c977" providerId="ADAL" clId="{9C2A172C-4F57-47AD-BDCB-D128E2375DE9}" dt="2021-11-28T15:10:56.263" v="1073" actId="20577"/>
          <ac:spMkLst>
            <pc:docMk/>
            <pc:sldMk cId="2178607486" sldId="503"/>
            <ac:spMk id="2" creationId="{5EFCF58B-5526-41BA-8E8B-C27161C07A6B}"/>
          </ac:spMkLst>
        </pc:spChg>
        <pc:spChg chg="mod">
          <ac:chgData name="Martin Hardy" userId="18c45b91-9529-4376-afee-15439663c977" providerId="ADAL" clId="{9C2A172C-4F57-47AD-BDCB-D128E2375DE9}" dt="2021-11-30T22:01:16.905" v="3625" actId="113"/>
          <ac:spMkLst>
            <pc:docMk/>
            <pc:sldMk cId="2178607486" sldId="503"/>
            <ac:spMk id="3" creationId="{F279A6F1-DF60-42D5-8899-15E392990E90}"/>
          </ac:spMkLst>
        </pc:spChg>
        <pc:spChg chg="del">
          <ac:chgData name="Martin Hardy" userId="18c45b91-9529-4376-afee-15439663c977" providerId="ADAL" clId="{9C2A172C-4F57-47AD-BDCB-D128E2375DE9}" dt="2021-11-28T15:10:38.452" v="1055"/>
          <ac:spMkLst>
            <pc:docMk/>
            <pc:sldMk cId="2178607486" sldId="503"/>
            <ac:spMk id="4" creationId="{98662036-EBA1-405D-BEF4-840D9E3A1E31}"/>
          </ac:spMkLst>
        </pc:spChg>
        <pc:spChg chg="mod">
          <ac:chgData name="Martin Hardy" userId="18c45b91-9529-4376-afee-15439663c977" providerId="ADAL" clId="{9C2A172C-4F57-47AD-BDCB-D128E2375DE9}" dt="2021-11-28T15:10:38.494" v="1056" actId="27636"/>
          <ac:spMkLst>
            <pc:docMk/>
            <pc:sldMk cId="2178607486" sldId="503"/>
            <ac:spMk id="7" creationId="{7FA6C2CB-2F46-4C06-99F6-D98FB3DF16A3}"/>
          </ac:spMkLst>
        </pc:spChg>
        <pc:picChg chg="add del mod">
          <ac:chgData name="Martin Hardy" userId="18c45b91-9529-4376-afee-15439663c977" providerId="ADAL" clId="{9C2A172C-4F57-47AD-BDCB-D128E2375DE9}" dt="2021-12-01T15:21:19.121" v="4164" actId="478"/>
          <ac:picMkLst>
            <pc:docMk/>
            <pc:sldMk cId="2178607486" sldId="503"/>
            <ac:picMk id="4" creationId="{3F8B3E92-0CE7-4E15-99A9-B27E042A7C77}"/>
          </ac:picMkLst>
        </pc:picChg>
        <pc:picChg chg="add mod">
          <ac:chgData name="Martin Hardy" userId="18c45b91-9529-4376-afee-15439663c977" providerId="ADAL" clId="{9C2A172C-4F57-47AD-BDCB-D128E2375DE9}" dt="2021-12-01T15:22:53.276" v="4175" actId="1076"/>
          <ac:picMkLst>
            <pc:docMk/>
            <pc:sldMk cId="2178607486" sldId="503"/>
            <ac:picMk id="8" creationId="{82765B34-493C-498B-BE26-33DF5870E123}"/>
          </ac:picMkLst>
        </pc:picChg>
        <pc:picChg chg="add del mod">
          <ac:chgData name="Martin Hardy" userId="18c45b91-9529-4376-afee-15439663c977" providerId="ADAL" clId="{9C2A172C-4F57-47AD-BDCB-D128E2375DE9}" dt="2021-12-01T15:22:48.578" v="4174" actId="478"/>
          <ac:picMkLst>
            <pc:docMk/>
            <pc:sldMk cId="2178607486" sldId="503"/>
            <ac:picMk id="9" creationId="{5DC70088-DD5F-4BC0-820A-BF28031633B0}"/>
          </ac:picMkLst>
        </pc:picChg>
        <pc:picChg chg="add del mod">
          <ac:chgData name="Martin Hardy" userId="18c45b91-9529-4376-afee-15439663c977" providerId="ADAL" clId="{9C2A172C-4F57-47AD-BDCB-D128E2375DE9}" dt="2021-12-01T15:24:06.450" v="4177"/>
          <ac:picMkLst>
            <pc:docMk/>
            <pc:sldMk cId="2178607486" sldId="503"/>
            <ac:picMk id="11" creationId="{C0846B0A-7D61-441F-B1D5-FA81F75813C6}"/>
          </ac:picMkLst>
        </pc:picChg>
        <pc:picChg chg="add mod">
          <ac:chgData name="Martin Hardy" userId="18c45b91-9529-4376-afee-15439663c977" providerId="ADAL" clId="{9C2A172C-4F57-47AD-BDCB-D128E2375DE9}" dt="2021-12-01T15:25:33.443" v="4181" actId="1440"/>
          <ac:picMkLst>
            <pc:docMk/>
            <pc:sldMk cId="2178607486" sldId="503"/>
            <ac:picMk id="13" creationId="{6D6DB417-AE43-4305-B139-C349A1EF29EA}"/>
          </ac:picMkLst>
        </pc:picChg>
        <pc:inkChg chg="add del">
          <ac:chgData name="Martin Hardy" userId="18c45b91-9529-4376-afee-15439663c977" providerId="ADAL" clId="{9C2A172C-4F57-47AD-BDCB-D128E2375DE9}" dt="2021-12-01T15:24:06.450" v="4177"/>
          <ac:inkMkLst>
            <pc:docMk/>
            <pc:sldMk cId="2178607486" sldId="503"/>
            <ac:inkMk id="10" creationId="{2A803AD2-F4B3-4F78-AF01-27833ABB28BD}"/>
          </ac:inkMkLst>
        </pc:inkChg>
        <pc:inkChg chg="add">
          <ac:chgData name="Martin Hardy" userId="18c45b91-9529-4376-afee-15439663c977" providerId="ADAL" clId="{9C2A172C-4F57-47AD-BDCB-D128E2375DE9}" dt="2021-12-01T15:25:15.638" v="4178"/>
          <ac:inkMkLst>
            <pc:docMk/>
            <pc:sldMk cId="2178607486" sldId="503"/>
            <ac:inkMk id="12" creationId="{BCE53E8A-3457-41D4-830B-7308269A9F17}"/>
          </ac:inkMkLst>
        </pc:inkChg>
      </pc:sldChg>
      <pc:sldChg chg="addSp delSp modSp new mod modTransition modClrScheme delAnim modAnim chgLayout modNotesTx">
        <pc:chgData name="Martin Hardy" userId="18c45b91-9529-4376-afee-15439663c977" providerId="ADAL" clId="{9C2A172C-4F57-47AD-BDCB-D128E2375DE9}" dt="2021-12-04T15:19:19.601" v="8501"/>
        <pc:sldMkLst>
          <pc:docMk/>
          <pc:sldMk cId="4097488527" sldId="504"/>
        </pc:sldMkLst>
        <pc:spChg chg="mod ord">
          <ac:chgData name="Martin Hardy" userId="18c45b91-9529-4376-afee-15439663c977" providerId="ADAL" clId="{9C2A172C-4F57-47AD-BDCB-D128E2375DE9}" dt="2021-11-30T21:56:47.061" v="3541" actId="14100"/>
          <ac:spMkLst>
            <pc:docMk/>
            <pc:sldMk cId="4097488527" sldId="504"/>
            <ac:spMk id="2" creationId="{54A892CE-ADEA-438E-A4BC-01668CA7347B}"/>
          </ac:spMkLst>
        </pc:spChg>
        <pc:spChg chg="del mod ord">
          <ac:chgData name="Martin Hardy" userId="18c45b91-9529-4376-afee-15439663c977" providerId="ADAL" clId="{9C2A172C-4F57-47AD-BDCB-D128E2375DE9}" dt="2021-11-28T15:13:17.454" v="1122" actId="12084"/>
          <ac:spMkLst>
            <pc:docMk/>
            <pc:sldMk cId="4097488527" sldId="504"/>
            <ac:spMk id="3" creationId="{E35FDD1E-A57F-4F6B-9ADE-815FC2CDCF32}"/>
          </ac:spMkLst>
        </pc:spChg>
        <pc:spChg chg="del">
          <ac:chgData name="Martin Hardy" userId="18c45b91-9529-4376-afee-15439663c977" providerId="ADAL" clId="{9C2A172C-4F57-47AD-BDCB-D128E2375DE9}" dt="2021-11-28T15:12:54.274" v="1120" actId="700"/>
          <ac:spMkLst>
            <pc:docMk/>
            <pc:sldMk cId="4097488527" sldId="504"/>
            <ac:spMk id="4" creationId="{9468EEA6-154D-4010-9AA3-D5C79803455B}"/>
          </ac:spMkLst>
        </pc:spChg>
        <pc:spChg chg="add del mod">
          <ac:chgData name="Martin Hardy" userId="18c45b91-9529-4376-afee-15439663c977" providerId="ADAL" clId="{9C2A172C-4F57-47AD-BDCB-D128E2375DE9}" dt="2021-11-30T21:12:25.673" v="3076" actId="700"/>
          <ac:spMkLst>
            <pc:docMk/>
            <pc:sldMk cId="4097488527" sldId="504"/>
            <ac:spMk id="4" creationId="{C90E01E0-3FE0-4218-8976-8148AF3309C8}"/>
          </ac:spMkLst>
        </pc:spChg>
        <pc:spChg chg="mod ord">
          <ac:chgData name="Martin Hardy" userId="18c45b91-9529-4376-afee-15439663c977" providerId="ADAL" clId="{9C2A172C-4F57-47AD-BDCB-D128E2375DE9}" dt="2021-11-30T21:16:11.151" v="3155" actId="700"/>
          <ac:spMkLst>
            <pc:docMk/>
            <pc:sldMk cId="4097488527" sldId="504"/>
            <ac:spMk id="5" creationId="{0CCAF83E-817F-49CD-8C25-D2E47CCC8207}"/>
          </ac:spMkLst>
        </pc:spChg>
        <pc:spChg chg="mod ord">
          <ac:chgData name="Martin Hardy" userId="18c45b91-9529-4376-afee-15439663c977" providerId="ADAL" clId="{9C2A172C-4F57-47AD-BDCB-D128E2375DE9}" dt="2021-11-30T21:16:11.151" v="3155" actId="700"/>
          <ac:spMkLst>
            <pc:docMk/>
            <pc:sldMk cId="4097488527" sldId="504"/>
            <ac:spMk id="6" creationId="{47E72D6D-B643-46D0-9D43-5984E6624DBB}"/>
          </ac:spMkLst>
        </pc:spChg>
        <pc:spChg chg="del mod ord">
          <ac:chgData name="Martin Hardy" userId="18c45b91-9529-4376-afee-15439663c977" providerId="ADAL" clId="{9C2A172C-4F57-47AD-BDCB-D128E2375DE9}" dt="2021-11-28T15:12:54.274" v="1120" actId="700"/>
          <ac:spMkLst>
            <pc:docMk/>
            <pc:sldMk cId="4097488527" sldId="504"/>
            <ac:spMk id="7" creationId="{4CE63D88-F337-4AA4-ADEE-0256E292E508}"/>
          </ac:spMkLst>
        </pc:spChg>
        <pc:spChg chg="add mod ord">
          <ac:chgData name="Martin Hardy" userId="18c45b91-9529-4376-afee-15439663c977" providerId="ADAL" clId="{9C2A172C-4F57-47AD-BDCB-D128E2375DE9}" dt="2021-11-30T21:52:34.968" v="3450" actId="20577"/>
          <ac:spMkLst>
            <pc:docMk/>
            <pc:sldMk cId="4097488527" sldId="504"/>
            <ac:spMk id="8" creationId="{E3B50A4F-92C2-4F2C-AB94-A2987B6FC32D}"/>
          </ac:spMkLst>
        </pc:spChg>
        <pc:spChg chg="add del mod">
          <ac:chgData name="Martin Hardy" userId="18c45b91-9529-4376-afee-15439663c977" providerId="ADAL" clId="{9C2A172C-4F57-47AD-BDCB-D128E2375DE9}" dt="2021-11-30T21:16:26.641" v="3157" actId="1032"/>
          <ac:spMkLst>
            <pc:docMk/>
            <pc:sldMk cId="4097488527" sldId="504"/>
            <ac:spMk id="10" creationId="{0D516B28-F785-4BEA-BC59-CA6D976BF0EB}"/>
          </ac:spMkLst>
        </pc:spChg>
        <pc:spChg chg="add del mod ord">
          <ac:chgData name="Martin Hardy" userId="18c45b91-9529-4376-afee-15439663c977" providerId="ADAL" clId="{9C2A172C-4F57-47AD-BDCB-D128E2375DE9}" dt="2021-11-28T15:15:54.255" v="1189"/>
          <ac:spMkLst>
            <pc:docMk/>
            <pc:sldMk cId="4097488527" sldId="504"/>
            <ac:spMk id="10" creationId="{5E0CF397-FFE0-488A-8416-152252D4462F}"/>
          </ac:spMkLst>
        </pc:spChg>
        <pc:graphicFrameChg chg="add del mod ord">
          <ac:chgData name="Martin Hardy" userId="18c45b91-9529-4376-afee-15439663c977" providerId="ADAL" clId="{9C2A172C-4F57-47AD-BDCB-D128E2375DE9}" dt="2021-11-30T21:16:14.703" v="3156" actId="478"/>
          <ac:graphicFrameMkLst>
            <pc:docMk/>
            <pc:sldMk cId="4097488527" sldId="504"/>
            <ac:graphicFrameMk id="9" creationId="{0C0D500A-6A8A-407E-A2C1-FB952DDA8C4D}"/>
          </ac:graphicFrameMkLst>
        </pc:graphicFrameChg>
        <pc:graphicFrameChg chg="add mod modGraphic">
          <ac:chgData name="Martin Hardy" userId="18c45b91-9529-4376-afee-15439663c977" providerId="ADAL" clId="{9C2A172C-4F57-47AD-BDCB-D128E2375DE9}" dt="2021-12-01T15:26:03.855" v="4184" actId="20577"/>
          <ac:graphicFrameMkLst>
            <pc:docMk/>
            <pc:sldMk cId="4097488527" sldId="504"/>
            <ac:graphicFrameMk id="12" creationId="{55EE5C88-5C14-4085-805A-403C5202F18D}"/>
          </ac:graphicFrameMkLst>
        </pc:graphicFrameChg>
        <pc:picChg chg="add mod">
          <ac:chgData name="Martin Hardy" userId="18c45b91-9529-4376-afee-15439663c977" providerId="ADAL" clId="{9C2A172C-4F57-47AD-BDCB-D128E2375DE9}" dt="2021-12-01T15:31:48.752" v="4214" actId="208"/>
          <ac:picMkLst>
            <pc:docMk/>
            <pc:sldMk cId="4097488527" sldId="504"/>
            <ac:picMk id="3" creationId="{F3D6B5F9-A4B3-4B7F-9743-0623A55CA401}"/>
          </ac:picMkLst>
        </pc:picChg>
        <pc:picChg chg="add del mod ord">
          <ac:chgData name="Martin Hardy" userId="18c45b91-9529-4376-afee-15439663c977" providerId="ADAL" clId="{9C2A172C-4F57-47AD-BDCB-D128E2375DE9}" dt="2021-11-30T21:12:21.693" v="3075" actId="478"/>
          <ac:picMkLst>
            <pc:docMk/>
            <pc:sldMk cId="4097488527" sldId="504"/>
            <ac:picMk id="11" creationId="{489DF4F1-5352-4721-AC46-2ED519AD41DF}"/>
          </ac:picMkLst>
        </pc:picChg>
        <pc:picChg chg="add del mod ord">
          <ac:chgData name="Martin Hardy" userId="18c45b91-9529-4376-afee-15439663c977" providerId="ADAL" clId="{9C2A172C-4F57-47AD-BDCB-D128E2375DE9}" dt="2021-12-04T14:23:03.812" v="8487" actId="478"/>
          <ac:picMkLst>
            <pc:docMk/>
            <pc:sldMk cId="4097488527" sldId="504"/>
            <ac:picMk id="13" creationId="{B3C6E97F-B6E6-4258-96B9-C116D77C25DB}"/>
          </ac:picMkLst>
        </pc:picChg>
      </pc:sldChg>
      <pc:sldChg chg="modSp add del mod modNotesTx">
        <pc:chgData name="Martin Hardy" userId="18c45b91-9529-4376-afee-15439663c977" providerId="ADAL" clId="{9C2A172C-4F57-47AD-BDCB-D128E2375DE9}" dt="2021-11-29T13:54:11.539" v="2608" actId="47"/>
        <pc:sldMkLst>
          <pc:docMk/>
          <pc:sldMk cId="944017742" sldId="505"/>
        </pc:sldMkLst>
        <pc:spChg chg="mod">
          <ac:chgData name="Martin Hardy" userId="18c45b91-9529-4376-afee-15439663c977" providerId="ADAL" clId="{9C2A172C-4F57-47AD-BDCB-D128E2375DE9}" dt="2021-11-29T13:48:58.030" v="2556" actId="20577"/>
          <ac:spMkLst>
            <pc:docMk/>
            <pc:sldMk cId="944017742" sldId="505"/>
            <ac:spMk id="2" creationId="{54A892CE-ADEA-438E-A4BC-01668CA7347B}"/>
          </ac:spMkLst>
        </pc:spChg>
        <pc:spChg chg="mod">
          <ac:chgData name="Martin Hardy" userId="18c45b91-9529-4376-afee-15439663c977" providerId="ADAL" clId="{9C2A172C-4F57-47AD-BDCB-D128E2375DE9}" dt="2021-11-28T15:11:26.394" v="1076" actId="27636"/>
          <ac:spMkLst>
            <pc:docMk/>
            <pc:sldMk cId="944017742" sldId="505"/>
            <ac:spMk id="7" creationId="{4CE63D88-F337-4AA4-ADEE-0256E292E508}"/>
          </ac:spMkLst>
        </pc:spChg>
      </pc:sldChg>
      <pc:sldChg chg="addSp delSp modSp add mod ord modTransition modClrScheme modAnim chgLayout modNotesTx">
        <pc:chgData name="Martin Hardy" userId="18c45b91-9529-4376-afee-15439663c977" providerId="ADAL" clId="{9C2A172C-4F57-47AD-BDCB-D128E2375DE9}" dt="2021-12-04T14:26:37.359" v="8500"/>
        <pc:sldMkLst>
          <pc:docMk/>
          <pc:sldMk cId="1111683577" sldId="506"/>
        </pc:sldMkLst>
        <pc:spChg chg="mod ord">
          <ac:chgData name="Martin Hardy" userId="18c45b91-9529-4376-afee-15439663c977" providerId="ADAL" clId="{9C2A172C-4F57-47AD-BDCB-D128E2375DE9}" dt="2021-12-01T15:43:59.664" v="4301" actId="27636"/>
          <ac:spMkLst>
            <pc:docMk/>
            <pc:sldMk cId="1111683577" sldId="506"/>
            <ac:spMk id="2" creationId="{54A892CE-ADEA-438E-A4BC-01668CA7347B}"/>
          </ac:spMkLst>
        </pc:spChg>
        <pc:spChg chg="del mod ord">
          <ac:chgData name="Martin Hardy" userId="18c45b91-9529-4376-afee-15439663c977" providerId="ADAL" clId="{9C2A172C-4F57-47AD-BDCB-D128E2375DE9}" dt="2021-11-28T15:17:57.652" v="1241" actId="700"/>
          <ac:spMkLst>
            <pc:docMk/>
            <pc:sldMk cId="1111683577" sldId="506"/>
            <ac:spMk id="3" creationId="{E35FDD1E-A57F-4F6B-9ADE-815FC2CDCF32}"/>
          </ac:spMkLst>
        </pc:spChg>
        <pc:spChg chg="del">
          <ac:chgData name="Martin Hardy" userId="18c45b91-9529-4376-afee-15439663c977" providerId="ADAL" clId="{9C2A172C-4F57-47AD-BDCB-D128E2375DE9}" dt="2021-11-28T15:17:57.652" v="1241" actId="700"/>
          <ac:spMkLst>
            <pc:docMk/>
            <pc:sldMk cId="1111683577" sldId="506"/>
            <ac:spMk id="4" creationId="{9468EEA6-154D-4010-9AA3-D5C79803455B}"/>
          </ac:spMkLst>
        </pc:spChg>
        <pc:spChg chg="mod ord">
          <ac:chgData name="Martin Hardy" userId="18c45b91-9529-4376-afee-15439663c977" providerId="ADAL" clId="{9C2A172C-4F57-47AD-BDCB-D128E2375DE9}" dt="2021-11-28T15:17:57.652" v="1241" actId="700"/>
          <ac:spMkLst>
            <pc:docMk/>
            <pc:sldMk cId="1111683577" sldId="506"/>
            <ac:spMk id="5" creationId="{0CCAF83E-817F-49CD-8C25-D2E47CCC8207}"/>
          </ac:spMkLst>
        </pc:spChg>
        <pc:spChg chg="mod ord">
          <ac:chgData name="Martin Hardy" userId="18c45b91-9529-4376-afee-15439663c977" providerId="ADAL" clId="{9C2A172C-4F57-47AD-BDCB-D128E2375DE9}" dt="2021-11-28T15:17:57.652" v="1241" actId="700"/>
          <ac:spMkLst>
            <pc:docMk/>
            <pc:sldMk cId="1111683577" sldId="506"/>
            <ac:spMk id="6" creationId="{47E72D6D-B643-46D0-9D43-5984E6624DBB}"/>
          </ac:spMkLst>
        </pc:spChg>
        <pc:spChg chg="del mod ord">
          <ac:chgData name="Martin Hardy" userId="18c45b91-9529-4376-afee-15439663c977" providerId="ADAL" clId="{9C2A172C-4F57-47AD-BDCB-D128E2375DE9}" dt="2021-11-28T15:17:57.652" v="1241" actId="700"/>
          <ac:spMkLst>
            <pc:docMk/>
            <pc:sldMk cId="1111683577" sldId="506"/>
            <ac:spMk id="7" creationId="{4CE63D88-F337-4AA4-ADEE-0256E292E508}"/>
          </ac:spMkLst>
        </pc:spChg>
        <pc:spChg chg="add mod ord">
          <ac:chgData name="Martin Hardy" userId="18c45b91-9529-4376-afee-15439663c977" providerId="ADAL" clId="{9C2A172C-4F57-47AD-BDCB-D128E2375DE9}" dt="2021-11-28T15:18:06.198" v="1247" actId="20577"/>
          <ac:spMkLst>
            <pc:docMk/>
            <pc:sldMk cId="1111683577" sldId="506"/>
            <ac:spMk id="8" creationId="{182D5D3A-7363-40CF-B610-3FDCF96F9FC2}"/>
          </ac:spMkLst>
        </pc:spChg>
        <pc:spChg chg="add mod ord">
          <ac:chgData name="Martin Hardy" userId="18c45b91-9529-4376-afee-15439663c977" providerId="ADAL" clId="{9C2A172C-4F57-47AD-BDCB-D128E2375DE9}" dt="2021-11-28T15:17:57.673" v="1242" actId="27636"/>
          <ac:spMkLst>
            <pc:docMk/>
            <pc:sldMk cId="1111683577" sldId="506"/>
            <ac:spMk id="9" creationId="{0186533F-313B-477D-9F9D-EB870BE13B5E}"/>
          </ac:spMkLst>
        </pc:spChg>
        <pc:picChg chg="add mod ord">
          <ac:chgData name="Martin Hardy" userId="18c45b91-9529-4376-afee-15439663c977" providerId="ADAL" clId="{9C2A172C-4F57-47AD-BDCB-D128E2375DE9}" dt="2021-12-01T15:45:20.929" v="4310" actId="166"/>
          <ac:picMkLst>
            <pc:docMk/>
            <pc:sldMk cId="1111683577" sldId="506"/>
            <ac:picMk id="4" creationId="{7BD0338C-0198-4977-9F2A-309A6B242167}"/>
          </ac:picMkLst>
        </pc:picChg>
      </pc:sldChg>
      <pc:sldChg chg="addSp delSp modSp add mod ord modTransition modClrScheme modAnim chgLayout modNotesTx">
        <pc:chgData name="Martin Hardy" userId="18c45b91-9529-4376-afee-15439663c977" providerId="ADAL" clId="{9C2A172C-4F57-47AD-BDCB-D128E2375DE9}" dt="2021-12-04T14:26:37.359" v="8500"/>
        <pc:sldMkLst>
          <pc:docMk/>
          <pc:sldMk cId="246744149" sldId="507"/>
        </pc:sldMkLst>
        <pc:spChg chg="mod ord">
          <ac:chgData name="Martin Hardy" userId="18c45b91-9529-4376-afee-15439663c977" providerId="ADAL" clId="{9C2A172C-4F57-47AD-BDCB-D128E2375DE9}" dt="2021-11-30T22:06:33.260" v="3786" actId="700"/>
          <ac:spMkLst>
            <pc:docMk/>
            <pc:sldMk cId="246744149" sldId="507"/>
            <ac:spMk id="2" creationId="{54A892CE-ADEA-438E-A4BC-01668CA7347B}"/>
          </ac:spMkLst>
        </pc:spChg>
        <pc:spChg chg="mod ord">
          <ac:chgData name="Martin Hardy" userId="18c45b91-9529-4376-afee-15439663c977" providerId="ADAL" clId="{9C2A172C-4F57-47AD-BDCB-D128E2375DE9}" dt="2021-11-30T22:06:45.387" v="3820" actId="20577"/>
          <ac:spMkLst>
            <pc:docMk/>
            <pc:sldMk cId="246744149" sldId="507"/>
            <ac:spMk id="3" creationId="{E35FDD1E-A57F-4F6B-9ADE-815FC2CDCF32}"/>
          </ac:spMkLst>
        </pc:spChg>
        <pc:spChg chg="del mod">
          <ac:chgData name="Martin Hardy" userId="18c45b91-9529-4376-afee-15439663c977" providerId="ADAL" clId="{9C2A172C-4F57-47AD-BDCB-D128E2375DE9}" dt="2021-11-30T22:06:33.260" v="3786" actId="700"/>
          <ac:spMkLst>
            <pc:docMk/>
            <pc:sldMk cId="246744149" sldId="507"/>
            <ac:spMk id="4" creationId="{9468EEA6-154D-4010-9AA3-D5C79803455B}"/>
          </ac:spMkLst>
        </pc:spChg>
        <pc:spChg chg="mod ord">
          <ac:chgData name="Martin Hardy" userId="18c45b91-9529-4376-afee-15439663c977" providerId="ADAL" clId="{9C2A172C-4F57-47AD-BDCB-D128E2375DE9}" dt="2021-11-30T22:06:33.260" v="3786" actId="700"/>
          <ac:spMkLst>
            <pc:docMk/>
            <pc:sldMk cId="246744149" sldId="507"/>
            <ac:spMk id="5" creationId="{0CCAF83E-817F-49CD-8C25-D2E47CCC8207}"/>
          </ac:spMkLst>
        </pc:spChg>
        <pc:spChg chg="mod ord">
          <ac:chgData name="Martin Hardy" userId="18c45b91-9529-4376-afee-15439663c977" providerId="ADAL" clId="{9C2A172C-4F57-47AD-BDCB-D128E2375DE9}" dt="2021-11-30T22:06:33.260" v="3786" actId="700"/>
          <ac:spMkLst>
            <pc:docMk/>
            <pc:sldMk cId="246744149" sldId="507"/>
            <ac:spMk id="6" creationId="{47E72D6D-B643-46D0-9D43-5984E6624DBB}"/>
          </ac:spMkLst>
        </pc:spChg>
        <pc:spChg chg="del mod ord">
          <ac:chgData name="Martin Hardy" userId="18c45b91-9529-4376-afee-15439663c977" providerId="ADAL" clId="{9C2A172C-4F57-47AD-BDCB-D128E2375DE9}" dt="2021-11-30T22:06:33.260" v="3786" actId="700"/>
          <ac:spMkLst>
            <pc:docMk/>
            <pc:sldMk cId="246744149" sldId="507"/>
            <ac:spMk id="7" creationId="{4CE63D88-F337-4AA4-ADEE-0256E292E508}"/>
          </ac:spMkLst>
        </pc:spChg>
        <pc:spChg chg="add mod ord">
          <ac:chgData name="Martin Hardy" userId="18c45b91-9529-4376-afee-15439663c977" providerId="ADAL" clId="{9C2A172C-4F57-47AD-BDCB-D128E2375DE9}" dt="2021-11-30T22:06:33.296" v="3787" actId="27636"/>
          <ac:spMkLst>
            <pc:docMk/>
            <pc:sldMk cId="246744149" sldId="507"/>
            <ac:spMk id="8" creationId="{A4A96537-1A79-4773-81AB-5BE8E486554A}"/>
          </ac:spMkLst>
        </pc:spChg>
        <pc:picChg chg="add mod">
          <ac:chgData name="Martin Hardy" userId="18c45b91-9529-4376-afee-15439663c977" providerId="ADAL" clId="{9C2A172C-4F57-47AD-BDCB-D128E2375DE9}" dt="2021-12-01T15:13:08.546" v="4149" actId="1076"/>
          <ac:picMkLst>
            <pc:docMk/>
            <pc:sldMk cId="246744149" sldId="507"/>
            <ac:picMk id="4" creationId="{981685AD-2887-44FF-8745-2E3EACABD315}"/>
          </ac:picMkLst>
        </pc:picChg>
      </pc:sldChg>
      <pc:sldChg chg="addSp modSp new mod modTransition modAnim modNotesTx">
        <pc:chgData name="Martin Hardy" userId="18c45b91-9529-4376-afee-15439663c977" providerId="ADAL" clId="{9C2A172C-4F57-47AD-BDCB-D128E2375DE9}" dt="2021-12-04T14:26:37.359" v="8500"/>
        <pc:sldMkLst>
          <pc:docMk/>
          <pc:sldMk cId="1797542840" sldId="508"/>
        </pc:sldMkLst>
        <pc:spChg chg="mod">
          <ac:chgData name="Martin Hardy" userId="18c45b91-9529-4376-afee-15439663c977" providerId="ADAL" clId="{9C2A172C-4F57-47AD-BDCB-D128E2375DE9}" dt="2021-11-29T14:08:36.654" v="2717" actId="20577"/>
          <ac:spMkLst>
            <pc:docMk/>
            <pc:sldMk cId="1797542840" sldId="508"/>
            <ac:spMk id="2" creationId="{D498C126-9EDF-498B-9825-4302CF360A33}"/>
          </ac:spMkLst>
        </pc:spChg>
        <pc:spChg chg="mod">
          <ac:chgData name="Martin Hardy" userId="18c45b91-9529-4376-afee-15439663c977" providerId="ADAL" clId="{9C2A172C-4F57-47AD-BDCB-D128E2375DE9}" dt="2021-12-01T16:01:33.440" v="4397" actId="20577"/>
          <ac:spMkLst>
            <pc:docMk/>
            <pc:sldMk cId="1797542840" sldId="508"/>
            <ac:spMk id="3" creationId="{25BF30C7-DF37-496D-BF77-7A7AB19DBDD3}"/>
          </ac:spMkLst>
        </pc:spChg>
        <pc:spChg chg="mod">
          <ac:chgData name="Martin Hardy" userId="18c45b91-9529-4376-afee-15439663c977" providerId="ADAL" clId="{9C2A172C-4F57-47AD-BDCB-D128E2375DE9}" dt="2021-11-29T14:08:16.911" v="2706" actId="20577"/>
          <ac:spMkLst>
            <pc:docMk/>
            <pc:sldMk cId="1797542840" sldId="508"/>
            <ac:spMk id="6" creationId="{C36365E2-023F-4DFD-9B4F-EFEBE61AC05E}"/>
          </ac:spMkLst>
        </pc:spChg>
        <pc:picChg chg="add mod">
          <ac:chgData name="Martin Hardy" userId="18c45b91-9529-4376-afee-15439663c977" providerId="ADAL" clId="{9C2A172C-4F57-47AD-BDCB-D128E2375DE9}" dt="2021-12-03T22:44:13.092" v="8390" actId="1076"/>
          <ac:picMkLst>
            <pc:docMk/>
            <pc:sldMk cId="1797542840" sldId="508"/>
            <ac:picMk id="8" creationId="{F7F775ED-7C9F-425A-8F48-4A3014FF8143}"/>
          </ac:picMkLst>
        </pc:picChg>
        <pc:inkChg chg="add">
          <ac:chgData name="Martin Hardy" userId="18c45b91-9529-4376-afee-15439663c977" providerId="ADAL" clId="{9C2A172C-4F57-47AD-BDCB-D128E2375DE9}" dt="2021-12-01T16:06:37.362" v="4398"/>
          <ac:inkMkLst>
            <pc:docMk/>
            <pc:sldMk cId="1797542840" sldId="508"/>
            <ac:inkMk id="7" creationId="{3F96F488-1D4D-4BC9-AB5E-19F7137E7CB7}"/>
          </ac:inkMkLst>
        </pc:inkChg>
      </pc:sldChg>
      <pc:sldChg chg="addSp delSp modSp add mod modTransition modClrScheme chgLayout modNotesTx">
        <pc:chgData name="Martin Hardy" userId="18c45b91-9529-4376-afee-15439663c977" providerId="ADAL" clId="{9C2A172C-4F57-47AD-BDCB-D128E2375DE9}" dt="2021-12-04T14:26:37.359" v="8500"/>
        <pc:sldMkLst>
          <pc:docMk/>
          <pc:sldMk cId="2828306330" sldId="509"/>
        </pc:sldMkLst>
        <pc:spChg chg="del mod ord">
          <ac:chgData name="Martin Hardy" userId="18c45b91-9529-4376-afee-15439663c977" providerId="ADAL" clId="{9C2A172C-4F57-47AD-BDCB-D128E2375DE9}" dt="2021-11-28T15:20:37.022" v="1269" actId="700"/>
          <ac:spMkLst>
            <pc:docMk/>
            <pc:sldMk cId="2828306330" sldId="509"/>
            <ac:spMk id="2" creationId="{D498C126-9EDF-498B-9825-4302CF360A33}"/>
          </ac:spMkLst>
        </pc:spChg>
        <pc:spChg chg="del mod ord">
          <ac:chgData name="Martin Hardy" userId="18c45b91-9529-4376-afee-15439663c977" providerId="ADAL" clId="{9C2A172C-4F57-47AD-BDCB-D128E2375DE9}" dt="2021-11-28T15:20:37.022" v="1269" actId="700"/>
          <ac:spMkLst>
            <pc:docMk/>
            <pc:sldMk cId="2828306330" sldId="509"/>
            <ac:spMk id="3" creationId="{25BF30C7-DF37-496D-BF77-7A7AB19DBDD3}"/>
          </ac:spMkLst>
        </pc:spChg>
        <pc:spChg chg="mod ord">
          <ac:chgData name="Martin Hardy" userId="18c45b91-9529-4376-afee-15439663c977" providerId="ADAL" clId="{9C2A172C-4F57-47AD-BDCB-D128E2375DE9}" dt="2021-11-28T15:20:37.022" v="1269" actId="700"/>
          <ac:spMkLst>
            <pc:docMk/>
            <pc:sldMk cId="2828306330" sldId="509"/>
            <ac:spMk id="4" creationId="{E6C10DBC-B956-4D53-A400-5DC1612DCD13}"/>
          </ac:spMkLst>
        </pc:spChg>
        <pc:spChg chg="mod ord">
          <ac:chgData name="Martin Hardy" userId="18c45b91-9529-4376-afee-15439663c977" providerId="ADAL" clId="{9C2A172C-4F57-47AD-BDCB-D128E2375DE9}" dt="2021-11-28T15:20:37.022" v="1269" actId="700"/>
          <ac:spMkLst>
            <pc:docMk/>
            <pc:sldMk cId="2828306330" sldId="509"/>
            <ac:spMk id="5" creationId="{FC936A78-BD45-4571-87FE-A43FAC0C4149}"/>
          </ac:spMkLst>
        </pc:spChg>
        <pc:spChg chg="del mod ord">
          <ac:chgData name="Martin Hardy" userId="18c45b91-9529-4376-afee-15439663c977" providerId="ADAL" clId="{9C2A172C-4F57-47AD-BDCB-D128E2375DE9}" dt="2021-11-28T15:20:37.022" v="1269" actId="700"/>
          <ac:spMkLst>
            <pc:docMk/>
            <pc:sldMk cId="2828306330" sldId="509"/>
            <ac:spMk id="6" creationId="{C36365E2-023F-4DFD-9B4F-EFEBE61AC05E}"/>
          </ac:spMkLst>
        </pc:spChg>
        <pc:spChg chg="add mod ord">
          <ac:chgData name="Martin Hardy" userId="18c45b91-9529-4376-afee-15439663c977" providerId="ADAL" clId="{9C2A172C-4F57-47AD-BDCB-D128E2375DE9}" dt="2021-11-28T15:20:54.585" v="1282" actId="20577"/>
          <ac:spMkLst>
            <pc:docMk/>
            <pc:sldMk cId="2828306330" sldId="509"/>
            <ac:spMk id="7" creationId="{E8267879-F222-4581-93A5-C3D5F3E667CB}"/>
          </ac:spMkLst>
        </pc:spChg>
        <pc:spChg chg="add mod ord">
          <ac:chgData name="Martin Hardy" userId="18c45b91-9529-4376-afee-15439663c977" providerId="ADAL" clId="{9C2A172C-4F57-47AD-BDCB-D128E2375DE9}" dt="2021-11-30T00:36:19.901" v="2886" actId="27636"/>
          <ac:spMkLst>
            <pc:docMk/>
            <pc:sldMk cId="2828306330" sldId="509"/>
            <ac:spMk id="8" creationId="{79E88649-5F9F-4265-843D-B51BF67AA1D5}"/>
          </ac:spMkLst>
        </pc:spChg>
        <pc:spChg chg="add del mod ord">
          <ac:chgData name="Martin Hardy" userId="18c45b91-9529-4376-afee-15439663c977" providerId="ADAL" clId="{9C2A172C-4F57-47AD-BDCB-D128E2375DE9}" dt="2021-11-28T15:20:38.179" v="1271"/>
          <ac:spMkLst>
            <pc:docMk/>
            <pc:sldMk cId="2828306330" sldId="509"/>
            <ac:spMk id="9" creationId="{6D40B9AB-2428-43AD-8A09-C32A0E562ADF}"/>
          </ac:spMkLst>
        </pc:spChg>
        <pc:spChg chg="add mod ord">
          <ac:chgData name="Martin Hardy" userId="18c45b91-9529-4376-afee-15439663c977" providerId="ADAL" clId="{9C2A172C-4F57-47AD-BDCB-D128E2375DE9}" dt="2021-11-28T15:20:37.048" v="1270" actId="27636"/>
          <ac:spMkLst>
            <pc:docMk/>
            <pc:sldMk cId="2828306330" sldId="509"/>
            <ac:spMk id="10" creationId="{577346A1-D6F7-41F2-BEA4-E9ABB47E9A27}"/>
          </ac:spMkLst>
        </pc:spChg>
        <pc:picChg chg="add mod">
          <ac:chgData name="Martin Hardy" userId="18c45b91-9529-4376-afee-15439663c977" providerId="ADAL" clId="{9C2A172C-4F57-47AD-BDCB-D128E2375DE9}" dt="2021-12-03T22:44:29.930" v="8394" actId="1076"/>
          <ac:picMkLst>
            <pc:docMk/>
            <pc:sldMk cId="2828306330" sldId="509"/>
            <ac:picMk id="3" creationId="{8FEF8D7A-B72D-4018-BFC1-B4195DA7978E}"/>
          </ac:picMkLst>
        </pc:picChg>
        <pc:picChg chg="add mod">
          <ac:chgData name="Martin Hardy" userId="18c45b91-9529-4376-afee-15439663c977" providerId="ADAL" clId="{9C2A172C-4F57-47AD-BDCB-D128E2375DE9}" dt="2021-11-28T15:20:38.179" v="1271"/>
          <ac:picMkLst>
            <pc:docMk/>
            <pc:sldMk cId="2828306330" sldId="509"/>
            <ac:picMk id="11" creationId="{D801A70D-DC63-4266-AA37-A5F234740009}"/>
          </ac:picMkLst>
        </pc:picChg>
        <pc:inkChg chg="add">
          <ac:chgData name="Martin Hardy" userId="18c45b91-9529-4376-afee-15439663c977" providerId="ADAL" clId="{9C2A172C-4F57-47AD-BDCB-D128E2375DE9}" dt="2021-12-01T16:06:37.362" v="4398"/>
          <ac:inkMkLst>
            <pc:docMk/>
            <pc:sldMk cId="2828306330" sldId="509"/>
            <ac:inkMk id="2" creationId="{1C440BDF-F737-410A-BF35-0EC57E02D9A7}"/>
          </ac:inkMkLst>
        </pc:inkChg>
      </pc:sldChg>
      <pc:sldChg chg="addSp delSp modSp add mod modTransition modClrScheme chgLayout modNotesTx">
        <pc:chgData name="Martin Hardy" userId="18c45b91-9529-4376-afee-15439663c977" providerId="ADAL" clId="{9C2A172C-4F57-47AD-BDCB-D128E2375DE9}" dt="2021-12-04T14:26:37.359" v="8500"/>
        <pc:sldMkLst>
          <pc:docMk/>
          <pc:sldMk cId="3127877736" sldId="510"/>
        </pc:sldMkLst>
        <pc:spChg chg="del mod ord">
          <ac:chgData name="Martin Hardy" userId="18c45b91-9529-4376-afee-15439663c977" providerId="ADAL" clId="{9C2A172C-4F57-47AD-BDCB-D128E2375DE9}" dt="2021-11-29T14:12:09.558" v="2744" actId="700"/>
          <ac:spMkLst>
            <pc:docMk/>
            <pc:sldMk cId="3127877736" sldId="510"/>
            <ac:spMk id="2" creationId="{D498C126-9EDF-498B-9825-4302CF360A33}"/>
          </ac:spMkLst>
        </pc:spChg>
        <pc:spChg chg="del mod ord">
          <ac:chgData name="Martin Hardy" userId="18c45b91-9529-4376-afee-15439663c977" providerId="ADAL" clId="{9C2A172C-4F57-47AD-BDCB-D128E2375DE9}" dt="2021-11-29T14:12:09.558" v="2744" actId="700"/>
          <ac:spMkLst>
            <pc:docMk/>
            <pc:sldMk cId="3127877736" sldId="510"/>
            <ac:spMk id="3" creationId="{25BF30C7-DF37-496D-BF77-7A7AB19DBDD3}"/>
          </ac:spMkLst>
        </pc:spChg>
        <pc:spChg chg="mod ord">
          <ac:chgData name="Martin Hardy" userId="18c45b91-9529-4376-afee-15439663c977" providerId="ADAL" clId="{9C2A172C-4F57-47AD-BDCB-D128E2375DE9}" dt="2021-11-29T14:12:09.558" v="2744" actId="700"/>
          <ac:spMkLst>
            <pc:docMk/>
            <pc:sldMk cId="3127877736" sldId="510"/>
            <ac:spMk id="4" creationId="{E6C10DBC-B956-4D53-A400-5DC1612DCD13}"/>
          </ac:spMkLst>
        </pc:spChg>
        <pc:spChg chg="mod ord">
          <ac:chgData name="Martin Hardy" userId="18c45b91-9529-4376-afee-15439663c977" providerId="ADAL" clId="{9C2A172C-4F57-47AD-BDCB-D128E2375DE9}" dt="2021-11-29T14:12:09.558" v="2744" actId="700"/>
          <ac:spMkLst>
            <pc:docMk/>
            <pc:sldMk cId="3127877736" sldId="510"/>
            <ac:spMk id="5" creationId="{FC936A78-BD45-4571-87FE-A43FAC0C4149}"/>
          </ac:spMkLst>
        </pc:spChg>
        <pc:spChg chg="del mod ord">
          <ac:chgData name="Martin Hardy" userId="18c45b91-9529-4376-afee-15439663c977" providerId="ADAL" clId="{9C2A172C-4F57-47AD-BDCB-D128E2375DE9}" dt="2021-11-29T14:12:09.558" v="2744" actId="700"/>
          <ac:spMkLst>
            <pc:docMk/>
            <pc:sldMk cId="3127877736" sldId="510"/>
            <ac:spMk id="6" creationId="{C36365E2-023F-4DFD-9B4F-EFEBE61AC05E}"/>
          </ac:spMkLst>
        </pc:spChg>
        <pc:spChg chg="add mod ord">
          <ac:chgData name="Martin Hardy" userId="18c45b91-9529-4376-afee-15439663c977" providerId="ADAL" clId="{9C2A172C-4F57-47AD-BDCB-D128E2375DE9}" dt="2021-11-29T14:17:36.282" v="2873" actId="20577"/>
          <ac:spMkLst>
            <pc:docMk/>
            <pc:sldMk cId="3127877736" sldId="510"/>
            <ac:spMk id="7" creationId="{FB1A8C19-65F9-400C-9629-CF43260D8419}"/>
          </ac:spMkLst>
        </pc:spChg>
        <pc:spChg chg="add mod ord">
          <ac:chgData name="Martin Hardy" userId="18c45b91-9529-4376-afee-15439663c977" providerId="ADAL" clId="{9C2A172C-4F57-47AD-BDCB-D128E2375DE9}" dt="2021-11-29T14:16:58.952" v="2837" actId="1076"/>
          <ac:spMkLst>
            <pc:docMk/>
            <pc:sldMk cId="3127877736" sldId="510"/>
            <ac:spMk id="8" creationId="{A1254398-317F-4F0F-B3F2-F163A9AE4BF1}"/>
          </ac:spMkLst>
        </pc:spChg>
        <pc:spChg chg="add mod ord">
          <ac:chgData name="Martin Hardy" userId="18c45b91-9529-4376-afee-15439663c977" providerId="ADAL" clId="{9C2A172C-4F57-47AD-BDCB-D128E2375DE9}" dt="2021-12-01T14:48:46.397" v="3991" actId="20577"/>
          <ac:spMkLst>
            <pc:docMk/>
            <pc:sldMk cId="3127877736" sldId="510"/>
            <ac:spMk id="9" creationId="{8AF71BEC-BA8F-44FD-8946-3C7CB94CB9EB}"/>
          </ac:spMkLst>
        </pc:spChg>
        <pc:spChg chg="add mod ord">
          <ac:chgData name="Martin Hardy" userId="18c45b91-9529-4376-afee-15439663c977" providerId="ADAL" clId="{9C2A172C-4F57-47AD-BDCB-D128E2375DE9}" dt="2021-11-29T14:16:58.952" v="2837" actId="1076"/>
          <ac:spMkLst>
            <pc:docMk/>
            <pc:sldMk cId="3127877736" sldId="510"/>
            <ac:spMk id="10" creationId="{D94AFA05-475B-4F92-BF4D-081B046B9F1D}"/>
          </ac:spMkLst>
        </pc:spChg>
        <pc:spChg chg="add mod ord">
          <ac:chgData name="Martin Hardy" userId="18c45b91-9529-4376-afee-15439663c977" providerId="ADAL" clId="{9C2A172C-4F57-47AD-BDCB-D128E2375DE9}" dt="2021-11-29T14:16:54.024" v="2836" actId="14100"/>
          <ac:spMkLst>
            <pc:docMk/>
            <pc:sldMk cId="3127877736" sldId="510"/>
            <ac:spMk id="11" creationId="{B1C3CEEB-81C9-4817-BBC7-BA1DDCC7879F}"/>
          </ac:spMkLst>
        </pc:spChg>
        <pc:spChg chg="add mod ord">
          <ac:chgData name="Martin Hardy" userId="18c45b91-9529-4376-afee-15439663c977" providerId="ADAL" clId="{9C2A172C-4F57-47AD-BDCB-D128E2375DE9}" dt="2021-11-29T14:12:09.598" v="2745" actId="27636"/>
          <ac:spMkLst>
            <pc:docMk/>
            <pc:sldMk cId="3127877736" sldId="510"/>
            <ac:spMk id="12" creationId="{EBBA51BE-50B3-43E8-8C90-6A6F3AE806B6}"/>
          </ac:spMkLst>
        </pc:spChg>
        <pc:spChg chg="add mod ord">
          <ac:chgData name="Martin Hardy" userId="18c45b91-9529-4376-afee-15439663c977" providerId="ADAL" clId="{9C2A172C-4F57-47AD-BDCB-D128E2375DE9}" dt="2021-11-29T14:16:58.952" v="2837" actId="1076"/>
          <ac:spMkLst>
            <pc:docMk/>
            <pc:sldMk cId="3127877736" sldId="510"/>
            <ac:spMk id="13" creationId="{92081909-6340-449C-A883-A10407DE61E6}"/>
          </ac:spMkLst>
        </pc:spChg>
        <pc:spChg chg="add mod ord">
          <ac:chgData name="Martin Hardy" userId="18c45b91-9529-4376-afee-15439663c977" providerId="ADAL" clId="{9C2A172C-4F57-47AD-BDCB-D128E2375DE9}" dt="2021-11-29T14:16:54.024" v="2836" actId="14100"/>
          <ac:spMkLst>
            <pc:docMk/>
            <pc:sldMk cId="3127877736" sldId="510"/>
            <ac:spMk id="14" creationId="{2F720608-26D4-42F4-86CF-2FEF94A218C6}"/>
          </ac:spMkLst>
        </pc:spChg>
        <pc:spChg chg="add mod">
          <ac:chgData name="Martin Hardy" userId="18c45b91-9529-4376-afee-15439663c977" providerId="ADAL" clId="{9C2A172C-4F57-47AD-BDCB-D128E2375DE9}" dt="2021-11-29T14:17:08.320" v="2839" actId="164"/>
          <ac:spMkLst>
            <pc:docMk/>
            <pc:sldMk cId="3127877736" sldId="510"/>
            <ac:spMk id="17" creationId="{664A5E02-21BE-42A3-9BFC-B81D05C1CFDC}"/>
          </ac:spMkLst>
        </pc:spChg>
        <pc:spChg chg="add mod">
          <ac:chgData name="Martin Hardy" userId="18c45b91-9529-4376-afee-15439663c977" providerId="ADAL" clId="{9C2A172C-4F57-47AD-BDCB-D128E2375DE9}" dt="2021-11-29T14:17:18.394" v="2841" actId="122"/>
          <ac:spMkLst>
            <pc:docMk/>
            <pc:sldMk cId="3127877736" sldId="510"/>
            <ac:spMk id="19" creationId="{4631BA7E-1197-4F65-B818-0C44EC8CD7BA}"/>
          </ac:spMkLst>
        </pc:spChg>
        <pc:grpChg chg="add mod">
          <ac:chgData name="Martin Hardy" userId="18c45b91-9529-4376-afee-15439663c977" providerId="ADAL" clId="{9C2A172C-4F57-47AD-BDCB-D128E2375DE9}" dt="2021-11-29T14:17:23.199" v="2842" actId="1076"/>
          <ac:grpSpMkLst>
            <pc:docMk/>
            <pc:sldMk cId="3127877736" sldId="510"/>
            <ac:grpSpMk id="20" creationId="{51ADBE76-3FC9-438C-899D-863332218205}"/>
          </ac:grpSpMkLst>
        </pc:grpChg>
        <pc:picChg chg="add mod">
          <ac:chgData name="Martin Hardy" userId="18c45b91-9529-4376-afee-15439663c977" providerId="ADAL" clId="{9C2A172C-4F57-47AD-BDCB-D128E2375DE9}" dt="2021-12-03T22:44:40.930" v="8398" actId="1076"/>
          <ac:picMkLst>
            <pc:docMk/>
            <pc:sldMk cId="3127877736" sldId="510"/>
            <ac:picMk id="3" creationId="{DDF2C382-D111-40BA-8A63-74B7C8BE1809}"/>
          </ac:picMkLst>
        </pc:picChg>
        <pc:inkChg chg="add">
          <ac:chgData name="Martin Hardy" userId="18c45b91-9529-4376-afee-15439663c977" providerId="ADAL" clId="{9C2A172C-4F57-47AD-BDCB-D128E2375DE9}" dt="2021-12-01T16:06:37.362" v="4398"/>
          <ac:inkMkLst>
            <pc:docMk/>
            <pc:sldMk cId="3127877736" sldId="510"/>
            <ac:inkMk id="2" creationId="{BC42C8FD-201F-4A78-B3BD-B2BF71E57684}"/>
          </ac:inkMkLst>
        </pc:inkChg>
      </pc:sldChg>
      <pc:sldChg chg="addSp modSp new mod modTransition modClrScheme modAnim chgLayout modNotesTx">
        <pc:chgData name="Martin Hardy" userId="18c45b91-9529-4376-afee-15439663c977" providerId="ADAL" clId="{9C2A172C-4F57-47AD-BDCB-D128E2375DE9}" dt="2021-12-04T14:26:37.359" v="8500"/>
        <pc:sldMkLst>
          <pc:docMk/>
          <pc:sldMk cId="395674835" sldId="511"/>
        </pc:sldMkLst>
        <pc:spChg chg="mod ord">
          <ac:chgData name="Martin Hardy" userId="18c45b91-9529-4376-afee-15439663c977" providerId="ADAL" clId="{9C2A172C-4F57-47AD-BDCB-D128E2375DE9}" dt="2021-11-29T14:18:22.892" v="2874" actId="700"/>
          <ac:spMkLst>
            <pc:docMk/>
            <pc:sldMk cId="395674835" sldId="511"/>
            <ac:spMk id="2" creationId="{41CB185D-2911-4F04-A86C-D998EC208D47}"/>
          </ac:spMkLst>
        </pc:spChg>
        <pc:spChg chg="mod ord">
          <ac:chgData name="Martin Hardy" userId="18c45b91-9529-4376-afee-15439663c977" providerId="ADAL" clId="{9C2A172C-4F57-47AD-BDCB-D128E2375DE9}" dt="2021-11-29T14:18:36.279" v="2879" actId="21"/>
          <ac:spMkLst>
            <pc:docMk/>
            <pc:sldMk cId="395674835" sldId="511"/>
            <ac:spMk id="3" creationId="{E0058E28-A652-40D7-8ACA-F10877F88102}"/>
          </ac:spMkLst>
        </pc:spChg>
        <pc:spChg chg="mod ord">
          <ac:chgData name="Martin Hardy" userId="18c45b91-9529-4376-afee-15439663c977" providerId="ADAL" clId="{9C2A172C-4F57-47AD-BDCB-D128E2375DE9}" dt="2021-11-29T14:18:22.892" v="2874" actId="700"/>
          <ac:spMkLst>
            <pc:docMk/>
            <pc:sldMk cId="395674835" sldId="511"/>
            <ac:spMk id="4" creationId="{814E2E2D-7A7F-4204-9537-D5FFB94B1F2A}"/>
          </ac:spMkLst>
        </pc:spChg>
        <pc:spChg chg="mod ord">
          <ac:chgData name="Martin Hardy" userId="18c45b91-9529-4376-afee-15439663c977" providerId="ADAL" clId="{9C2A172C-4F57-47AD-BDCB-D128E2375DE9}" dt="2021-11-29T14:18:22.892" v="2874" actId="700"/>
          <ac:spMkLst>
            <pc:docMk/>
            <pc:sldMk cId="395674835" sldId="511"/>
            <ac:spMk id="5" creationId="{AE649849-65EC-4713-B97A-A6A5CE9F1347}"/>
          </ac:spMkLst>
        </pc:spChg>
        <pc:spChg chg="mod ord">
          <ac:chgData name="Martin Hardy" userId="18c45b91-9529-4376-afee-15439663c977" providerId="ADAL" clId="{9C2A172C-4F57-47AD-BDCB-D128E2375DE9}" dt="2021-11-29T14:18:22.892" v="2874" actId="700"/>
          <ac:spMkLst>
            <pc:docMk/>
            <pc:sldMk cId="395674835" sldId="511"/>
            <ac:spMk id="6" creationId="{BF53FAF8-4DAF-4F4A-82B2-2357D73E2CF8}"/>
          </ac:spMkLst>
        </pc:spChg>
        <pc:spChg chg="add mod ord">
          <ac:chgData name="Martin Hardy" userId="18c45b91-9529-4376-afee-15439663c977" providerId="ADAL" clId="{9C2A172C-4F57-47AD-BDCB-D128E2375DE9}" dt="2021-11-30T00:39:01.945" v="2888" actId="113"/>
          <ac:spMkLst>
            <pc:docMk/>
            <pc:sldMk cId="395674835" sldId="511"/>
            <ac:spMk id="7" creationId="{CA28BC59-F5DC-4920-B95E-1B75BEF3C1A8}"/>
          </ac:spMkLst>
        </pc:spChg>
        <pc:picChg chg="add mod">
          <ac:chgData name="Martin Hardy" userId="18c45b91-9529-4376-afee-15439663c977" providerId="ADAL" clId="{9C2A172C-4F57-47AD-BDCB-D128E2375DE9}" dt="2021-12-01T16:09:43.628" v="4411" actId="1076"/>
          <ac:picMkLst>
            <pc:docMk/>
            <pc:sldMk cId="395674835" sldId="511"/>
            <ac:picMk id="8" creationId="{88A390B1-6828-40F4-81CA-9826B4378B93}"/>
          </ac:picMkLst>
        </pc:picChg>
      </pc:sldChg>
      <pc:sldChg chg="addSp delSp modSp add mod modTransition modClrScheme delAnim modAnim chgLayout modNotesTx">
        <pc:chgData name="Martin Hardy" userId="18c45b91-9529-4376-afee-15439663c977" providerId="ADAL" clId="{9C2A172C-4F57-47AD-BDCB-D128E2375DE9}" dt="2021-12-05T15:55:46.284" v="8514" actId="6549"/>
        <pc:sldMkLst>
          <pc:docMk/>
          <pc:sldMk cId="3514140498" sldId="512"/>
        </pc:sldMkLst>
        <pc:spChg chg="mod ord">
          <ac:chgData name="Martin Hardy" userId="18c45b91-9529-4376-afee-15439663c977" providerId="ADAL" clId="{9C2A172C-4F57-47AD-BDCB-D128E2375DE9}" dt="2021-11-29T13:32:12.331" v="2124" actId="700"/>
          <ac:spMkLst>
            <pc:docMk/>
            <pc:sldMk cId="3514140498" sldId="512"/>
            <ac:spMk id="2" creationId="{41CB185D-2911-4F04-A86C-D998EC208D47}"/>
          </ac:spMkLst>
        </pc:spChg>
        <pc:spChg chg="del mod ord">
          <ac:chgData name="Martin Hardy" userId="18c45b91-9529-4376-afee-15439663c977" providerId="ADAL" clId="{9C2A172C-4F57-47AD-BDCB-D128E2375DE9}" dt="2021-11-29T13:30:19.531" v="2045" actId="700"/>
          <ac:spMkLst>
            <pc:docMk/>
            <pc:sldMk cId="3514140498" sldId="512"/>
            <ac:spMk id="3" creationId="{E0058E28-A652-40D7-8ACA-F10877F88102}"/>
          </ac:spMkLst>
        </pc:spChg>
        <pc:spChg chg="mod ord">
          <ac:chgData name="Martin Hardy" userId="18c45b91-9529-4376-afee-15439663c977" providerId="ADAL" clId="{9C2A172C-4F57-47AD-BDCB-D128E2375DE9}" dt="2021-11-29T13:32:12.331" v="2124" actId="700"/>
          <ac:spMkLst>
            <pc:docMk/>
            <pc:sldMk cId="3514140498" sldId="512"/>
            <ac:spMk id="4" creationId="{814E2E2D-7A7F-4204-9537-D5FFB94B1F2A}"/>
          </ac:spMkLst>
        </pc:spChg>
        <pc:spChg chg="mod ord">
          <ac:chgData name="Martin Hardy" userId="18c45b91-9529-4376-afee-15439663c977" providerId="ADAL" clId="{9C2A172C-4F57-47AD-BDCB-D128E2375DE9}" dt="2021-11-29T13:32:12.331" v="2124" actId="700"/>
          <ac:spMkLst>
            <pc:docMk/>
            <pc:sldMk cId="3514140498" sldId="512"/>
            <ac:spMk id="5" creationId="{AE649849-65EC-4713-B97A-A6A5CE9F1347}"/>
          </ac:spMkLst>
        </pc:spChg>
        <pc:spChg chg="del mod ord">
          <ac:chgData name="Martin Hardy" userId="18c45b91-9529-4376-afee-15439663c977" providerId="ADAL" clId="{9C2A172C-4F57-47AD-BDCB-D128E2375DE9}" dt="2021-11-29T13:30:19.531" v="2045" actId="700"/>
          <ac:spMkLst>
            <pc:docMk/>
            <pc:sldMk cId="3514140498" sldId="512"/>
            <ac:spMk id="6" creationId="{BF53FAF8-4DAF-4F4A-82B2-2357D73E2CF8}"/>
          </ac:spMkLst>
        </pc:spChg>
        <pc:spChg chg="add mod ord">
          <ac:chgData name="Martin Hardy" userId="18c45b91-9529-4376-afee-15439663c977" providerId="ADAL" clId="{9C2A172C-4F57-47AD-BDCB-D128E2375DE9}" dt="2021-11-29T13:32:31.992" v="2136" actId="21"/>
          <ac:spMkLst>
            <pc:docMk/>
            <pc:sldMk cId="3514140498" sldId="512"/>
            <ac:spMk id="7" creationId="{0E6CBE5E-F09D-4B1D-8601-E89E3A961A31}"/>
          </ac:spMkLst>
        </pc:spChg>
        <pc:spChg chg="add mod ord">
          <ac:chgData name="Martin Hardy" userId="18c45b91-9529-4376-afee-15439663c977" providerId="ADAL" clId="{9C2A172C-4F57-47AD-BDCB-D128E2375DE9}" dt="2021-12-01T16:11:51.815" v="4426" actId="20577"/>
          <ac:spMkLst>
            <pc:docMk/>
            <pc:sldMk cId="3514140498" sldId="512"/>
            <ac:spMk id="8" creationId="{3EB77E72-685D-4C99-A593-D9CF41ADB75C}"/>
          </ac:spMkLst>
        </pc:spChg>
        <pc:spChg chg="add mod ord">
          <ac:chgData name="Martin Hardy" userId="18c45b91-9529-4376-afee-15439663c977" providerId="ADAL" clId="{9C2A172C-4F57-47AD-BDCB-D128E2375DE9}" dt="2021-12-05T15:55:46.284" v="8514" actId="6549"/>
          <ac:spMkLst>
            <pc:docMk/>
            <pc:sldMk cId="3514140498" sldId="512"/>
            <ac:spMk id="9" creationId="{7669CDD9-86EA-4C70-A04B-8F7E120D086A}"/>
          </ac:spMkLst>
        </pc:spChg>
        <pc:spChg chg="add del mod ord">
          <ac:chgData name="Martin Hardy" userId="18c45b91-9529-4376-afee-15439663c977" providerId="ADAL" clId="{9C2A172C-4F57-47AD-BDCB-D128E2375DE9}" dt="2021-11-29T13:32:12.331" v="2124" actId="700"/>
          <ac:spMkLst>
            <pc:docMk/>
            <pc:sldMk cId="3514140498" sldId="512"/>
            <ac:spMk id="10" creationId="{37D22AC4-42DB-4D32-942D-EF3CD54BD319}"/>
          </ac:spMkLst>
        </pc:spChg>
        <pc:spChg chg="add del mod ord">
          <ac:chgData name="Martin Hardy" userId="18c45b91-9529-4376-afee-15439663c977" providerId="ADAL" clId="{9C2A172C-4F57-47AD-BDCB-D128E2375DE9}" dt="2021-11-29T13:32:12.331" v="2124" actId="700"/>
          <ac:spMkLst>
            <pc:docMk/>
            <pc:sldMk cId="3514140498" sldId="512"/>
            <ac:spMk id="11" creationId="{79D17B8E-26D5-4C44-8233-249B0A8D3B96}"/>
          </ac:spMkLst>
        </pc:spChg>
        <pc:picChg chg="add del mod">
          <ac:chgData name="Martin Hardy" userId="18c45b91-9529-4376-afee-15439663c977" providerId="ADAL" clId="{9C2A172C-4F57-47AD-BDCB-D128E2375DE9}" dt="2021-12-01T16:09:06.473" v="4405" actId="478"/>
          <ac:picMkLst>
            <pc:docMk/>
            <pc:sldMk cId="3514140498" sldId="512"/>
            <ac:picMk id="3" creationId="{D438DD1D-2BEF-404B-BBDC-05BC1E7CCE20}"/>
          </ac:picMkLst>
        </pc:picChg>
        <pc:picChg chg="add del mod">
          <ac:chgData name="Martin Hardy" userId="18c45b91-9529-4376-afee-15439663c977" providerId="ADAL" clId="{9C2A172C-4F57-47AD-BDCB-D128E2375DE9}" dt="2021-12-01T16:15:06.362" v="4464" actId="478"/>
          <ac:picMkLst>
            <pc:docMk/>
            <pc:sldMk cId="3514140498" sldId="512"/>
            <ac:picMk id="6" creationId="{2FB6A975-24EE-4248-AFD4-CF259B44E6B2}"/>
          </ac:picMkLst>
        </pc:picChg>
        <pc:picChg chg="add mod">
          <ac:chgData name="Martin Hardy" userId="18c45b91-9529-4376-afee-15439663c977" providerId="ADAL" clId="{9C2A172C-4F57-47AD-BDCB-D128E2375DE9}" dt="2021-12-03T22:45:05.378" v="8404" actId="1440"/>
          <ac:picMkLst>
            <pc:docMk/>
            <pc:sldMk cId="3514140498" sldId="512"/>
            <ac:picMk id="11" creationId="{33AD7675-D821-4E15-BE71-E1CC8BE85917}"/>
          </ac:picMkLst>
        </pc:picChg>
        <pc:inkChg chg="add">
          <ac:chgData name="Martin Hardy" userId="18c45b91-9529-4376-afee-15439663c977" providerId="ADAL" clId="{9C2A172C-4F57-47AD-BDCB-D128E2375DE9}" dt="2021-12-01T16:22:29.689" v="4466"/>
          <ac:inkMkLst>
            <pc:docMk/>
            <pc:sldMk cId="3514140498" sldId="512"/>
            <ac:inkMk id="10" creationId="{A0375A3C-62AB-4D0E-9DBA-DB9ABEE17401}"/>
          </ac:inkMkLst>
        </pc:inkChg>
      </pc:sldChg>
      <pc:sldChg chg="addSp modSp add mod modTransition modNotesTx">
        <pc:chgData name="Martin Hardy" userId="18c45b91-9529-4376-afee-15439663c977" providerId="ADAL" clId="{9C2A172C-4F57-47AD-BDCB-D128E2375DE9}" dt="2021-12-04T14:26:37.359" v="8500"/>
        <pc:sldMkLst>
          <pc:docMk/>
          <pc:sldMk cId="855852673" sldId="513"/>
        </pc:sldMkLst>
        <pc:spChg chg="mod">
          <ac:chgData name="Martin Hardy" userId="18c45b91-9529-4376-afee-15439663c977" providerId="ADAL" clId="{9C2A172C-4F57-47AD-BDCB-D128E2375DE9}" dt="2021-11-28T15:23:40.693" v="1363" actId="20577"/>
          <ac:spMkLst>
            <pc:docMk/>
            <pc:sldMk cId="855852673" sldId="513"/>
            <ac:spMk id="2" creationId="{41CB185D-2911-4F04-A86C-D998EC208D47}"/>
          </ac:spMkLst>
        </pc:spChg>
        <pc:spChg chg="mod">
          <ac:chgData name="Martin Hardy" userId="18c45b91-9529-4376-afee-15439663c977" providerId="ADAL" clId="{9C2A172C-4F57-47AD-BDCB-D128E2375DE9}" dt="2021-11-29T13:35:19.270" v="2283" actId="368"/>
          <ac:spMkLst>
            <pc:docMk/>
            <pc:sldMk cId="855852673" sldId="513"/>
            <ac:spMk id="3" creationId="{E0058E28-A652-40D7-8ACA-F10877F88102}"/>
          </ac:spMkLst>
        </pc:spChg>
        <pc:picChg chg="add mod">
          <ac:chgData name="Martin Hardy" userId="18c45b91-9529-4376-afee-15439663c977" providerId="ADAL" clId="{9C2A172C-4F57-47AD-BDCB-D128E2375DE9}" dt="2021-12-03T22:45:17.650" v="8409" actId="1440"/>
          <ac:picMkLst>
            <pc:docMk/>
            <pc:sldMk cId="855852673" sldId="513"/>
            <ac:picMk id="6" creationId="{E56ED76B-890A-45FF-AA6F-FDE18F872EB7}"/>
          </ac:picMkLst>
        </pc:picChg>
        <pc:inkChg chg="add">
          <ac:chgData name="Martin Hardy" userId="18c45b91-9529-4376-afee-15439663c977" providerId="ADAL" clId="{9C2A172C-4F57-47AD-BDCB-D128E2375DE9}" dt="2021-12-01T16:22:29.689" v="4466"/>
          <ac:inkMkLst>
            <pc:docMk/>
            <pc:sldMk cId="855852673" sldId="513"/>
            <ac:inkMk id="3" creationId="{FCDF7007-D42E-4159-ABFD-FC9087BD59F9}"/>
          </ac:inkMkLst>
        </pc:inkChg>
      </pc:sldChg>
      <pc:sldChg chg="addSp delSp modSp add del mod modNotesTx">
        <pc:chgData name="Martin Hardy" userId="18c45b91-9529-4376-afee-15439663c977" providerId="ADAL" clId="{9C2A172C-4F57-47AD-BDCB-D128E2375DE9}" dt="2021-11-29T13:15:58.294" v="1648" actId="47"/>
        <pc:sldMkLst>
          <pc:docMk/>
          <pc:sldMk cId="1697097029" sldId="514"/>
        </pc:sldMkLst>
        <pc:spChg chg="mod">
          <ac:chgData name="Martin Hardy" userId="18c45b91-9529-4376-afee-15439663c977" providerId="ADAL" clId="{9C2A172C-4F57-47AD-BDCB-D128E2375DE9}" dt="2021-11-28T15:23:55.940" v="1396" actId="27636"/>
          <ac:spMkLst>
            <pc:docMk/>
            <pc:sldMk cId="1697097029" sldId="514"/>
            <ac:spMk id="2" creationId="{41CB185D-2911-4F04-A86C-D998EC208D47}"/>
          </ac:spMkLst>
        </pc:spChg>
        <pc:spChg chg="del mod">
          <ac:chgData name="Martin Hardy" userId="18c45b91-9529-4376-afee-15439663c977" providerId="ADAL" clId="{9C2A172C-4F57-47AD-BDCB-D128E2375DE9}" dt="2021-11-28T15:27:27.452" v="1454" actId="12084"/>
          <ac:spMkLst>
            <pc:docMk/>
            <pc:sldMk cId="1697097029" sldId="514"/>
            <ac:spMk id="3" creationId="{E0058E28-A652-40D7-8ACA-F10877F88102}"/>
          </ac:spMkLst>
        </pc:spChg>
        <pc:graphicFrameChg chg="add mod">
          <ac:chgData name="Martin Hardy" userId="18c45b91-9529-4376-afee-15439663c977" providerId="ADAL" clId="{9C2A172C-4F57-47AD-BDCB-D128E2375DE9}" dt="2021-11-29T13:12:34.770" v="1548"/>
          <ac:graphicFrameMkLst>
            <pc:docMk/>
            <pc:sldMk cId="1697097029" sldId="514"/>
            <ac:graphicFrameMk id="7" creationId="{A2D0298E-006E-4E11-9E10-8D04C3820949}"/>
          </ac:graphicFrameMkLst>
        </pc:graphicFrameChg>
      </pc:sldChg>
      <pc:sldChg chg="modSp add del mod modNotesTx">
        <pc:chgData name="Martin Hardy" userId="18c45b91-9529-4376-afee-15439663c977" providerId="ADAL" clId="{9C2A172C-4F57-47AD-BDCB-D128E2375DE9}" dt="2021-11-30T00:39:08.819" v="2889" actId="47"/>
        <pc:sldMkLst>
          <pc:docMk/>
          <pc:sldMk cId="3663190611" sldId="515"/>
        </pc:sldMkLst>
        <pc:spChg chg="mod">
          <ac:chgData name="Martin Hardy" userId="18c45b91-9529-4376-afee-15439663c977" providerId="ADAL" clId="{9C2A172C-4F57-47AD-BDCB-D128E2375DE9}" dt="2021-11-28T15:24:32.633" v="1416" actId="20577"/>
          <ac:spMkLst>
            <pc:docMk/>
            <pc:sldMk cId="3663190611" sldId="515"/>
            <ac:spMk id="2" creationId="{41CB185D-2911-4F04-A86C-D998EC208D47}"/>
          </ac:spMkLst>
        </pc:spChg>
        <pc:spChg chg="mod">
          <ac:chgData name="Martin Hardy" userId="18c45b91-9529-4376-afee-15439663c977" providerId="ADAL" clId="{9C2A172C-4F57-47AD-BDCB-D128E2375DE9}" dt="2021-11-29T13:26:45.369" v="1903" actId="113"/>
          <ac:spMkLst>
            <pc:docMk/>
            <pc:sldMk cId="3663190611" sldId="515"/>
            <ac:spMk id="3" creationId="{E0058E28-A652-40D7-8ACA-F10877F88102}"/>
          </ac:spMkLst>
        </pc:spChg>
      </pc:sldChg>
      <pc:sldChg chg="modSp add del mod">
        <pc:chgData name="Martin Hardy" userId="18c45b91-9529-4376-afee-15439663c977" providerId="ADAL" clId="{9C2A172C-4F57-47AD-BDCB-D128E2375DE9}" dt="2021-11-29T13:16:16.527" v="1656" actId="47"/>
        <pc:sldMkLst>
          <pc:docMk/>
          <pc:sldMk cId="308636196" sldId="516"/>
        </pc:sldMkLst>
        <pc:spChg chg="mod">
          <ac:chgData name="Martin Hardy" userId="18c45b91-9529-4376-afee-15439663c977" providerId="ADAL" clId="{9C2A172C-4F57-47AD-BDCB-D128E2375DE9}" dt="2021-11-28T15:28:10.493" v="1467" actId="20577"/>
          <ac:spMkLst>
            <pc:docMk/>
            <pc:sldMk cId="308636196" sldId="516"/>
            <ac:spMk id="2" creationId="{41CB185D-2911-4F04-A86C-D998EC208D47}"/>
          </ac:spMkLst>
        </pc:spChg>
        <pc:graphicFrameChg chg="mod">
          <ac:chgData name="Martin Hardy" userId="18c45b91-9529-4376-afee-15439663c977" providerId="ADAL" clId="{9C2A172C-4F57-47AD-BDCB-D128E2375DE9}" dt="2021-11-29T13:07:54.661" v="1503"/>
          <ac:graphicFrameMkLst>
            <pc:docMk/>
            <pc:sldMk cId="308636196" sldId="516"/>
            <ac:graphicFrameMk id="7" creationId="{A2D0298E-006E-4E11-9E10-8D04C3820949}"/>
          </ac:graphicFrameMkLst>
        </pc:graphicFrameChg>
      </pc:sldChg>
      <pc:sldChg chg="add del">
        <pc:chgData name="Martin Hardy" userId="18c45b91-9529-4376-afee-15439663c977" providerId="ADAL" clId="{9C2A172C-4F57-47AD-BDCB-D128E2375DE9}" dt="2021-11-28T15:25:16.539" v="1435" actId="47"/>
        <pc:sldMkLst>
          <pc:docMk/>
          <pc:sldMk cId="3794260461" sldId="516"/>
        </pc:sldMkLst>
      </pc:sldChg>
      <pc:sldChg chg="add del replId">
        <pc:chgData name="Martin Hardy" userId="18c45b91-9529-4376-afee-15439663c977" providerId="ADAL" clId="{9C2A172C-4F57-47AD-BDCB-D128E2375DE9}" dt="2021-11-28T15:25:18.204" v="1436" actId="47"/>
        <pc:sldMkLst>
          <pc:docMk/>
          <pc:sldMk cId="1520048053" sldId="517"/>
        </pc:sldMkLst>
      </pc:sldChg>
      <pc:sldChg chg="addSp modSp new mod modTransition">
        <pc:chgData name="Martin Hardy" userId="18c45b91-9529-4376-afee-15439663c977" providerId="ADAL" clId="{9C2A172C-4F57-47AD-BDCB-D128E2375DE9}" dt="2021-12-04T14:26:37.359" v="8500"/>
        <pc:sldMkLst>
          <pc:docMk/>
          <pc:sldMk cId="4132423333" sldId="517"/>
        </pc:sldMkLst>
        <pc:spChg chg="mod">
          <ac:chgData name="Martin Hardy" userId="18c45b91-9529-4376-afee-15439663c977" providerId="ADAL" clId="{9C2A172C-4F57-47AD-BDCB-D128E2375DE9}" dt="2021-12-01T16:10:57.328" v="4416" actId="113"/>
          <ac:spMkLst>
            <pc:docMk/>
            <pc:sldMk cId="4132423333" sldId="517"/>
            <ac:spMk id="2" creationId="{66488028-9177-4FD9-8AAC-E3A3672882A2}"/>
          </ac:spMkLst>
        </pc:spChg>
        <pc:spChg chg="mod">
          <ac:chgData name="Martin Hardy" userId="18c45b91-9529-4376-afee-15439663c977" providerId="ADAL" clId="{9C2A172C-4F57-47AD-BDCB-D128E2375DE9}" dt="2021-11-29T13:20:58.509" v="1766" actId="20577"/>
          <ac:spMkLst>
            <pc:docMk/>
            <pc:sldMk cId="4132423333" sldId="517"/>
            <ac:spMk id="3" creationId="{8642092F-DF30-4983-A230-594F2AB310AA}"/>
          </ac:spMkLst>
        </pc:spChg>
        <pc:spChg chg="mod">
          <ac:chgData name="Martin Hardy" userId="18c45b91-9529-4376-afee-15439663c977" providerId="ADAL" clId="{9C2A172C-4F57-47AD-BDCB-D128E2375DE9}" dt="2021-11-29T13:37:56.595" v="2411" actId="20577"/>
          <ac:spMkLst>
            <pc:docMk/>
            <pc:sldMk cId="4132423333" sldId="517"/>
            <ac:spMk id="7" creationId="{BE142D26-C0F6-400C-ABCF-8F203CA3B273}"/>
          </ac:spMkLst>
        </pc:spChg>
        <pc:picChg chg="add mod">
          <ac:chgData name="Martin Hardy" userId="18c45b91-9529-4376-afee-15439663c977" providerId="ADAL" clId="{9C2A172C-4F57-47AD-BDCB-D128E2375DE9}" dt="2021-12-03T22:45:30.099" v="8413" actId="1440"/>
          <ac:picMkLst>
            <pc:docMk/>
            <pc:sldMk cId="4132423333" sldId="517"/>
            <ac:picMk id="9" creationId="{B1BAABD1-F7C6-4610-A1E6-00798DBCEDEE}"/>
          </ac:picMkLst>
        </pc:picChg>
        <pc:inkChg chg="add">
          <ac:chgData name="Martin Hardy" userId="18c45b91-9529-4376-afee-15439663c977" providerId="ADAL" clId="{9C2A172C-4F57-47AD-BDCB-D128E2375DE9}" dt="2021-12-01T16:22:29.689" v="4466"/>
          <ac:inkMkLst>
            <pc:docMk/>
            <pc:sldMk cId="4132423333" sldId="517"/>
            <ac:inkMk id="8" creationId="{6EC66D90-C566-4254-8056-894610A6BDBD}"/>
          </ac:inkMkLst>
        </pc:inkChg>
      </pc:sldChg>
      <pc:sldChg chg="addSp modSp add mod modTransition">
        <pc:chgData name="Martin Hardy" userId="18c45b91-9529-4376-afee-15439663c977" providerId="ADAL" clId="{9C2A172C-4F57-47AD-BDCB-D128E2375DE9}" dt="2021-12-04T14:26:37.359" v="8500"/>
        <pc:sldMkLst>
          <pc:docMk/>
          <pc:sldMk cId="1209431201" sldId="518"/>
        </pc:sldMkLst>
        <pc:spChg chg="mod">
          <ac:chgData name="Martin Hardy" userId="18c45b91-9529-4376-afee-15439663c977" providerId="ADAL" clId="{9C2A172C-4F57-47AD-BDCB-D128E2375DE9}" dt="2021-12-01T16:11:00.431" v="4417" actId="113"/>
          <ac:spMkLst>
            <pc:docMk/>
            <pc:sldMk cId="1209431201" sldId="518"/>
            <ac:spMk id="2" creationId="{66488028-9177-4FD9-8AAC-E3A3672882A2}"/>
          </ac:spMkLst>
        </pc:spChg>
        <pc:spChg chg="mod">
          <ac:chgData name="Martin Hardy" userId="18c45b91-9529-4376-afee-15439663c977" providerId="ADAL" clId="{9C2A172C-4F57-47AD-BDCB-D128E2375DE9}" dt="2021-11-29T13:20:46.189" v="1765" actId="20577"/>
          <ac:spMkLst>
            <pc:docMk/>
            <pc:sldMk cId="1209431201" sldId="518"/>
            <ac:spMk id="3" creationId="{8642092F-DF30-4983-A230-594F2AB310AA}"/>
          </ac:spMkLst>
        </pc:spChg>
        <pc:spChg chg="mod">
          <ac:chgData name="Martin Hardy" userId="18c45b91-9529-4376-afee-15439663c977" providerId="ADAL" clId="{9C2A172C-4F57-47AD-BDCB-D128E2375DE9}" dt="2021-11-29T13:12:20.551" v="1541" actId="27636"/>
          <ac:spMkLst>
            <pc:docMk/>
            <pc:sldMk cId="1209431201" sldId="518"/>
            <ac:spMk id="6" creationId="{593C68D0-A3A0-4D31-8E19-12AB02F4395C}"/>
          </ac:spMkLst>
        </pc:spChg>
        <pc:spChg chg="mod">
          <ac:chgData name="Martin Hardy" userId="18c45b91-9529-4376-afee-15439663c977" providerId="ADAL" clId="{9C2A172C-4F57-47AD-BDCB-D128E2375DE9}" dt="2021-11-29T13:38:27.003" v="2422" actId="20577"/>
          <ac:spMkLst>
            <pc:docMk/>
            <pc:sldMk cId="1209431201" sldId="518"/>
            <ac:spMk id="7" creationId="{BE142D26-C0F6-400C-ABCF-8F203CA3B273}"/>
          </ac:spMkLst>
        </pc:spChg>
        <pc:picChg chg="add mod">
          <ac:chgData name="Martin Hardy" userId="18c45b91-9529-4376-afee-15439663c977" providerId="ADAL" clId="{9C2A172C-4F57-47AD-BDCB-D128E2375DE9}" dt="2021-12-03T22:45:33.826" v="8415" actId="1440"/>
          <ac:picMkLst>
            <pc:docMk/>
            <pc:sldMk cId="1209431201" sldId="518"/>
            <ac:picMk id="9" creationId="{FE2201C9-32F7-4DF0-9340-426BAF779356}"/>
          </ac:picMkLst>
        </pc:picChg>
        <pc:inkChg chg="add">
          <ac:chgData name="Martin Hardy" userId="18c45b91-9529-4376-afee-15439663c977" providerId="ADAL" clId="{9C2A172C-4F57-47AD-BDCB-D128E2375DE9}" dt="2021-12-01T16:22:29.689" v="4466"/>
          <ac:inkMkLst>
            <pc:docMk/>
            <pc:sldMk cId="1209431201" sldId="518"/>
            <ac:inkMk id="8" creationId="{CC010576-0A8B-4848-99C7-E3412137FC86}"/>
          </ac:inkMkLst>
        </pc:inkChg>
      </pc:sldChg>
      <pc:sldChg chg="addSp modSp add mod modTransition">
        <pc:chgData name="Martin Hardy" userId="18c45b91-9529-4376-afee-15439663c977" providerId="ADAL" clId="{9C2A172C-4F57-47AD-BDCB-D128E2375DE9}" dt="2021-12-04T14:26:37.359" v="8500"/>
        <pc:sldMkLst>
          <pc:docMk/>
          <pc:sldMk cId="3484296851" sldId="519"/>
        </pc:sldMkLst>
        <pc:spChg chg="mod">
          <ac:chgData name="Martin Hardy" userId="18c45b91-9529-4376-afee-15439663c977" providerId="ADAL" clId="{9C2A172C-4F57-47AD-BDCB-D128E2375DE9}" dt="2021-12-01T16:11:12.264" v="4425" actId="113"/>
          <ac:spMkLst>
            <pc:docMk/>
            <pc:sldMk cId="3484296851" sldId="519"/>
            <ac:spMk id="2" creationId="{66488028-9177-4FD9-8AAC-E3A3672882A2}"/>
          </ac:spMkLst>
        </pc:spChg>
        <pc:spChg chg="mod">
          <ac:chgData name="Martin Hardy" userId="18c45b91-9529-4376-afee-15439663c977" providerId="ADAL" clId="{9C2A172C-4F57-47AD-BDCB-D128E2375DE9}" dt="2021-11-29T13:20:39.607" v="1762" actId="20577"/>
          <ac:spMkLst>
            <pc:docMk/>
            <pc:sldMk cId="3484296851" sldId="519"/>
            <ac:spMk id="3" creationId="{8642092F-DF30-4983-A230-594F2AB310AA}"/>
          </ac:spMkLst>
        </pc:spChg>
        <pc:spChg chg="mod">
          <ac:chgData name="Martin Hardy" userId="18c45b91-9529-4376-afee-15439663c977" providerId="ADAL" clId="{9C2A172C-4F57-47AD-BDCB-D128E2375DE9}" dt="2021-11-29T13:15:19.533" v="1641" actId="20577"/>
          <ac:spMkLst>
            <pc:docMk/>
            <pc:sldMk cId="3484296851" sldId="519"/>
            <ac:spMk id="7" creationId="{BE142D26-C0F6-400C-ABCF-8F203CA3B273}"/>
          </ac:spMkLst>
        </pc:spChg>
        <pc:picChg chg="add mod">
          <ac:chgData name="Martin Hardy" userId="18c45b91-9529-4376-afee-15439663c977" providerId="ADAL" clId="{9C2A172C-4F57-47AD-BDCB-D128E2375DE9}" dt="2021-12-03T22:45:40.706" v="8417" actId="1440"/>
          <ac:picMkLst>
            <pc:docMk/>
            <pc:sldMk cId="3484296851" sldId="519"/>
            <ac:picMk id="9" creationId="{96787116-7B84-465C-83B6-5E1BD27B33D9}"/>
          </ac:picMkLst>
        </pc:picChg>
        <pc:inkChg chg="add">
          <ac:chgData name="Martin Hardy" userId="18c45b91-9529-4376-afee-15439663c977" providerId="ADAL" clId="{9C2A172C-4F57-47AD-BDCB-D128E2375DE9}" dt="2021-12-01T16:22:29.689" v="4466"/>
          <ac:inkMkLst>
            <pc:docMk/>
            <pc:sldMk cId="3484296851" sldId="519"/>
            <ac:inkMk id="8" creationId="{D52A3761-B4BA-40D1-AC80-50FBBD7665B5}"/>
          </ac:inkMkLst>
        </pc:inkChg>
      </pc:sldChg>
      <pc:sldChg chg="addSp modSp add mod modTransition">
        <pc:chgData name="Martin Hardy" userId="18c45b91-9529-4376-afee-15439663c977" providerId="ADAL" clId="{9C2A172C-4F57-47AD-BDCB-D128E2375DE9}" dt="2021-12-04T14:26:37.359" v="8500"/>
        <pc:sldMkLst>
          <pc:docMk/>
          <pc:sldMk cId="3223903022" sldId="520"/>
        </pc:sldMkLst>
        <pc:spChg chg="mod">
          <ac:chgData name="Martin Hardy" userId="18c45b91-9529-4376-afee-15439663c977" providerId="ADAL" clId="{9C2A172C-4F57-47AD-BDCB-D128E2375DE9}" dt="2021-11-29T13:16:41.844" v="1662" actId="6549"/>
          <ac:spMkLst>
            <pc:docMk/>
            <pc:sldMk cId="3223903022" sldId="520"/>
            <ac:spMk id="2" creationId="{66488028-9177-4FD9-8AAC-E3A3672882A2}"/>
          </ac:spMkLst>
        </pc:spChg>
        <pc:spChg chg="mod">
          <ac:chgData name="Martin Hardy" userId="18c45b91-9529-4376-afee-15439663c977" providerId="ADAL" clId="{9C2A172C-4F57-47AD-BDCB-D128E2375DE9}" dt="2021-11-29T13:20:33.268" v="1761" actId="27636"/>
          <ac:spMkLst>
            <pc:docMk/>
            <pc:sldMk cId="3223903022" sldId="520"/>
            <ac:spMk id="3" creationId="{8642092F-DF30-4983-A230-594F2AB310AA}"/>
          </ac:spMkLst>
        </pc:spChg>
        <pc:spChg chg="mod">
          <ac:chgData name="Martin Hardy" userId="18c45b91-9529-4376-afee-15439663c977" providerId="ADAL" clId="{9C2A172C-4F57-47AD-BDCB-D128E2375DE9}" dt="2021-11-29T13:38:55.250" v="2425" actId="20577"/>
          <ac:spMkLst>
            <pc:docMk/>
            <pc:sldMk cId="3223903022" sldId="520"/>
            <ac:spMk id="7" creationId="{BE142D26-C0F6-400C-ABCF-8F203CA3B273}"/>
          </ac:spMkLst>
        </pc:spChg>
        <pc:picChg chg="add mod">
          <ac:chgData name="Martin Hardy" userId="18c45b91-9529-4376-afee-15439663c977" providerId="ADAL" clId="{9C2A172C-4F57-47AD-BDCB-D128E2375DE9}" dt="2021-12-03T22:45:46.130" v="8419" actId="1440"/>
          <ac:picMkLst>
            <pc:docMk/>
            <pc:sldMk cId="3223903022" sldId="520"/>
            <ac:picMk id="9" creationId="{4FE72332-B945-4E22-8C0C-4DF1ABADE21C}"/>
          </ac:picMkLst>
        </pc:picChg>
        <pc:inkChg chg="add">
          <ac:chgData name="Martin Hardy" userId="18c45b91-9529-4376-afee-15439663c977" providerId="ADAL" clId="{9C2A172C-4F57-47AD-BDCB-D128E2375DE9}" dt="2021-12-01T16:22:29.689" v="4466"/>
          <ac:inkMkLst>
            <pc:docMk/>
            <pc:sldMk cId="3223903022" sldId="520"/>
            <ac:inkMk id="8" creationId="{079141D5-62F2-4D2B-9FEB-3AC9D0A46262}"/>
          </ac:inkMkLst>
        </pc:inkChg>
      </pc:sldChg>
      <pc:sldChg chg="addSp modSp add mod modTransition">
        <pc:chgData name="Martin Hardy" userId="18c45b91-9529-4376-afee-15439663c977" providerId="ADAL" clId="{9C2A172C-4F57-47AD-BDCB-D128E2375DE9}" dt="2021-12-04T14:26:37.359" v="8500"/>
        <pc:sldMkLst>
          <pc:docMk/>
          <pc:sldMk cId="2441234572" sldId="521"/>
        </pc:sldMkLst>
        <pc:spChg chg="mod">
          <ac:chgData name="Martin Hardy" userId="18c45b91-9529-4376-afee-15439663c977" providerId="ADAL" clId="{9C2A172C-4F57-47AD-BDCB-D128E2375DE9}" dt="2021-11-29T13:21:25.065" v="1772" actId="20577"/>
          <ac:spMkLst>
            <pc:docMk/>
            <pc:sldMk cId="2441234572" sldId="521"/>
            <ac:spMk id="2" creationId="{66488028-9177-4FD9-8AAC-E3A3672882A2}"/>
          </ac:spMkLst>
        </pc:spChg>
        <pc:spChg chg="mod">
          <ac:chgData name="Martin Hardy" userId="18c45b91-9529-4376-afee-15439663c977" providerId="ADAL" clId="{9C2A172C-4F57-47AD-BDCB-D128E2375DE9}" dt="2021-11-29T13:39:56.479" v="2441" actId="14100"/>
          <ac:spMkLst>
            <pc:docMk/>
            <pc:sldMk cId="2441234572" sldId="521"/>
            <ac:spMk id="3" creationId="{8642092F-DF30-4983-A230-594F2AB310AA}"/>
          </ac:spMkLst>
        </pc:spChg>
        <pc:spChg chg="mod">
          <ac:chgData name="Martin Hardy" userId="18c45b91-9529-4376-afee-15439663c977" providerId="ADAL" clId="{9C2A172C-4F57-47AD-BDCB-D128E2375DE9}" dt="2021-11-29T13:39:26.871" v="2432" actId="14100"/>
          <ac:spMkLst>
            <pc:docMk/>
            <pc:sldMk cId="2441234572" sldId="521"/>
            <ac:spMk id="7" creationId="{BE142D26-C0F6-400C-ABCF-8F203CA3B273}"/>
          </ac:spMkLst>
        </pc:spChg>
        <pc:picChg chg="add mod">
          <ac:chgData name="Martin Hardy" userId="18c45b91-9529-4376-afee-15439663c977" providerId="ADAL" clId="{9C2A172C-4F57-47AD-BDCB-D128E2375DE9}" dt="2021-12-03T22:45:57.002" v="8421" actId="1440"/>
          <ac:picMkLst>
            <pc:docMk/>
            <pc:sldMk cId="2441234572" sldId="521"/>
            <ac:picMk id="9" creationId="{9C22AE31-487D-4BAB-9087-8BE07BB1EE88}"/>
          </ac:picMkLst>
        </pc:picChg>
        <pc:inkChg chg="add">
          <ac:chgData name="Martin Hardy" userId="18c45b91-9529-4376-afee-15439663c977" providerId="ADAL" clId="{9C2A172C-4F57-47AD-BDCB-D128E2375DE9}" dt="2021-12-01T16:22:29.689" v="4466"/>
          <ac:inkMkLst>
            <pc:docMk/>
            <pc:sldMk cId="2441234572" sldId="521"/>
            <ac:inkMk id="8" creationId="{C135E796-5A53-41B5-B669-688F16248501}"/>
          </ac:inkMkLst>
        </pc:inkChg>
      </pc:sldChg>
      <pc:sldChg chg="addSp modSp add mod modTransition">
        <pc:chgData name="Martin Hardy" userId="18c45b91-9529-4376-afee-15439663c977" providerId="ADAL" clId="{9C2A172C-4F57-47AD-BDCB-D128E2375DE9}" dt="2021-12-04T14:26:37.359" v="8500"/>
        <pc:sldMkLst>
          <pc:docMk/>
          <pc:sldMk cId="2622528551" sldId="522"/>
        </pc:sldMkLst>
        <pc:spChg chg="mod">
          <ac:chgData name="Martin Hardy" userId="18c45b91-9529-4376-afee-15439663c977" providerId="ADAL" clId="{9C2A172C-4F57-47AD-BDCB-D128E2375DE9}" dt="2021-11-29T13:21:32.418" v="1786" actId="20577"/>
          <ac:spMkLst>
            <pc:docMk/>
            <pc:sldMk cId="2622528551" sldId="522"/>
            <ac:spMk id="2" creationId="{66488028-9177-4FD9-8AAC-E3A3672882A2}"/>
          </ac:spMkLst>
        </pc:spChg>
        <pc:spChg chg="mod">
          <ac:chgData name="Martin Hardy" userId="18c45b91-9529-4376-afee-15439663c977" providerId="ADAL" clId="{9C2A172C-4F57-47AD-BDCB-D128E2375DE9}" dt="2021-11-29T13:40:37.110" v="2450" actId="14100"/>
          <ac:spMkLst>
            <pc:docMk/>
            <pc:sldMk cId="2622528551" sldId="522"/>
            <ac:spMk id="3" creationId="{8642092F-DF30-4983-A230-594F2AB310AA}"/>
          </ac:spMkLst>
        </pc:spChg>
        <pc:spChg chg="mod">
          <ac:chgData name="Martin Hardy" userId="18c45b91-9529-4376-afee-15439663c977" providerId="ADAL" clId="{9C2A172C-4F57-47AD-BDCB-D128E2375DE9}" dt="2021-11-29T13:40:16.839" v="2443" actId="14100"/>
          <ac:spMkLst>
            <pc:docMk/>
            <pc:sldMk cId="2622528551" sldId="522"/>
            <ac:spMk id="7" creationId="{BE142D26-C0F6-400C-ABCF-8F203CA3B273}"/>
          </ac:spMkLst>
        </pc:spChg>
        <pc:picChg chg="add mod">
          <ac:chgData name="Martin Hardy" userId="18c45b91-9529-4376-afee-15439663c977" providerId="ADAL" clId="{9C2A172C-4F57-47AD-BDCB-D128E2375DE9}" dt="2021-12-03T22:46:03.418" v="8423" actId="1440"/>
          <ac:picMkLst>
            <pc:docMk/>
            <pc:sldMk cId="2622528551" sldId="522"/>
            <ac:picMk id="9" creationId="{23AD4B81-986A-4A71-997E-A89C37320CBC}"/>
          </ac:picMkLst>
        </pc:picChg>
        <pc:inkChg chg="add">
          <ac:chgData name="Martin Hardy" userId="18c45b91-9529-4376-afee-15439663c977" providerId="ADAL" clId="{9C2A172C-4F57-47AD-BDCB-D128E2375DE9}" dt="2021-12-01T16:22:29.689" v="4466"/>
          <ac:inkMkLst>
            <pc:docMk/>
            <pc:sldMk cId="2622528551" sldId="522"/>
            <ac:inkMk id="8" creationId="{7F4AE6BB-4F2E-4ABE-B97B-F4F00AC28AB5}"/>
          </ac:inkMkLst>
        </pc:inkChg>
      </pc:sldChg>
      <pc:sldChg chg="addSp modSp add mod modTransition">
        <pc:chgData name="Martin Hardy" userId="18c45b91-9529-4376-afee-15439663c977" providerId="ADAL" clId="{9C2A172C-4F57-47AD-BDCB-D128E2375DE9}" dt="2021-12-04T14:26:37.359" v="8500"/>
        <pc:sldMkLst>
          <pc:docMk/>
          <pc:sldMk cId="814654821" sldId="523"/>
        </pc:sldMkLst>
        <pc:spChg chg="mod">
          <ac:chgData name="Martin Hardy" userId="18c45b91-9529-4376-afee-15439663c977" providerId="ADAL" clId="{9C2A172C-4F57-47AD-BDCB-D128E2375DE9}" dt="2021-11-29T13:21:37.089" v="1795" actId="20577"/>
          <ac:spMkLst>
            <pc:docMk/>
            <pc:sldMk cId="814654821" sldId="523"/>
            <ac:spMk id="2" creationId="{66488028-9177-4FD9-8AAC-E3A3672882A2}"/>
          </ac:spMkLst>
        </pc:spChg>
        <pc:spChg chg="mod">
          <ac:chgData name="Martin Hardy" userId="18c45b91-9529-4376-afee-15439663c977" providerId="ADAL" clId="{9C2A172C-4F57-47AD-BDCB-D128E2375DE9}" dt="2021-11-29T13:43:23.958" v="2523" actId="14100"/>
          <ac:spMkLst>
            <pc:docMk/>
            <pc:sldMk cId="814654821" sldId="523"/>
            <ac:spMk id="3" creationId="{8642092F-DF30-4983-A230-594F2AB310AA}"/>
          </ac:spMkLst>
        </pc:spChg>
        <pc:spChg chg="mod">
          <ac:chgData name="Martin Hardy" userId="18c45b91-9529-4376-afee-15439663c977" providerId="ADAL" clId="{9C2A172C-4F57-47AD-BDCB-D128E2375DE9}" dt="2021-11-29T13:42:29.457" v="2495" actId="20577"/>
          <ac:spMkLst>
            <pc:docMk/>
            <pc:sldMk cId="814654821" sldId="523"/>
            <ac:spMk id="7" creationId="{BE142D26-C0F6-400C-ABCF-8F203CA3B273}"/>
          </ac:spMkLst>
        </pc:spChg>
        <pc:picChg chg="add mod">
          <ac:chgData name="Martin Hardy" userId="18c45b91-9529-4376-afee-15439663c977" providerId="ADAL" clId="{9C2A172C-4F57-47AD-BDCB-D128E2375DE9}" dt="2021-12-03T22:46:13.610" v="8427" actId="1440"/>
          <ac:picMkLst>
            <pc:docMk/>
            <pc:sldMk cId="814654821" sldId="523"/>
            <ac:picMk id="9" creationId="{E001B383-48E7-4AFD-9CB4-A1847BD99A62}"/>
          </ac:picMkLst>
        </pc:picChg>
        <pc:inkChg chg="add">
          <ac:chgData name="Martin Hardy" userId="18c45b91-9529-4376-afee-15439663c977" providerId="ADAL" clId="{9C2A172C-4F57-47AD-BDCB-D128E2375DE9}" dt="2021-12-01T16:22:29.689" v="4466"/>
          <ac:inkMkLst>
            <pc:docMk/>
            <pc:sldMk cId="814654821" sldId="523"/>
            <ac:inkMk id="8" creationId="{C0DE536C-F744-4AB1-8531-BF8CF1188BF6}"/>
          </ac:inkMkLst>
        </pc:inkChg>
      </pc:sldChg>
      <pc:sldChg chg="addSp modSp add mod modTransition">
        <pc:chgData name="Martin Hardy" userId="18c45b91-9529-4376-afee-15439663c977" providerId="ADAL" clId="{9C2A172C-4F57-47AD-BDCB-D128E2375DE9}" dt="2021-12-04T14:26:37.359" v="8500"/>
        <pc:sldMkLst>
          <pc:docMk/>
          <pc:sldMk cId="1550786621" sldId="524"/>
        </pc:sldMkLst>
        <pc:spChg chg="mod">
          <ac:chgData name="Martin Hardy" userId="18c45b91-9529-4376-afee-15439663c977" providerId="ADAL" clId="{9C2A172C-4F57-47AD-BDCB-D128E2375DE9}" dt="2021-11-29T13:37:26.267" v="2333" actId="20577"/>
          <ac:spMkLst>
            <pc:docMk/>
            <pc:sldMk cId="1550786621" sldId="524"/>
            <ac:spMk id="2" creationId="{41CB185D-2911-4F04-A86C-D998EC208D47}"/>
          </ac:spMkLst>
        </pc:spChg>
        <pc:spChg chg="mod">
          <ac:chgData name="Martin Hardy" userId="18c45b91-9529-4376-afee-15439663c977" providerId="ADAL" clId="{9C2A172C-4F57-47AD-BDCB-D128E2375DE9}" dt="2021-11-29T13:37:43.635" v="2408" actId="20577"/>
          <ac:spMkLst>
            <pc:docMk/>
            <pc:sldMk cId="1550786621" sldId="524"/>
            <ac:spMk id="3" creationId="{E0058E28-A652-40D7-8ACA-F10877F88102}"/>
          </ac:spMkLst>
        </pc:spChg>
        <pc:picChg chg="add mod">
          <ac:chgData name="Martin Hardy" userId="18c45b91-9529-4376-afee-15439663c977" providerId="ADAL" clId="{9C2A172C-4F57-47AD-BDCB-D128E2375DE9}" dt="2021-12-03T22:45:22.978" v="8411" actId="1440"/>
          <ac:picMkLst>
            <pc:docMk/>
            <pc:sldMk cId="1550786621" sldId="524"/>
            <ac:picMk id="7" creationId="{28FF0195-0165-4A88-BE34-9E95A4B74FD4}"/>
          </ac:picMkLst>
        </pc:picChg>
      </pc:sldChg>
      <pc:sldChg chg="addSp modSp new mod">
        <pc:chgData name="Martin Hardy" userId="18c45b91-9529-4376-afee-15439663c977" providerId="ADAL" clId="{9C2A172C-4F57-47AD-BDCB-D128E2375DE9}" dt="2021-12-03T22:50:13.586" v="8485" actId="164"/>
        <pc:sldMkLst>
          <pc:docMk/>
          <pc:sldMk cId="1522066419" sldId="525"/>
        </pc:sldMkLst>
        <pc:spChg chg="add mod">
          <ac:chgData name="Martin Hardy" userId="18c45b91-9529-4376-afee-15439663c977" providerId="ADAL" clId="{9C2A172C-4F57-47AD-BDCB-D128E2375DE9}" dt="2021-12-03T22:50:13.586" v="8485" actId="164"/>
          <ac:spMkLst>
            <pc:docMk/>
            <pc:sldMk cId="1522066419" sldId="525"/>
            <ac:spMk id="2" creationId="{60EE6561-DE00-4E21-A52F-9D648AC34BC3}"/>
          </ac:spMkLst>
        </pc:spChg>
        <pc:grpChg chg="add mod">
          <ac:chgData name="Martin Hardy" userId="18c45b91-9529-4376-afee-15439663c977" providerId="ADAL" clId="{9C2A172C-4F57-47AD-BDCB-D128E2375DE9}" dt="2021-12-03T22:50:13.586" v="8485" actId="164"/>
          <ac:grpSpMkLst>
            <pc:docMk/>
            <pc:sldMk cId="1522066419" sldId="525"/>
            <ac:grpSpMk id="6" creationId="{E4BA8E05-3772-481A-8CBB-8C63C01FE6E7}"/>
          </ac:grpSpMkLst>
        </pc:grpChg>
        <pc:graphicFrameChg chg="add modGraphic">
          <ac:chgData name="Martin Hardy" userId="18c45b91-9529-4376-afee-15439663c977" providerId="ADAL" clId="{9C2A172C-4F57-47AD-BDCB-D128E2375DE9}" dt="2021-11-29T13:59:09.503" v="2667" actId="27022"/>
          <ac:graphicFrameMkLst>
            <pc:docMk/>
            <pc:sldMk cId="1522066419" sldId="525"/>
            <ac:graphicFrameMk id="5" creationId="{E214ED09-2113-49BB-AD5E-02439D36C264}"/>
          </ac:graphicFrameMkLst>
        </pc:graphicFrameChg>
        <pc:picChg chg="add mod">
          <ac:chgData name="Martin Hardy" userId="18c45b91-9529-4376-afee-15439663c977" providerId="ADAL" clId="{9C2A172C-4F57-47AD-BDCB-D128E2375DE9}" dt="2021-12-03T22:50:13.586" v="8485" actId="164"/>
          <ac:picMkLst>
            <pc:docMk/>
            <pc:sldMk cId="1522066419" sldId="525"/>
            <ac:picMk id="4" creationId="{88275E98-9D80-4850-9595-38F5BB3A10BA}"/>
          </ac:picMkLst>
        </pc:picChg>
        <pc:picChg chg="add mod">
          <ac:chgData name="Martin Hardy" userId="18c45b91-9529-4376-afee-15439663c977" providerId="ADAL" clId="{9C2A172C-4F57-47AD-BDCB-D128E2375DE9}" dt="2021-12-03T22:50:13.586" v="8485" actId="164"/>
          <ac:picMkLst>
            <pc:docMk/>
            <pc:sldMk cId="1522066419" sldId="525"/>
            <ac:picMk id="3074" creationId="{12E22CB9-976F-4BE1-AF9C-DFAA4102B2ED}"/>
          </ac:picMkLst>
        </pc:picChg>
      </pc:sldChg>
      <pc:sldChg chg="addSp delSp modSp new mod modTransition addAnim delAnim modAnim modNotesTx">
        <pc:chgData name="Martin Hardy" userId="18c45b91-9529-4376-afee-15439663c977" providerId="ADAL" clId="{9C2A172C-4F57-47AD-BDCB-D128E2375DE9}" dt="2021-12-04T14:26:37.359" v="8500"/>
        <pc:sldMkLst>
          <pc:docMk/>
          <pc:sldMk cId="3041718078" sldId="526"/>
        </pc:sldMkLst>
        <pc:spChg chg="mod">
          <ac:chgData name="Martin Hardy" userId="18c45b91-9529-4376-afee-15439663c977" providerId="ADAL" clId="{9C2A172C-4F57-47AD-BDCB-D128E2375DE9}" dt="2021-11-30T21:40:21.137" v="3408" actId="20577"/>
          <ac:spMkLst>
            <pc:docMk/>
            <pc:sldMk cId="3041718078" sldId="526"/>
            <ac:spMk id="2" creationId="{711BE88F-2176-4B6B-8133-AAAF171CCEDC}"/>
          </ac:spMkLst>
        </pc:spChg>
        <pc:spChg chg="del">
          <ac:chgData name="Martin Hardy" userId="18c45b91-9529-4376-afee-15439663c977" providerId="ADAL" clId="{9C2A172C-4F57-47AD-BDCB-D128E2375DE9}" dt="2021-11-30T21:39:07.034" v="3389" actId="3680"/>
          <ac:spMkLst>
            <pc:docMk/>
            <pc:sldMk cId="3041718078" sldId="526"/>
            <ac:spMk id="3" creationId="{766A63E9-2B5A-4B7A-8C74-5C313457C9C7}"/>
          </ac:spMkLst>
        </pc:spChg>
        <pc:spChg chg="del mod">
          <ac:chgData name="Martin Hardy" userId="18c45b91-9529-4376-afee-15439663c977" providerId="ADAL" clId="{9C2A172C-4F57-47AD-BDCB-D128E2375DE9}" dt="2021-11-30T21:39:29.081" v="3394" actId="478"/>
          <ac:spMkLst>
            <pc:docMk/>
            <pc:sldMk cId="3041718078" sldId="526"/>
            <ac:spMk id="6" creationId="{8D7359EF-EC50-4929-9FC0-81D5770A767D}"/>
          </ac:spMkLst>
        </pc:spChg>
        <pc:spChg chg="add mod">
          <ac:chgData name="Martin Hardy" userId="18c45b91-9529-4376-afee-15439663c977" providerId="ADAL" clId="{9C2A172C-4F57-47AD-BDCB-D128E2375DE9}" dt="2021-11-30T21:41:31.086" v="3410"/>
          <ac:spMkLst>
            <pc:docMk/>
            <pc:sldMk cId="3041718078" sldId="526"/>
            <ac:spMk id="8" creationId="{4F6850AB-22B7-4DCB-B5F3-5771FCF0C858}"/>
          </ac:spMkLst>
        </pc:spChg>
        <pc:graphicFrameChg chg="add mod ord modGraphic">
          <ac:chgData name="Martin Hardy" userId="18c45b91-9529-4376-afee-15439663c977" providerId="ADAL" clId="{9C2A172C-4F57-47AD-BDCB-D128E2375DE9}" dt="2021-12-01T15:56:24.671" v="4387" actId="20577"/>
          <ac:graphicFrameMkLst>
            <pc:docMk/>
            <pc:sldMk cId="3041718078" sldId="526"/>
            <ac:graphicFrameMk id="7" creationId="{2860D635-4DA9-42A6-AAAA-7B546280D446}"/>
          </ac:graphicFrameMkLst>
        </pc:graphicFrameChg>
        <pc:picChg chg="add del mod">
          <ac:chgData name="Martin Hardy" userId="18c45b91-9529-4376-afee-15439663c977" providerId="ADAL" clId="{9C2A172C-4F57-47AD-BDCB-D128E2375DE9}" dt="2021-12-01T15:50:44.892" v="4313"/>
          <ac:picMkLst>
            <pc:docMk/>
            <pc:sldMk cId="3041718078" sldId="526"/>
            <ac:picMk id="6" creationId="{EFEEE5DC-9C88-4EC4-8952-CE1F32260156}"/>
          </ac:picMkLst>
        </pc:picChg>
        <pc:picChg chg="add del mod">
          <ac:chgData name="Martin Hardy" userId="18c45b91-9529-4376-afee-15439663c977" providerId="ADAL" clId="{9C2A172C-4F57-47AD-BDCB-D128E2375DE9}" dt="2021-12-01T15:58:12.526" v="4389"/>
          <ac:picMkLst>
            <pc:docMk/>
            <pc:sldMk cId="3041718078" sldId="526"/>
            <ac:picMk id="10" creationId="{400EE9CC-691C-41DE-92AD-7B9F3B6738C3}"/>
          </ac:picMkLst>
        </pc:picChg>
        <pc:picChg chg="add mod">
          <ac:chgData name="Martin Hardy" userId="18c45b91-9529-4376-afee-15439663c977" providerId="ADAL" clId="{9C2A172C-4F57-47AD-BDCB-D128E2375DE9}" dt="2021-12-01T16:00:56.437" v="4394" actId="1440"/>
          <ac:picMkLst>
            <pc:docMk/>
            <pc:sldMk cId="3041718078" sldId="526"/>
            <ac:picMk id="12" creationId="{C4BAE14D-FC11-479B-8FFF-077811AA17D9}"/>
          </ac:picMkLst>
        </pc:picChg>
        <pc:inkChg chg="add del">
          <ac:chgData name="Martin Hardy" userId="18c45b91-9529-4376-afee-15439663c977" providerId="ADAL" clId="{9C2A172C-4F57-47AD-BDCB-D128E2375DE9}" dt="2021-12-01T15:50:44.892" v="4313"/>
          <ac:inkMkLst>
            <pc:docMk/>
            <pc:sldMk cId="3041718078" sldId="526"/>
            <ac:inkMk id="3" creationId="{609A9D1F-FE95-49EC-BACD-32B0943FAA56}"/>
          </ac:inkMkLst>
        </pc:inkChg>
        <pc:inkChg chg="add del">
          <ac:chgData name="Martin Hardy" userId="18c45b91-9529-4376-afee-15439663c977" providerId="ADAL" clId="{9C2A172C-4F57-47AD-BDCB-D128E2375DE9}" dt="2021-12-01T15:58:12.526" v="4389"/>
          <ac:inkMkLst>
            <pc:docMk/>
            <pc:sldMk cId="3041718078" sldId="526"/>
            <ac:inkMk id="9" creationId="{3B465DFC-2A38-484E-8423-715A579F45B5}"/>
          </ac:inkMkLst>
        </pc:inkChg>
        <pc:inkChg chg="add">
          <ac:chgData name="Martin Hardy" userId="18c45b91-9529-4376-afee-15439663c977" providerId="ADAL" clId="{9C2A172C-4F57-47AD-BDCB-D128E2375DE9}" dt="2021-12-01T16:00:35.527" v="4390"/>
          <ac:inkMkLst>
            <pc:docMk/>
            <pc:sldMk cId="3041718078" sldId="526"/>
            <ac:inkMk id="11" creationId="{9EBC2D09-3A95-4C08-8D45-E92938179CB3}"/>
          </ac:inkMkLst>
        </pc:inkChg>
      </pc:sldChg>
      <pc:sldChg chg="addSp delSp modSp add mod ord modTransition modClrScheme modAnim chgLayout modNotesTx">
        <pc:chgData name="Martin Hardy" userId="18c45b91-9529-4376-afee-15439663c977" providerId="ADAL" clId="{9C2A172C-4F57-47AD-BDCB-D128E2375DE9}" dt="2021-12-04T14:26:37.359" v="8500"/>
        <pc:sldMkLst>
          <pc:docMk/>
          <pc:sldMk cId="2135619114" sldId="527"/>
        </pc:sldMkLst>
        <pc:spChg chg="mod ord">
          <ac:chgData name="Martin Hardy" userId="18c45b91-9529-4376-afee-15439663c977" providerId="ADAL" clId="{9C2A172C-4F57-47AD-BDCB-D128E2375DE9}" dt="2021-12-02T00:03:20.327" v="5889" actId="20577"/>
          <ac:spMkLst>
            <pc:docMk/>
            <pc:sldMk cId="2135619114" sldId="527"/>
            <ac:spMk id="2" creationId="{54A892CE-ADEA-438E-A4BC-01668CA7347B}"/>
          </ac:spMkLst>
        </pc:spChg>
        <pc:spChg chg="del mod ord">
          <ac:chgData name="Martin Hardy" userId="18c45b91-9529-4376-afee-15439663c977" providerId="ADAL" clId="{9C2A172C-4F57-47AD-BDCB-D128E2375DE9}" dt="2021-12-01T21:38:07.738" v="4573" actId="700"/>
          <ac:spMkLst>
            <pc:docMk/>
            <pc:sldMk cId="2135619114" sldId="527"/>
            <ac:spMk id="3" creationId="{E35FDD1E-A57F-4F6B-9ADE-815FC2CDCF32}"/>
          </ac:spMkLst>
        </pc:spChg>
        <pc:spChg chg="del mod ord">
          <ac:chgData name="Martin Hardy" userId="18c45b91-9529-4376-afee-15439663c977" providerId="ADAL" clId="{9C2A172C-4F57-47AD-BDCB-D128E2375DE9}" dt="2021-12-01T21:38:07.738" v="4573" actId="700"/>
          <ac:spMkLst>
            <pc:docMk/>
            <pc:sldMk cId="2135619114" sldId="527"/>
            <ac:spMk id="4" creationId="{9468EEA6-154D-4010-9AA3-D5C79803455B}"/>
          </ac:spMkLst>
        </pc:spChg>
        <pc:spChg chg="mod ord">
          <ac:chgData name="Martin Hardy" userId="18c45b91-9529-4376-afee-15439663c977" providerId="ADAL" clId="{9C2A172C-4F57-47AD-BDCB-D128E2375DE9}" dt="2021-12-01T21:38:07.738" v="4573" actId="700"/>
          <ac:spMkLst>
            <pc:docMk/>
            <pc:sldMk cId="2135619114" sldId="527"/>
            <ac:spMk id="5" creationId="{0CCAF83E-817F-49CD-8C25-D2E47CCC8207}"/>
          </ac:spMkLst>
        </pc:spChg>
        <pc:spChg chg="mod ord">
          <ac:chgData name="Martin Hardy" userId="18c45b91-9529-4376-afee-15439663c977" providerId="ADAL" clId="{9C2A172C-4F57-47AD-BDCB-D128E2375DE9}" dt="2021-12-01T21:38:07.738" v="4573" actId="700"/>
          <ac:spMkLst>
            <pc:docMk/>
            <pc:sldMk cId="2135619114" sldId="527"/>
            <ac:spMk id="6" creationId="{47E72D6D-B643-46D0-9D43-5984E6624DBB}"/>
          </ac:spMkLst>
        </pc:spChg>
        <pc:spChg chg="mod ord">
          <ac:chgData name="Martin Hardy" userId="18c45b91-9529-4376-afee-15439663c977" providerId="ADAL" clId="{9C2A172C-4F57-47AD-BDCB-D128E2375DE9}" dt="2021-12-02T00:02:21.921" v="5857" actId="207"/>
          <ac:spMkLst>
            <pc:docMk/>
            <pc:sldMk cId="2135619114" sldId="527"/>
            <ac:spMk id="7" creationId="{4CE63D88-F337-4AA4-ADEE-0256E292E508}"/>
          </ac:spMkLst>
        </pc:spChg>
        <pc:spChg chg="add mod ord">
          <ac:chgData name="Martin Hardy" userId="18c45b91-9529-4376-afee-15439663c977" providerId="ADAL" clId="{9C2A172C-4F57-47AD-BDCB-D128E2375DE9}" dt="2021-12-03T22:28:22.070" v="8357" actId="20577"/>
          <ac:spMkLst>
            <pc:docMk/>
            <pc:sldMk cId="2135619114" sldId="527"/>
            <ac:spMk id="8" creationId="{322543E4-FACA-4308-8FAE-21F00803652A}"/>
          </ac:spMkLst>
        </pc:spChg>
        <pc:spChg chg="add mod ord">
          <ac:chgData name="Martin Hardy" userId="18c45b91-9529-4376-afee-15439663c977" providerId="ADAL" clId="{9C2A172C-4F57-47AD-BDCB-D128E2375DE9}" dt="2021-12-02T00:02:22.265" v="5858" actId="207"/>
          <ac:spMkLst>
            <pc:docMk/>
            <pc:sldMk cId="2135619114" sldId="527"/>
            <ac:spMk id="9" creationId="{06CBE919-0E23-4CD2-B363-CCDD040EA78D}"/>
          </ac:spMkLst>
        </pc:spChg>
        <pc:spChg chg="add mod ord">
          <ac:chgData name="Martin Hardy" userId="18c45b91-9529-4376-afee-15439663c977" providerId="ADAL" clId="{9C2A172C-4F57-47AD-BDCB-D128E2375DE9}" dt="2021-12-03T22:27:57.228" v="8340" actId="27636"/>
          <ac:spMkLst>
            <pc:docMk/>
            <pc:sldMk cId="2135619114" sldId="527"/>
            <ac:spMk id="10" creationId="{405000D1-59D0-4E7E-9EE4-4A59EFEBBB08}"/>
          </ac:spMkLst>
        </pc:spChg>
        <pc:spChg chg="add mod ord">
          <ac:chgData name="Martin Hardy" userId="18c45b91-9529-4376-afee-15439663c977" providerId="ADAL" clId="{9C2A172C-4F57-47AD-BDCB-D128E2375DE9}" dt="2021-12-01T21:38:12.415" v="4578" actId="27636"/>
          <ac:spMkLst>
            <pc:docMk/>
            <pc:sldMk cId="2135619114" sldId="527"/>
            <ac:spMk id="11" creationId="{8D6FF7A1-A98A-4C2B-8CC2-F91CC5AD1303}"/>
          </ac:spMkLst>
        </pc:spChg>
        <pc:picChg chg="add mod">
          <ac:chgData name="Martin Hardy" userId="18c45b91-9529-4376-afee-15439663c977" providerId="ADAL" clId="{9C2A172C-4F57-47AD-BDCB-D128E2375DE9}" dt="2021-12-03T22:39:10.411" v="8387" actId="196"/>
          <ac:picMkLst>
            <pc:docMk/>
            <pc:sldMk cId="2135619114" sldId="527"/>
            <ac:picMk id="3" creationId="{3D69287B-DF69-429E-BE06-98C4A701B498}"/>
          </ac:picMkLst>
        </pc:picChg>
      </pc:sldChg>
      <pc:sldChg chg="addSp delSp modSp new del mod ord modClrScheme chgLayout modNotesTx">
        <pc:chgData name="Martin Hardy" userId="18c45b91-9529-4376-afee-15439663c977" providerId="ADAL" clId="{9C2A172C-4F57-47AD-BDCB-D128E2375DE9}" dt="2021-12-03T22:01:38.265" v="8095" actId="47"/>
        <pc:sldMkLst>
          <pc:docMk/>
          <pc:sldMk cId="729116649" sldId="528"/>
        </pc:sldMkLst>
        <pc:spChg chg="del mod ord">
          <ac:chgData name="Martin Hardy" userId="18c45b91-9529-4376-afee-15439663c977" providerId="ADAL" clId="{9C2A172C-4F57-47AD-BDCB-D128E2375DE9}" dt="2021-12-02T00:23:09.078" v="5891" actId="700"/>
          <ac:spMkLst>
            <pc:docMk/>
            <pc:sldMk cId="729116649" sldId="528"/>
            <ac:spMk id="2" creationId="{212F6BF4-AF6A-4A44-B32C-772074DC10EF}"/>
          </ac:spMkLst>
        </pc:spChg>
        <pc:spChg chg="del">
          <ac:chgData name="Martin Hardy" userId="18c45b91-9529-4376-afee-15439663c977" providerId="ADAL" clId="{9C2A172C-4F57-47AD-BDCB-D128E2375DE9}" dt="2021-12-02T00:23:09.078" v="5891" actId="700"/>
          <ac:spMkLst>
            <pc:docMk/>
            <pc:sldMk cId="729116649" sldId="528"/>
            <ac:spMk id="3" creationId="{9BC9E311-2B9F-49F0-AF80-7175535D72FA}"/>
          </ac:spMkLst>
        </pc:spChg>
        <pc:spChg chg="mod ord">
          <ac:chgData name="Martin Hardy" userId="18c45b91-9529-4376-afee-15439663c977" providerId="ADAL" clId="{9C2A172C-4F57-47AD-BDCB-D128E2375DE9}" dt="2021-12-02T00:23:09.078" v="5891" actId="700"/>
          <ac:spMkLst>
            <pc:docMk/>
            <pc:sldMk cId="729116649" sldId="528"/>
            <ac:spMk id="4" creationId="{EF576854-A0C2-4CC3-8AB3-CE46D53ECB49}"/>
          </ac:spMkLst>
        </pc:spChg>
        <pc:spChg chg="mod ord">
          <ac:chgData name="Martin Hardy" userId="18c45b91-9529-4376-afee-15439663c977" providerId="ADAL" clId="{9C2A172C-4F57-47AD-BDCB-D128E2375DE9}" dt="2021-12-02T00:23:09.078" v="5891" actId="700"/>
          <ac:spMkLst>
            <pc:docMk/>
            <pc:sldMk cId="729116649" sldId="528"/>
            <ac:spMk id="5" creationId="{49304B37-1074-4A99-9250-C40988B8D129}"/>
          </ac:spMkLst>
        </pc:spChg>
        <pc:spChg chg="del mod ord">
          <ac:chgData name="Martin Hardy" userId="18c45b91-9529-4376-afee-15439663c977" providerId="ADAL" clId="{9C2A172C-4F57-47AD-BDCB-D128E2375DE9}" dt="2021-12-02T00:23:09.078" v="5891" actId="700"/>
          <ac:spMkLst>
            <pc:docMk/>
            <pc:sldMk cId="729116649" sldId="528"/>
            <ac:spMk id="6" creationId="{0D8CE148-7BC9-4824-9563-201E8384EE74}"/>
          </ac:spMkLst>
        </pc:spChg>
        <pc:spChg chg="add mod ord">
          <ac:chgData name="Martin Hardy" userId="18c45b91-9529-4376-afee-15439663c977" providerId="ADAL" clId="{9C2A172C-4F57-47AD-BDCB-D128E2375DE9}" dt="2021-12-03T20:06:34.459" v="6053" actId="27636"/>
          <ac:spMkLst>
            <pc:docMk/>
            <pc:sldMk cId="729116649" sldId="528"/>
            <ac:spMk id="7" creationId="{8BF28D1D-C48D-4AC9-A38D-7D82D34F5887}"/>
          </ac:spMkLst>
        </pc:spChg>
        <pc:spChg chg="add mod ord">
          <ac:chgData name="Martin Hardy" userId="18c45b91-9529-4376-afee-15439663c977" providerId="ADAL" clId="{9C2A172C-4F57-47AD-BDCB-D128E2375DE9}" dt="2021-12-02T00:23:09.094" v="5892" actId="27636"/>
          <ac:spMkLst>
            <pc:docMk/>
            <pc:sldMk cId="729116649" sldId="528"/>
            <ac:spMk id="8" creationId="{B5B91E89-ED3A-46DE-877F-A7A5219E409C}"/>
          </ac:spMkLst>
        </pc:spChg>
      </pc:sldChg>
      <pc:sldChg chg="modSp add del mod modNotesTx">
        <pc:chgData name="Martin Hardy" userId="18c45b91-9529-4376-afee-15439663c977" providerId="ADAL" clId="{9C2A172C-4F57-47AD-BDCB-D128E2375DE9}" dt="2021-12-03T22:02:00.329" v="8099" actId="47"/>
        <pc:sldMkLst>
          <pc:docMk/>
          <pc:sldMk cId="3938301675" sldId="529"/>
        </pc:sldMkLst>
        <pc:spChg chg="mod">
          <ac:chgData name="Martin Hardy" userId="18c45b91-9529-4376-afee-15439663c977" providerId="ADAL" clId="{9C2A172C-4F57-47AD-BDCB-D128E2375DE9}" dt="2021-12-03T20:06:42.845" v="6057" actId="6549"/>
          <ac:spMkLst>
            <pc:docMk/>
            <pc:sldMk cId="3938301675" sldId="529"/>
            <ac:spMk id="7" creationId="{8BF28D1D-C48D-4AC9-A38D-7D82D34F5887}"/>
          </ac:spMkLst>
        </pc:spChg>
      </pc:sldChg>
      <pc:sldChg chg="addSp delSp modSp add mod modTransition delAnim modAnim modNotesTx">
        <pc:chgData name="Martin Hardy" userId="18c45b91-9529-4376-afee-15439663c977" providerId="ADAL" clId="{9C2A172C-4F57-47AD-BDCB-D128E2375DE9}" dt="2021-12-04T14:26:37.359" v="8500"/>
        <pc:sldMkLst>
          <pc:docMk/>
          <pc:sldMk cId="3434222409" sldId="530"/>
        </pc:sldMkLst>
        <pc:spChg chg="mod">
          <ac:chgData name="Martin Hardy" userId="18c45b91-9529-4376-afee-15439663c977" providerId="ADAL" clId="{9C2A172C-4F57-47AD-BDCB-D128E2375DE9}" dt="2021-12-03T22:01:51.275" v="8098" actId="20577"/>
          <ac:spMkLst>
            <pc:docMk/>
            <pc:sldMk cId="3434222409" sldId="530"/>
            <ac:spMk id="2" creationId="{00000000-0000-0000-0000-000000000000}"/>
          </ac:spMkLst>
        </pc:spChg>
        <pc:spChg chg="mod modVis">
          <ac:chgData name="Martin Hardy" userId="18c45b91-9529-4376-afee-15439663c977" providerId="ADAL" clId="{9C2A172C-4F57-47AD-BDCB-D128E2375DE9}" dt="2021-12-03T22:08:20.742" v="8145" actId="14429"/>
          <ac:spMkLst>
            <pc:docMk/>
            <pc:sldMk cId="3434222409" sldId="530"/>
            <ac:spMk id="14" creationId="{09685BDA-05C6-4E8D-B8E6-BC95C80D29BA}"/>
          </ac:spMkLst>
        </pc:spChg>
        <pc:spChg chg="del">
          <ac:chgData name="Martin Hardy" userId="18c45b91-9529-4376-afee-15439663c977" providerId="ADAL" clId="{9C2A172C-4F57-47AD-BDCB-D128E2375DE9}" dt="2021-12-03T22:03:47.960" v="8121" actId="478"/>
          <ac:spMkLst>
            <pc:docMk/>
            <pc:sldMk cId="3434222409" sldId="530"/>
            <ac:spMk id="68" creationId="{1E25E8AA-7BC5-4671-AB63-98C68F2236DA}"/>
          </ac:spMkLst>
        </pc:spChg>
        <pc:spChg chg="mod modVis">
          <ac:chgData name="Martin Hardy" userId="18c45b91-9529-4376-afee-15439663c977" providerId="ADAL" clId="{9C2A172C-4F57-47AD-BDCB-D128E2375DE9}" dt="2021-12-03T22:08:31.885" v="8147" actId="14429"/>
          <ac:spMkLst>
            <pc:docMk/>
            <pc:sldMk cId="3434222409" sldId="530"/>
            <ac:spMk id="69" creationId="{4532CA52-C716-4AC2-BAD2-578B5A2E38B6}"/>
          </ac:spMkLst>
        </pc:spChg>
        <pc:spChg chg="del">
          <ac:chgData name="Martin Hardy" userId="18c45b91-9529-4376-afee-15439663c977" providerId="ADAL" clId="{9C2A172C-4F57-47AD-BDCB-D128E2375DE9}" dt="2021-12-03T22:03:47.022" v="8120" actId="478"/>
          <ac:spMkLst>
            <pc:docMk/>
            <pc:sldMk cId="3434222409" sldId="530"/>
            <ac:spMk id="71" creationId="{B78777F4-28F0-4AC1-9F43-61303998709B}"/>
          </ac:spMkLst>
        </pc:spChg>
        <pc:spChg chg="mod">
          <ac:chgData name="Martin Hardy" userId="18c45b91-9529-4376-afee-15439663c977" providerId="ADAL" clId="{9C2A172C-4F57-47AD-BDCB-D128E2375DE9}" dt="2021-12-03T22:21:13.569" v="8271" actId="20577"/>
          <ac:spMkLst>
            <pc:docMk/>
            <pc:sldMk cId="3434222409" sldId="530"/>
            <ac:spMk id="72" creationId="{A7759D9F-5B8D-45D1-A3B0-F28A169A0B53}"/>
          </ac:spMkLst>
        </pc:spChg>
        <pc:spChg chg="del">
          <ac:chgData name="Martin Hardy" userId="18c45b91-9529-4376-afee-15439663c977" providerId="ADAL" clId="{9C2A172C-4F57-47AD-BDCB-D128E2375DE9}" dt="2021-12-03T22:03:46.018" v="8119" actId="478"/>
          <ac:spMkLst>
            <pc:docMk/>
            <pc:sldMk cId="3434222409" sldId="530"/>
            <ac:spMk id="76" creationId="{D51A6EC9-4CFB-4C1A-9381-12BB8312EFA5}"/>
          </ac:spMkLst>
        </pc:spChg>
        <pc:picChg chg="add mod">
          <ac:chgData name="Martin Hardy" userId="18c45b91-9529-4376-afee-15439663c977" providerId="ADAL" clId="{9C2A172C-4F57-47AD-BDCB-D128E2375DE9}" dt="2021-12-03T22:18:27.769" v="8251" actId="14861"/>
          <ac:picMkLst>
            <pc:docMk/>
            <pc:sldMk cId="3434222409" sldId="530"/>
            <ac:picMk id="7" creationId="{E1B21471-3F2A-4307-903C-F65A0953D5A3}"/>
          </ac:picMkLst>
        </pc:picChg>
        <pc:picChg chg="add mod modCrop">
          <ac:chgData name="Martin Hardy" userId="18c45b91-9529-4376-afee-15439663c977" providerId="ADAL" clId="{9C2A172C-4F57-47AD-BDCB-D128E2375DE9}" dt="2021-12-03T22:38:13.933" v="8386" actId="1076"/>
          <ac:picMkLst>
            <pc:docMk/>
            <pc:sldMk cId="3434222409" sldId="530"/>
            <ac:picMk id="8" creationId="{5BC2E4E0-6900-4100-AC8B-73B385E9DA82}"/>
          </ac:picMkLst>
        </pc:picChg>
        <pc:picChg chg="del">
          <ac:chgData name="Martin Hardy" userId="18c45b91-9529-4376-afee-15439663c977" providerId="ADAL" clId="{9C2A172C-4F57-47AD-BDCB-D128E2375DE9}" dt="2021-12-03T22:03:43.396" v="8118" actId="478"/>
          <ac:picMkLst>
            <pc:docMk/>
            <pc:sldMk cId="3434222409" sldId="530"/>
            <ac:picMk id="66" creationId="{24A93018-0AB4-4697-A545-A784E3E91F5E}"/>
          </ac:picMkLst>
        </pc:picChg>
        <pc:picChg chg="del">
          <ac:chgData name="Martin Hardy" userId="18c45b91-9529-4376-afee-15439663c977" providerId="ADAL" clId="{9C2A172C-4F57-47AD-BDCB-D128E2375DE9}" dt="2021-12-03T22:03:50.868" v="8122" actId="478"/>
          <ac:picMkLst>
            <pc:docMk/>
            <pc:sldMk cId="3434222409" sldId="530"/>
            <ac:picMk id="80" creationId="{C7F7118E-DDB6-4949-B405-AA32E69FE1B6}"/>
          </ac:picMkLst>
        </pc:picChg>
        <pc:picChg chg="del">
          <ac:chgData name="Martin Hardy" userId="18c45b91-9529-4376-afee-15439663c977" providerId="ADAL" clId="{9C2A172C-4F57-47AD-BDCB-D128E2375DE9}" dt="2021-12-03T22:03:16.006" v="8114" actId="478"/>
          <ac:picMkLst>
            <pc:docMk/>
            <pc:sldMk cId="3434222409" sldId="530"/>
            <ac:picMk id="1026" creationId="{0C6AE0BA-3EF9-4A7C-867D-84D9883EDD3E}"/>
          </ac:picMkLst>
        </pc:picChg>
        <pc:picChg chg="add mod">
          <ac:chgData name="Martin Hardy" userId="18c45b91-9529-4376-afee-15439663c977" providerId="ADAL" clId="{9C2A172C-4F57-47AD-BDCB-D128E2375DE9}" dt="2021-12-03T22:03:29.549" v="8117"/>
          <ac:picMkLst>
            <pc:docMk/>
            <pc:sldMk cId="3434222409" sldId="530"/>
            <ac:picMk id="2050" creationId="{94327CB6-D676-4BAF-879C-4D02FA14089A}"/>
          </ac:picMkLst>
        </pc:picChg>
      </pc:sldChg>
      <pc:sldChg chg="addSp delSp modSp new mod modTransition setBg modAnim">
        <pc:chgData name="Martin Hardy" userId="18c45b91-9529-4376-afee-15439663c977" providerId="ADAL" clId="{9C2A172C-4F57-47AD-BDCB-D128E2375DE9}" dt="2021-12-04T14:26:37.359" v="8500"/>
        <pc:sldMkLst>
          <pc:docMk/>
          <pc:sldMk cId="562410601" sldId="531"/>
        </pc:sldMkLst>
        <pc:spChg chg="mod">
          <ac:chgData name="Martin Hardy" userId="18c45b91-9529-4376-afee-15439663c977" providerId="ADAL" clId="{9C2A172C-4F57-47AD-BDCB-D128E2375DE9}" dt="2021-12-04T14:24:37.735" v="8491" actId="26606"/>
          <ac:spMkLst>
            <pc:docMk/>
            <pc:sldMk cId="562410601" sldId="531"/>
            <ac:spMk id="2" creationId="{4B67EC41-EE13-42B3-A5CD-AEE53BFEA148}"/>
          </ac:spMkLst>
        </pc:spChg>
        <pc:spChg chg="mod">
          <ac:chgData name="Martin Hardy" userId="18c45b91-9529-4376-afee-15439663c977" providerId="ADAL" clId="{9C2A172C-4F57-47AD-BDCB-D128E2375DE9}" dt="2021-12-04T14:24:37.735" v="8491" actId="26606"/>
          <ac:spMkLst>
            <pc:docMk/>
            <pc:sldMk cId="562410601" sldId="531"/>
            <ac:spMk id="3" creationId="{DF5A2708-B015-4564-858D-39472154165D}"/>
          </ac:spMkLst>
        </pc:spChg>
        <pc:spChg chg="add del">
          <ac:chgData name="Martin Hardy" userId="18c45b91-9529-4376-afee-15439663c977" providerId="ADAL" clId="{9C2A172C-4F57-47AD-BDCB-D128E2375DE9}" dt="2021-12-04T14:24:37.735" v="8491" actId="26606"/>
          <ac:spMkLst>
            <pc:docMk/>
            <pc:sldMk cId="562410601" sldId="531"/>
            <ac:spMk id="9" creationId="{904C0BC6-B04D-4459-B721-9C030C392739}"/>
          </ac:spMkLst>
        </pc:spChg>
        <pc:spChg chg="add del">
          <ac:chgData name="Martin Hardy" userId="18c45b91-9529-4376-afee-15439663c977" providerId="ADAL" clId="{9C2A172C-4F57-47AD-BDCB-D128E2375DE9}" dt="2021-12-04T14:24:37.735" v="8491" actId="26606"/>
          <ac:spMkLst>
            <pc:docMk/>
            <pc:sldMk cId="562410601" sldId="531"/>
            <ac:spMk id="11" creationId="{CB2F024E-D853-479C-B5A9-08293A2D7212}"/>
          </ac:spMkLst>
        </pc:spChg>
        <pc:picChg chg="add mod ord">
          <ac:chgData name="Martin Hardy" userId="18c45b91-9529-4376-afee-15439663c977" providerId="ADAL" clId="{9C2A172C-4F57-47AD-BDCB-D128E2375DE9}" dt="2021-12-04T14:24:37.735" v="8491" actId="26606"/>
          <ac:picMkLst>
            <pc:docMk/>
            <pc:sldMk cId="562410601" sldId="531"/>
            <ac:picMk id="4" creationId="{B52E428A-7DAD-422D-8831-AAC0B01025F0}"/>
          </ac:picMkLst>
        </pc:picChg>
      </pc:sldChg>
      <pc:sldMasterChg chg="addSldLayout modSldLayout">
        <pc:chgData name="Martin Hardy" userId="18c45b91-9529-4376-afee-15439663c977" providerId="ADAL" clId="{9C2A172C-4F57-47AD-BDCB-D128E2375DE9}" dt="2021-11-29T14:12:01.667" v="2743" actId="14100"/>
        <pc:sldMasterMkLst>
          <pc:docMk/>
          <pc:sldMasterMk cId="655748020" sldId="2147483736"/>
        </pc:sldMasterMkLst>
        <pc:sldLayoutChg chg="addSp modSp add mod modTransition">
          <pc:chgData name="Martin Hardy" userId="18c45b91-9529-4376-afee-15439663c977" providerId="ADAL" clId="{9C2A172C-4F57-47AD-BDCB-D128E2375DE9}" dt="2021-11-29T14:12:01.667" v="2743" actId="14100"/>
          <pc:sldLayoutMkLst>
            <pc:docMk/>
            <pc:sldMasterMk cId="655748020" sldId="2147483736"/>
            <pc:sldLayoutMk cId="3622931046" sldId="2147483769"/>
          </pc:sldLayoutMkLst>
          <pc:spChg chg="mod">
            <ac:chgData name="Martin Hardy" userId="18c45b91-9529-4376-afee-15439663c977" providerId="ADAL" clId="{9C2A172C-4F57-47AD-BDCB-D128E2375DE9}" dt="2021-11-29T14:12:01.667" v="2743" actId="14100"/>
            <ac:spMkLst>
              <pc:docMk/>
              <pc:sldMasterMk cId="655748020" sldId="2147483736"/>
              <pc:sldLayoutMk cId="3622931046" sldId="2147483769"/>
              <ac:spMk id="3" creationId="{00000000-0000-0000-0000-000000000000}"/>
            </ac:spMkLst>
          </pc:spChg>
          <pc:spChg chg="mod">
            <ac:chgData name="Martin Hardy" userId="18c45b91-9529-4376-afee-15439663c977" providerId="ADAL" clId="{9C2A172C-4F57-47AD-BDCB-D128E2375DE9}" dt="2021-11-29T14:12:01.667" v="2743" actId="14100"/>
            <ac:spMkLst>
              <pc:docMk/>
              <pc:sldMasterMk cId="655748020" sldId="2147483736"/>
              <pc:sldLayoutMk cId="3622931046" sldId="2147483769"/>
              <ac:spMk id="4" creationId="{00000000-0000-0000-0000-000000000000}"/>
            </ac:spMkLst>
          </pc:spChg>
          <pc:spChg chg="mod">
            <ac:chgData name="Martin Hardy" userId="18c45b91-9529-4376-afee-15439663c977" providerId="ADAL" clId="{9C2A172C-4F57-47AD-BDCB-D128E2375DE9}" dt="2021-11-29T14:11:54.491" v="2742" actId="14100"/>
            <ac:spMkLst>
              <pc:docMk/>
              <pc:sldMasterMk cId="655748020" sldId="2147483736"/>
              <pc:sldLayoutMk cId="3622931046" sldId="2147483769"/>
              <ac:spMk id="5" creationId="{00000000-0000-0000-0000-000000000000}"/>
            </ac:spMkLst>
          </pc:spChg>
          <pc:spChg chg="mod">
            <ac:chgData name="Martin Hardy" userId="18c45b91-9529-4376-afee-15439663c977" providerId="ADAL" clId="{9C2A172C-4F57-47AD-BDCB-D128E2375DE9}" dt="2021-11-29T14:11:54.491" v="2742" actId="14100"/>
            <ac:spMkLst>
              <pc:docMk/>
              <pc:sldMasterMk cId="655748020" sldId="2147483736"/>
              <pc:sldLayoutMk cId="3622931046" sldId="2147483769"/>
              <ac:spMk id="6" creationId="{00000000-0000-0000-0000-000000000000}"/>
            </ac:spMkLst>
          </pc:spChg>
          <pc:spChg chg="add mod">
            <ac:chgData name="Martin Hardy" userId="18c45b91-9529-4376-afee-15439663c977" providerId="ADAL" clId="{9C2A172C-4F57-47AD-BDCB-D128E2375DE9}" dt="2021-11-29T14:11:49.114" v="2741" actId="14100"/>
            <ac:spMkLst>
              <pc:docMk/>
              <pc:sldMasterMk cId="655748020" sldId="2147483736"/>
              <pc:sldLayoutMk cId="3622931046" sldId="2147483769"/>
              <ac:spMk id="12" creationId="{7856B5EF-5350-46CE-9B45-F38862E3F899}"/>
            </ac:spMkLst>
          </pc:spChg>
          <pc:spChg chg="add mod">
            <ac:chgData name="Martin Hardy" userId="18c45b91-9529-4376-afee-15439663c977" providerId="ADAL" clId="{9C2A172C-4F57-47AD-BDCB-D128E2375DE9}" dt="2021-11-29T14:11:49.114" v="2741" actId="14100"/>
            <ac:spMkLst>
              <pc:docMk/>
              <pc:sldMasterMk cId="655748020" sldId="2147483736"/>
              <pc:sldLayoutMk cId="3622931046" sldId="2147483769"/>
              <ac:spMk id="13" creationId="{A8713A18-E38A-4B7C-8B7B-FCD075087DD5}"/>
            </ac:spMkLst>
          </pc:spChg>
        </pc:sldLayoutChg>
      </pc:sldMasterChg>
      <pc:sldMasterChg chg="del delSldLayout">
        <pc:chgData name="Martin Hardy" userId="18c45b91-9529-4376-afee-15439663c977" providerId="ADAL" clId="{9C2A172C-4F57-47AD-BDCB-D128E2375DE9}" dt="2021-11-27T20:34:53.808" v="47" actId="47"/>
        <pc:sldMasterMkLst>
          <pc:docMk/>
          <pc:sldMasterMk cId="1973539549" sldId="2147483752"/>
        </pc:sldMasterMkLst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1044661140" sldId="2147483753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3374286080" sldId="2147483754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66354440" sldId="2147483755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143196376" sldId="2147483756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4170782936" sldId="2147483757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3388395287" sldId="2147483758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3381722425" sldId="2147483759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429975781" sldId="2147483760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1478216394" sldId="2147483761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1997405865" sldId="2147483762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751154252" sldId="2147483763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1697943214" sldId="2147483764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2723012666" sldId="2147483765"/>
          </pc:sldLayoutMkLst>
        </pc:sldLayoutChg>
        <pc:sldLayoutChg chg="del">
          <pc:chgData name="Martin Hardy" userId="18c45b91-9529-4376-afee-15439663c977" providerId="ADAL" clId="{9C2A172C-4F57-47AD-BDCB-D128E2375DE9}" dt="2021-11-27T20:34:53.808" v="47" actId="47"/>
          <pc:sldLayoutMkLst>
            <pc:docMk/>
            <pc:sldMasterMk cId="1973539549" sldId="2147483752"/>
            <pc:sldLayoutMk cId="1356784672" sldId="2147483766"/>
          </pc:sldLayoutMkLst>
        </pc:sldLayoutChg>
      </pc:sldMasterChg>
    </pc:docChg>
  </pc:docChgLst>
  <pc:docChgLst>
    <pc:chgData name="Martin Hardy" userId="18c45b91-9529-4376-afee-15439663c977" providerId="ADAL" clId="{BE52785E-4381-4B89-B433-EFECFF45FA79}"/>
    <pc:docChg chg="undo redo custSel addSld delSld modSld sldOrd modMainMaster addSection delSection modSection">
      <pc:chgData name="Martin Hardy" userId="18c45b91-9529-4376-afee-15439663c977" providerId="ADAL" clId="{BE52785E-4381-4B89-B433-EFECFF45FA79}" dt="2021-09-21T00:19:48.475" v="8489" actId="47"/>
      <pc:docMkLst>
        <pc:docMk/>
      </pc:docMkLst>
      <pc:sldChg chg="del">
        <pc:chgData name="Martin Hardy" userId="18c45b91-9529-4376-afee-15439663c977" providerId="ADAL" clId="{BE52785E-4381-4B89-B433-EFECFF45FA79}" dt="2021-09-18T12:20:10.525" v="40" actId="47"/>
        <pc:sldMkLst>
          <pc:docMk/>
          <pc:sldMk cId="1299463040" sldId="256"/>
        </pc:sldMkLst>
      </pc:sldChg>
      <pc:sldChg chg="modSp mod">
        <pc:chgData name="Martin Hardy" userId="18c45b91-9529-4376-afee-15439663c977" providerId="ADAL" clId="{BE52785E-4381-4B89-B433-EFECFF45FA79}" dt="2021-09-18T12:19:07.094" v="18" actId="20577"/>
        <pc:sldMkLst>
          <pc:docMk/>
          <pc:sldMk cId="3737331811" sldId="257"/>
        </pc:sldMkLst>
        <pc:spChg chg="mod">
          <ac:chgData name="Martin Hardy" userId="18c45b91-9529-4376-afee-15439663c977" providerId="ADAL" clId="{BE52785E-4381-4B89-B433-EFECFF45FA79}" dt="2021-09-18T12:19:00.918" v="2" actId="20577"/>
          <ac:spMkLst>
            <pc:docMk/>
            <pc:sldMk cId="3737331811" sldId="257"/>
            <ac:spMk id="4" creationId="{D856C0EA-DF5C-4541-A4F4-2BDA3E9C228E}"/>
          </ac:spMkLst>
        </pc:spChg>
        <pc:spChg chg="mod">
          <ac:chgData name="Martin Hardy" userId="18c45b91-9529-4376-afee-15439663c977" providerId="ADAL" clId="{BE52785E-4381-4B89-B433-EFECFF45FA79}" dt="2021-09-18T12:19:07.094" v="18" actId="20577"/>
          <ac:spMkLst>
            <pc:docMk/>
            <pc:sldMk cId="3737331811" sldId="257"/>
            <ac:spMk id="5" creationId="{9E480E55-15FD-4515-A046-9DB8D47B9CF5}"/>
          </ac:spMkLst>
        </pc:spChg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628012255" sldId="258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117394105" sldId="259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3956462841" sldId="260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4205358342" sldId="261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4156319477" sldId="262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1466473537" sldId="263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3882779744" sldId="264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586895691" sldId="265"/>
        </pc:sldMkLst>
      </pc:sldChg>
      <pc:sldChg chg="modSp mod">
        <pc:chgData name="Martin Hardy" userId="18c45b91-9529-4376-afee-15439663c977" providerId="ADAL" clId="{BE52785E-4381-4B89-B433-EFECFF45FA79}" dt="2021-09-18T13:14:55.623" v="1137" actId="27636"/>
        <pc:sldMkLst>
          <pc:docMk/>
          <pc:sldMk cId="3809762583" sldId="266"/>
        </pc:sldMkLst>
        <pc:spChg chg="mod">
          <ac:chgData name="Martin Hardy" userId="18c45b91-9529-4376-afee-15439663c977" providerId="ADAL" clId="{BE52785E-4381-4B89-B433-EFECFF45FA79}" dt="2021-09-18T13:14:55.623" v="1137" actId="27636"/>
          <ac:spMkLst>
            <pc:docMk/>
            <pc:sldMk cId="3809762583" sldId="266"/>
            <ac:spMk id="2" creationId="{905CDD7D-A2BF-4AA3-8565-D7BACF492C21}"/>
          </ac:spMkLst>
        </pc:spChg>
        <pc:spChg chg="mod">
          <ac:chgData name="Martin Hardy" userId="18c45b91-9529-4376-afee-15439663c977" providerId="ADAL" clId="{BE52785E-4381-4B89-B433-EFECFF45FA79}" dt="2021-09-18T13:14:52.274" v="1135" actId="20577"/>
          <ac:spMkLst>
            <pc:docMk/>
            <pc:sldMk cId="3809762583" sldId="266"/>
            <ac:spMk id="3" creationId="{0079E3F9-6F3C-4C12-89C1-4DD38088FAB3}"/>
          </ac:spMkLst>
        </pc:spChg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709496283" sldId="267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4119931560" sldId="268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715448041" sldId="269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1119601418" sldId="270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135678065" sldId="272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3912769274" sldId="274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2617541760" sldId="276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944028220" sldId="277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4023223172" sldId="278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831168657" sldId="279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2897997157" sldId="280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1741945842" sldId="281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2384483304" sldId="282"/>
        </pc:sldMkLst>
      </pc:sldChg>
      <pc:sldChg chg="modSp mod">
        <pc:chgData name="Martin Hardy" userId="18c45b91-9529-4376-afee-15439663c977" providerId="ADAL" clId="{BE52785E-4381-4B89-B433-EFECFF45FA79}" dt="2021-09-21T00:03:39.316" v="8237" actId="6549"/>
        <pc:sldMkLst>
          <pc:docMk/>
          <pc:sldMk cId="886089098" sldId="284"/>
        </pc:sldMkLst>
        <pc:spChg chg="mod">
          <ac:chgData name="Martin Hardy" userId="18c45b91-9529-4376-afee-15439663c977" providerId="ADAL" clId="{BE52785E-4381-4B89-B433-EFECFF45FA79}" dt="2021-09-21T00:03:39.316" v="8237" actId="6549"/>
          <ac:spMkLst>
            <pc:docMk/>
            <pc:sldMk cId="886089098" sldId="284"/>
            <ac:spMk id="3" creationId="{FF40BA11-D48C-44C4-AB14-9B66EBE9965D}"/>
          </ac:spMkLst>
        </pc:spChg>
      </pc:sldChg>
      <pc:sldChg chg="addSp delSp modSp add del mod modClrScheme chgLayout">
        <pc:chgData name="Martin Hardy" userId="18c45b91-9529-4376-afee-15439663c977" providerId="ADAL" clId="{BE52785E-4381-4B89-B433-EFECFF45FA79}" dt="2021-09-20T21:35:42.186" v="7599" actId="179"/>
        <pc:sldMkLst>
          <pc:docMk/>
          <pc:sldMk cId="861711157" sldId="285"/>
        </pc:sldMkLst>
        <pc:spChg chg="mod ord">
          <ac:chgData name="Martin Hardy" userId="18c45b91-9529-4376-afee-15439663c977" providerId="ADAL" clId="{BE52785E-4381-4B89-B433-EFECFF45FA79}" dt="2021-09-18T19:03:42.161" v="6089" actId="700"/>
          <ac:spMkLst>
            <pc:docMk/>
            <pc:sldMk cId="861711157" sldId="285"/>
            <ac:spMk id="2" creationId="{28121302-8CC0-4962-85A8-8FAE55227E51}"/>
          </ac:spMkLst>
        </pc:spChg>
        <pc:spChg chg="mod ord">
          <ac:chgData name="Martin Hardy" userId="18c45b91-9529-4376-afee-15439663c977" providerId="ADAL" clId="{BE52785E-4381-4B89-B433-EFECFF45FA79}" dt="2021-09-18T19:04:57.949" v="6224" actId="20577"/>
          <ac:spMkLst>
            <pc:docMk/>
            <pc:sldMk cId="861711157" sldId="285"/>
            <ac:spMk id="3" creationId="{52AC1559-12EB-4EA3-B5AB-AB41514805D1}"/>
          </ac:spMkLst>
        </pc:spChg>
        <pc:spChg chg="mod ord">
          <ac:chgData name="Martin Hardy" userId="18c45b91-9529-4376-afee-15439663c977" providerId="ADAL" clId="{BE52785E-4381-4B89-B433-EFECFF45FA79}" dt="2021-09-18T19:03:42.161" v="6089" actId="700"/>
          <ac:spMkLst>
            <pc:docMk/>
            <pc:sldMk cId="861711157" sldId="285"/>
            <ac:spMk id="4" creationId="{78E578F2-378B-4717-B814-0C56B606DDDA}"/>
          </ac:spMkLst>
        </pc:spChg>
        <pc:spChg chg="mod ord">
          <ac:chgData name="Martin Hardy" userId="18c45b91-9529-4376-afee-15439663c977" providerId="ADAL" clId="{BE52785E-4381-4B89-B433-EFECFF45FA79}" dt="2021-09-18T19:03:42.161" v="6089" actId="700"/>
          <ac:spMkLst>
            <pc:docMk/>
            <pc:sldMk cId="861711157" sldId="285"/>
            <ac:spMk id="5" creationId="{123D0F6D-5BF3-49AC-959B-27E6A1323378}"/>
          </ac:spMkLst>
        </pc:spChg>
        <pc:spChg chg="del mod">
          <ac:chgData name="Martin Hardy" userId="18c45b91-9529-4376-afee-15439663c977" providerId="ADAL" clId="{BE52785E-4381-4B89-B433-EFECFF45FA79}" dt="2021-09-18T18:28:28.743" v="5986" actId="478"/>
          <ac:spMkLst>
            <pc:docMk/>
            <pc:sldMk cId="861711157" sldId="285"/>
            <ac:spMk id="7" creationId="{D0C379DD-AAAE-4A42-92D8-5145241CBF73}"/>
          </ac:spMkLst>
        </pc:spChg>
        <pc:spChg chg="del mod">
          <ac:chgData name="Martin Hardy" userId="18c45b91-9529-4376-afee-15439663c977" providerId="ADAL" clId="{BE52785E-4381-4B89-B433-EFECFF45FA79}" dt="2021-09-18T18:28:30.264" v="5987" actId="478"/>
          <ac:spMkLst>
            <pc:docMk/>
            <pc:sldMk cId="861711157" sldId="285"/>
            <ac:spMk id="8" creationId="{7632AAB6-5EFF-4AF2-A6A9-7D345442AF56}"/>
          </ac:spMkLst>
        </pc:spChg>
        <pc:spChg chg="del mod">
          <ac:chgData name="Martin Hardy" userId="18c45b91-9529-4376-afee-15439663c977" providerId="ADAL" clId="{BE52785E-4381-4B89-B433-EFECFF45FA79}" dt="2021-09-18T18:28:33.232" v="5988" actId="700"/>
          <ac:spMkLst>
            <pc:docMk/>
            <pc:sldMk cId="861711157" sldId="285"/>
            <ac:spMk id="9" creationId="{6C4755EA-F57D-42FC-B68C-2069BFDA0162}"/>
          </ac:spMkLst>
        </pc:spChg>
        <pc:spChg chg="add del mod ord">
          <ac:chgData name="Martin Hardy" userId="18c45b91-9529-4376-afee-15439663c977" providerId="ADAL" clId="{BE52785E-4381-4B89-B433-EFECFF45FA79}" dt="2021-09-18T18:28:33.232" v="5988" actId="700"/>
          <ac:spMkLst>
            <pc:docMk/>
            <pc:sldMk cId="861711157" sldId="285"/>
            <ac:spMk id="10" creationId="{8189A5D3-224B-469F-B228-56C886AB3116}"/>
          </ac:spMkLst>
        </pc:spChg>
        <pc:spChg chg="add del mod ord">
          <ac:chgData name="Martin Hardy" userId="18c45b91-9529-4376-afee-15439663c977" providerId="ADAL" clId="{BE52785E-4381-4B89-B433-EFECFF45FA79}" dt="2021-09-18T18:28:33.232" v="5988" actId="700"/>
          <ac:spMkLst>
            <pc:docMk/>
            <pc:sldMk cId="861711157" sldId="285"/>
            <ac:spMk id="12" creationId="{40924460-905D-49E2-9F5A-0B252667AEFD}"/>
          </ac:spMkLst>
        </pc:spChg>
        <pc:spChg chg="add del mod ord">
          <ac:chgData name="Martin Hardy" userId="18c45b91-9529-4376-afee-15439663c977" providerId="ADAL" clId="{BE52785E-4381-4B89-B433-EFECFF45FA79}" dt="2021-09-18T19:02:48.281" v="6066" actId="700"/>
          <ac:spMkLst>
            <pc:docMk/>
            <pc:sldMk cId="861711157" sldId="285"/>
            <ac:spMk id="13" creationId="{BC84D298-CEBC-4B72-8B20-B4EC02F10FD9}"/>
          </ac:spMkLst>
        </pc:spChg>
        <pc:spChg chg="add del mod ord">
          <ac:chgData name="Martin Hardy" userId="18c45b91-9529-4376-afee-15439663c977" providerId="ADAL" clId="{BE52785E-4381-4B89-B433-EFECFF45FA79}" dt="2021-09-18T19:02:48.281" v="6066" actId="700"/>
          <ac:spMkLst>
            <pc:docMk/>
            <pc:sldMk cId="861711157" sldId="285"/>
            <ac:spMk id="14" creationId="{AB107E2D-5ADB-4AC7-9A73-22E65D255EB2}"/>
          </ac:spMkLst>
        </pc:spChg>
        <pc:spChg chg="add del mod ord">
          <ac:chgData name="Martin Hardy" userId="18c45b91-9529-4376-afee-15439663c977" providerId="ADAL" clId="{BE52785E-4381-4B89-B433-EFECFF45FA79}" dt="2021-09-18T19:03:42.161" v="6089" actId="700"/>
          <ac:spMkLst>
            <pc:docMk/>
            <pc:sldMk cId="861711157" sldId="285"/>
            <ac:spMk id="15" creationId="{FE5210BE-6EAB-428F-A2CB-E6EA6E3D2AF7}"/>
          </ac:spMkLst>
        </pc:spChg>
        <pc:spChg chg="add mod ord">
          <ac:chgData name="Martin Hardy" userId="18c45b91-9529-4376-afee-15439663c977" providerId="ADAL" clId="{BE52785E-4381-4B89-B433-EFECFF45FA79}" dt="2021-09-20T21:35:42.186" v="7599" actId="179"/>
          <ac:spMkLst>
            <pc:docMk/>
            <pc:sldMk cId="861711157" sldId="285"/>
            <ac:spMk id="16" creationId="{E21BDDDB-9E9D-4F39-B0C3-0E125BBE5461}"/>
          </ac:spMkLst>
        </pc:spChg>
        <pc:spChg chg="add mod ord">
          <ac:chgData name="Martin Hardy" userId="18c45b91-9529-4376-afee-15439663c977" providerId="ADAL" clId="{BE52785E-4381-4B89-B433-EFECFF45FA79}" dt="2021-09-18T19:03:42.185" v="6091" actId="27636"/>
          <ac:spMkLst>
            <pc:docMk/>
            <pc:sldMk cId="861711157" sldId="285"/>
            <ac:spMk id="17" creationId="{01654C85-E158-47D9-AD5F-DBC6FFA483D9}"/>
          </ac:spMkLst>
        </pc:spChg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3245972469" sldId="287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1560515579" sldId="288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3555371685" sldId="289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3607153389" sldId="291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2683517428" sldId="292"/>
        </pc:sldMkLst>
      </pc:sldChg>
      <pc:sldChg chg="modSp del mod">
        <pc:chgData name="Martin Hardy" userId="18c45b91-9529-4376-afee-15439663c977" providerId="ADAL" clId="{BE52785E-4381-4B89-B433-EFECFF45FA79}" dt="2021-09-18T12:19:45.377" v="32" actId="47"/>
        <pc:sldMkLst>
          <pc:docMk/>
          <pc:sldMk cId="989885300" sldId="294"/>
        </pc:sldMkLst>
        <pc:spChg chg="mod">
          <ac:chgData name="Martin Hardy" userId="18c45b91-9529-4376-afee-15439663c977" providerId="ADAL" clId="{BE52785E-4381-4B89-B433-EFECFF45FA79}" dt="2021-09-18T12:19:39.417" v="30" actId="20577"/>
          <ac:spMkLst>
            <pc:docMk/>
            <pc:sldMk cId="989885300" sldId="294"/>
            <ac:spMk id="2" creationId="{28121302-8CC0-4962-85A8-8FAE55227E51}"/>
          </ac:spMkLst>
        </pc:spChg>
      </pc:sldChg>
      <pc:sldChg chg="del">
        <pc:chgData name="Martin Hardy" userId="18c45b91-9529-4376-afee-15439663c977" providerId="ADAL" clId="{BE52785E-4381-4B89-B433-EFECFF45FA79}" dt="2021-09-18T16:39:04.322" v="3635" actId="47"/>
        <pc:sldMkLst>
          <pc:docMk/>
          <pc:sldMk cId="3672735025" sldId="296"/>
        </pc:sldMkLst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2211288226" sldId="297"/>
        </pc:sldMkLst>
      </pc:sldChg>
      <pc:sldChg chg="addSp delSp modSp mod">
        <pc:chgData name="Martin Hardy" userId="18c45b91-9529-4376-afee-15439663c977" providerId="ADAL" clId="{BE52785E-4381-4B89-B433-EFECFF45FA79}" dt="2021-09-20T21:35:01.993" v="7598" actId="20577"/>
        <pc:sldMkLst>
          <pc:docMk/>
          <pc:sldMk cId="1632185092" sldId="298"/>
        </pc:sldMkLst>
        <pc:spChg chg="mod">
          <ac:chgData name="Martin Hardy" userId="18c45b91-9529-4376-afee-15439663c977" providerId="ADAL" clId="{BE52785E-4381-4B89-B433-EFECFF45FA79}" dt="2021-09-20T21:33:36.503" v="7578" actId="26606"/>
          <ac:spMkLst>
            <pc:docMk/>
            <pc:sldMk cId="1632185092" sldId="298"/>
            <ac:spMk id="4" creationId="{0D464C64-E23E-4D3F-A36A-59E4262BF54A}"/>
          </ac:spMkLst>
        </pc:spChg>
        <pc:spChg chg="add mod">
          <ac:chgData name="Martin Hardy" userId="18c45b91-9529-4376-afee-15439663c977" providerId="ADAL" clId="{BE52785E-4381-4B89-B433-EFECFF45FA79}" dt="2021-09-20T21:35:01.993" v="7598" actId="20577"/>
          <ac:spMkLst>
            <pc:docMk/>
            <pc:sldMk cId="1632185092" sldId="298"/>
            <ac:spMk id="7" creationId="{84E2621B-81C9-423D-85D9-F494A1951342}"/>
          </ac:spMkLst>
        </pc:spChg>
        <pc:spChg chg="mod">
          <ac:chgData name="Martin Hardy" userId="18c45b91-9529-4376-afee-15439663c977" providerId="ADAL" clId="{BE52785E-4381-4B89-B433-EFECFF45FA79}" dt="2021-09-20T21:33:36.503" v="7578" actId="26606"/>
          <ac:spMkLst>
            <pc:docMk/>
            <pc:sldMk cId="1632185092" sldId="298"/>
            <ac:spMk id="11" creationId="{69BD5008-D72F-4BC9-A557-903A00542760}"/>
          </ac:spMkLst>
        </pc:spChg>
        <pc:spChg chg="del">
          <ac:chgData name="Martin Hardy" userId="18c45b91-9529-4376-afee-15439663c977" providerId="ADAL" clId="{BE52785E-4381-4B89-B433-EFECFF45FA79}" dt="2021-09-20T21:33:36.503" v="7578" actId="26606"/>
          <ac:spMkLst>
            <pc:docMk/>
            <pc:sldMk cId="1632185092" sldId="298"/>
            <ac:spMk id="14" creationId="{4FAE1107-CEC3-4041-8BAA-CDB6F6759B35}"/>
          </ac:spMkLst>
        </pc:spChg>
        <pc:spChg chg="add">
          <ac:chgData name="Martin Hardy" userId="18c45b91-9529-4376-afee-15439663c977" providerId="ADAL" clId="{BE52785E-4381-4B89-B433-EFECFF45FA79}" dt="2021-09-20T21:33:36.503" v="7578" actId="26606"/>
          <ac:spMkLst>
            <pc:docMk/>
            <pc:sldMk cId="1632185092" sldId="298"/>
            <ac:spMk id="21" creationId="{3A8EC506-B1DA-46A1-B44D-774E68468E13}"/>
          </ac:spMkLst>
        </pc:spChg>
        <pc:spChg chg="add">
          <ac:chgData name="Martin Hardy" userId="18c45b91-9529-4376-afee-15439663c977" providerId="ADAL" clId="{BE52785E-4381-4B89-B433-EFECFF45FA79}" dt="2021-09-20T21:33:36.503" v="7578" actId="26606"/>
          <ac:spMkLst>
            <pc:docMk/>
            <pc:sldMk cId="1632185092" sldId="298"/>
            <ac:spMk id="23" creationId="{BFF30785-305E-45D7-984F-5AA93D3CA561}"/>
          </ac:spMkLst>
        </pc:spChg>
        <pc:spChg chg="add">
          <ac:chgData name="Martin Hardy" userId="18c45b91-9529-4376-afee-15439663c977" providerId="ADAL" clId="{BE52785E-4381-4B89-B433-EFECFF45FA79}" dt="2021-09-20T21:33:36.503" v="7578" actId="26606"/>
          <ac:spMkLst>
            <pc:docMk/>
            <pc:sldMk cId="1632185092" sldId="298"/>
            <ac:spMk id="27" creationId="{C411DB08-1669-426B-BBEB-FAD285EF80FE}"/>
          </ac:spMkLst>
        </pc:spChg>
        <pc:spChg chg="add">
          <ac:chgData name="Martin Hardy" userId="18c45b91-9529-4376-afee-15439663c977" providerId="ADAL" clId="{BE52785E-4381-4B89-B433-EFECFF45FA79}" dt="2021-09-20T21:33:36.503" v="7578" actId="26606"/>
          <ac:spMkLst>
            <pc:docMk/>
            <pc:sldMk cId="1632185092" sldId="298"/>
            <ac:spMk id="29" creationId="{029E4219-121F-4CD1-AA58-24746CD2923C}"/>
          </ac:spMkLst>
        </pc:spChg>
        <pc:picChg chg="add del mod">
          <ac:chgData name="Martin Hardy" userId="18c45b91-9529-4376-afee-15439663c977" providerId="ADAL" clId="{BE52785E-4381-4B89-B433-EFECFF45FA79}" dt="2021-09-20T21:34:17.968" v="7579" actId="478"/>
          <ac:picMkLst>
            <pc:docMk/>
            <pc:sldMk cId="1632185092" sldId="298"/>
            <ac:picMk id="3" creationId="{1747EE63-7E25-426C-BB9F-1814B708EF19}"/>
          </ac:picMkLst>
        </pc:picChg>
        <pc:picChg chg="add mod">
          <ac:chgData name="Martin Hardy" userId="18c45b91-9529-4376-afee-15439663c977" providerId="ADAL" clId="{BE52785E-4381-4B89-B433-EFECFF45FA79}" dt="2021-09-20T21:34:56.008" v="7592" actId="1076"/>
          <ac:picMkLst>
            <pc:docMk/>
            <pc:sldMk cId="1632185092" sldId="298"/>
            <ac:picMk id="6" creationId="{7E7212BA-1EB0-4DD3-9D3D-B3E36403899F}"/>
          </ac:picMkLst>
        </pc:picChg>
        <pc:picChg chg="del">
          <ac:chgData name="Martin Hardy" userId="18c45b91-9529-4376-afee-15439663c977" providerId="ADAL" clId="{BE52785E-4381-4B89-B433-EFECFF45FA79}" dt="2021-09-18T18:28:10.766" v="5963" actId="478"/>
          <ac:picMkLst>
            <pc:docMk/>
            <pc:sldMk cId="1632185092" sldId="298"/>
            <ac:picMk id="8" creationId="{1F376DD6-95CD-4DD4-998C-13F70B184C35}"/>
          </ac:picMkLst>
        </pc:picChg>
        <pc:cxnChg chg="del">
          <ac:chgData name="Martin Hardy" userId="18c45b91-9529-4376-afee-15439663c977" providerId="ADAL" clId="{BE52785E-4381-4B89-B433-EFECFF45FA79}" dt="2021-09-20T21:33:36.503" v="7578" actId="26606"/>
          <ac:cxnSpMkLst>
            <pc:docMk/>
            <pc:sldMk cId="1632185092" sldId="298"/>
            <ac:cxnSpMk id="16" creationId="{1AEA88FB-F5DD-45CE-AAE1-7B33D0ABDD25}"/>
          </ac:cxnSpMkLst>
        </pc:cxnChg>
        <pc:cxnChg chg="add">
          <ac:chgData name="Martin Hardy" userId="18c45b91-9529-4376-afee-15439663c977" providerId="ADAL" clId="{BE52785E-4381-4B89-B433-EFECFF45FA79}" dt="2021-09-20T21:33:36.503" v="7578" actId="26606"/>
          <ac:cxnSpMkLst>
            <pc:docMk/>
            <pc:sldMk cId="1632185092" sldId="298"/>
            <ac:cxnSpMk id="25" creationId="{15E01FA5-D766-43CA-A83D-E7CF3F04E96F}"/>
          </ac:cxnSpMkLst>
        </pc:cxnChg>
        <pc:cxnChg chg="add">
          <ac:chgData name="Martin Hardy" userId="18c45b91-9529-4376-afee-15439663c977" providerId="ADAL" clId="{BE52785E-4381-4B89-B433-EFECFF45FA79}" dt="2021-09-20T21:33:36.503" v="7578" actId="26606"/>
          <ac:cxnSpMkLst>
            <pc:docMk/>
            <pc:sldMk cId="1632185092" sldId="298"/>
            <ac:cxnSpMk id="31" creationId="{52F50912-06FD-4216-BAD3-21050F59564A}"/>
          </ac:cxnSpMkLst>
        </pc:cxnChg>
      </pc:sldChg>
      <pc:sldChg chg="addSp delSp modSp new mod modClrScheme chgLayout">
        <pc:chgData name="Martin Hardy" userId="18c45b91-9529-4376-afee-15439663c977" providerId="ADAL" clId="{BE52785E-4381-4B89-B433-EFECFF45FA79}" dt="2021-09-18T12:35:04.715" v="325" actId="20577"/>
        <pc:sldMkLst>
          <pc:docMk/>
          <pc:sldMk cId="557585967" sldId="299"/>
        </pc:sldMkLst>
        <pc:spChg chg="mod ord">
          <ac:chgData name="Martin Hardy" userId="18c45b91-9529-4376-afee-15439663c977" providerId="ADAL" clId="{BE52785E-4381-4B89-B433-EFECFF45FA79}" dt="2021-09-18T12:26:25.474" v="81" actId="700"/>
          <ac:spMkLst>
            <pc:docMk/>
            <pc:sldMk cId="557585967" sldId="299"/>
            <ac:spMk id="2" creationId="{FFB09A30-B67D-4ECD-B8EE-A2369CECE3B5}"/>
          </ac:spMkLst>
        </pc:spChg>
        <pc:spChg chg="mod ord">
          <ac:chgData name="Martin Hardy" userId="18c45b91-9529-4376-afee-15439663c977" providerId="ADAL" clId="{BE52785E-4381-4B89-B433-EFECFF45FA79}" dt="2021-09-18T12:29:26.014" v="209" actId="113"/>
          <ac:spMkLst>
            <pc:docMk/>
            <pc:sldMk cId="557585967" sldId="299"/>
            <ac:spMk id="3" creationId="{53D34716-C168-444F-8BD8-A4CD331FC3AC}"/>
          </ac:spMkLst>
        </pc:spChg>
        <pc:spChg chg="del mod ord">
          <ac:chgData name="Martin Hardy" userId="18c45b91-9529-4376-afee-15439663c977" providerId="ADAL" clId="{BE52785E-4381-4B89-B433-EFECFF45FA79}" dt="2021-09-18T12:26:25.474" v="81" actId="700"/>
          <ac:spMkLst>
            <pc:docMk/>
            <pc:sldMk cId="557585967" sldId="299"/>
            <ac:spMk id="4" creationId="{DD7F3A1D-4AFF-4C1D-89A5-8F3A97BCCCA3}"/>
          </ac:spMkLst>
        </pc:spChg>
        <pc:spChg chg="mod ord">
          <ac:chgData name="Martin Hardy" userId="18c45b91-9529-4376-afee-15439663c977" providerId="ADAL" clId="{BE52785E-4381-4B89-B433-EFECFF45FA79}" dt="2021-09-18T12:26:25.474" v="81" actId="700"/>
          <ac:spMkLst>
            <pc:docMk/>
            <pc:sldMk cId="557585967" sldId="299"/>
            <ac:spMk id="5" creationId="{FCEB2D99-BCFF-44AE-B062-E03BDF103E86}"/>
          </ac:spMkLst>
        </pc:spChg>
        <pc:spChg chg="mod ord">
          <ac:chgData name="Martin Hardy" userId="18c45b91-9529-4376-afee-15439663c977" providerId="ADAL" clId="{BE52785E-4381-4B89-B433-EFECFF45FA79}" dt="2021-09-18T12:26:25.474" v="81" actId="700"/>
          <ac:spMkLst>
            <pc:docMk/>
            <pc:sldMk cId="557585967" sldId="299"/>
            <ac:spMk id="6" creationId="{BAE6FC1C-A324-4AB3-A1F8-22E8340BA733}"/>
          </ac:spMkLst>
        </pc:spChg>
        <pc:spChg chg="add mod ord">
          <ac:chgData name="Martin Hardy" userId="18c45b91-9529-4376-afee-15439663c977" providerId="ADAL" clId="{BE52785E-4381-4B89-B433-EFECFF45FA79}" dt="2021-09-18T12:26:29.854" v="91" actId="20577"/>
          <ac:spMkLst>
            <pc:docMk/>
            <pc:sldMk cId="557585967" sldId="299"/>
            <ac:spMk id="7" creationId="{C41E5A44-606F-41D7-A01B-8E0BF5C0A782}"/>
          </ac:spMkLst>
        </pc:spChg>
        <pc:spChg chg="add mod ord">
          <ac:chgData name="Martin Hardy" userId="18c45b91-9529-4376-afee-15439663c977" providerId="ADAL" clId="{BE52785E-4381-4B89-B433-EFECFF45FA79}" dt="2021-09-18T12:26:33.612" v="100" actId="20577"/>
          <ac:spMkLst>
            <pc:docMk/>
            <pc:sldMk cId="557585967" sldId="299"/>
            <ac:spMk id="8" creationId="{5D9CA5C8-1B5D-47A5-9454-45A502B323D1}"/>
          </ac:spMkLst>
        </pc:spChg>
        <pc:spChg chg="add mod ord">
          <ac:chgData name="Martin Hardy" userId="18c45b91-9529-4376-afee-15439663c977" providerId="ADAL" clId="{BE52785E-4381-4B89-B433-EFECFF45FA79}" dt="2021-09-18T12:35:04.715" v="325" actId="20577"/>
          <ac:spMkLst>
            <pc:docMk/>
            <pc:sldMk cId="557585967" sldId="299"/>
            <ac:spMk id="9" creationId="{CCC9F348-51A6-49EF-8AA0-6078A391469E}"/>
          </ac:spMkLst>
        </pc:spChg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4197137569" sldId="299"/>
        </pc:sldMkLst>
      </pc:sldChg>
      <pc:sldChg chg="addSp delSp modSp add mod modClrScheme chgLayout">
        <pc:chgData name="Martin Hardy" userId="18c45b91-9529-4376-afee-15439663c977" providerId="ADAL" clId="{BE52785E-4381-4B89-B433-EFECFF45FA79}" dt="2021-09-18T12:35:18.947" v="327" actId="14100"/>
        <pc:sldMkLst>
          <pc:docMk/>
          <pc:sldMk cId="1984450381" sldId="300"/>
        </pc:sldMkLst>
        <pc:spChg chg="mod ord">
          <ac:chgData name="Martin Hardy" userId="18c45b91-9529-4376-afee-15439663c977" providerId="ADAL" clId="{BE52785E-4381-4B89-B433-EFECFF45FA79}" dt="2021-09-18T12:31:21.893" v="211" actId="700"/>
          <ac:spMkLst>
            <pc:docMk/>
            <pc:sldMk cId="1984450381" sldId="300"/>
            <ac:spMk id="2" creationId="{FFB09A30-B67D-4ECD-B8EE-A2369CECE3B5}"/>
          </ac:spMkLst>
        </pc:spChg>
        <pc:spChg chg="del mod ord">
          <ac:chgData name="Martin Hardy" userId="18c45b91-9529-4376-afee-15439663c977" providerId="ADAL" clId="{BE52785E-4381-4B89-B433-EFECFF45FA79}" dt="2021-09-18T12:31:35.954" v="215"/>
          <ac:spMkLst>
            <pc:docMk/>
            <pc:sldMk cId="1984450381" sldId="300"/>
            <ac:spMk id="3" creationId="{53D34716-C168-444F-8BD8-A4CD331FC3AC}"/>
          </ac:spMkLst>
        </pc:spChg>
        <pc:spChg chg="mod ord">
          <ac:chgData name="Martin Hardy" userId="18c45b91-9529-4376-afee-15439663c977" providerId="ADAL" clId="{BE52785E-4381-4B89-B433-EFECFF45FA79}" dt="2021-09-18T12:31:21.893" v="211" actId="700"/>
          <ac:spMkLst>
            <pc:docMk/>
            <pc:sldMk cId="1984450381" sldId="300"/>
            <ac:spMk id="5" creationId="{FCEB2D99-BCFF-44AE-B062-E03BDF103E86}"/>
          </ac:spMkLst>
        </pc:spChg>
        <pc:spChg chg="mod ord">
          <ac:chgData name="Martin Hardy" userId="18c45b91-9529-4376-afee-15439663c977" providerId="ADAL" clId="{BE52785E-4381-4B89-B433-EFECFF45FA79}" dt="2021-09-18T12:31:21.893" v="211" actId="700"/>
          <ac:spMkLst>
            <pc:docMk/>
            <pc:sldMk cId="1984450381" sldId="300"/>
            <ac:spMk id="6" creationId="{BAE6FC1C-A324-4AB3-A1F8-22E8340BA733}"/>
          </ac:spMkLst>
        </pc:spChg>
        <pc:spChg chg="del mod ord">
          <ac:chgData name="Martin Hardy" userId="18c45b91-9529-4376-afee-15439663c977" providerId="ADAL" clId="{BE52785E-4381-4B89-B433-EFECFF45FA79}" dt="2021-09-18T12:31:24.212" v="212" actId="478"/>
          <ac:spMkLst>
            <pc:docMk/>
            <pc:sldMk cId="1984450381" sldId="300"/>
            <ac:spMk id="7" creationId="{C41E5A44-606F-41D7-A01B-8E0BF5C0A782}"/>
          </ac:spMkLst>
        </pc:spChg>
        <pc:spChg chg="del mod ord">
          <ac:chgData name="Martin Hardy" userId="18c45b91-9529-4376-afee-15439663c977" providerId="ADAL" clId="{BE52785E-4381-4B89-B433-EFECFF45FA79}" dt="2021-09-18T12:31:38.668" v="216" actId="478"/>
          <ac:spMkLst>
            <pc:docMk/>
            <pc:sldMk cId="1984450381" sldId="300"/>
            <ac:spMk id="8" creationId="{5D9CA5C8-1B5D-47A5-9454-45A502B323D1}"/>
          </ac:spMkLst>
        </pc:spChg>
        <pc:spChg chg="del mod ord">
          <ac:chgData name="Martin Hardy" userId="18c45b91-9529-4376-afee-15439663c977" providerId="ADAL" clId="{BE52785E-4381-4B89-B433-EFECFF45FA79}" dt="2021-09-18T12:31:30.371" v="214" actId="478"/>
          <ac:spMkLst>
            <pc:docMk/>
            <pc:sldMk cId="1984450381" sldId="300"/>
            <ac:spMk id="9" creationId="{CCC9F348-51A6-49EF-8AA0-6078A391469E}"/>
          </ac:spMkLst>
        </pc:spChg>
        <pc:picChg chg="add mod">
          <ac:chgData name="Martin Hardy" userId="18c45b91-9529-4376-afee-15439663c977" providerId="ADAL" clId="{BE52785E-4381-4B89-B433-EFECFF45FA79}" dt="2021-09-18T12:35:18.947" v="327" actId="14100"/>
          <ac:picMkLst>
            <pc:docMk/>
            <pc:sldMk cId="1984450381" sldId="300"/>
            <ac:picMk id="1026" creationId="{6E045B5D-C1CB-45E3-BCDE-DF53FC98350E}"/>
          </ac:picMkLst>
        </pc:picChg>
      </pc:sldChg>
      <pc:sldChg chg="addSp delSp modSp new mod modClrScheme chgLayout modNotesTx">
        <pc:chgData name="Martin Hardy" userId="18c45b91-9529-4376-afee-15439663c977" providerId="ADAL" clId="{BE52785E-4381-4B89-B433-EFECFF45FA79}" dt="2021-09-20T23:16:01.547" v="7661" actId="20577"/>
        <pc:sldMkLst>
          <pc:docMk/>
          <pc:sldMk cId="2062136578" sldId="301"/>
        </pc:sldMkLst>
        <pc:spChg chg="mod ord">
          <ac:chgData name="Martin Hardy" userId="18c45b91-9529-4376-afee-15439663c977" providerId="ADAL" clId="{BE52785E-4381-4B89-B433-EFECFF45FA79}" dt="2021-09-18T12:36:01.266" v="341" actId="700"/>
          <ac:spMkLst>
            <pc:docMk/>
            <pc:sldMk cId="2062136578" sldId="301"/>
            <ac:spMk id="2" creationId="{75B824D7-81BF-40FE-A19F-A47FB78753FE}"/>
          </ac:spMkLst>
        </pc:spChg>
        <pc:spChg chg="del mod ord">
          <ac:chgData name="Martin Hardy" userId="18c45b91-9529-4376-afee-15439663c977" providerId="ADAL" clId="{BE52785E-4381-4B89-B433-EFECFF45FA79}" dt="2021-09-18T12:36:01.266" v="341" actId="700"/>
          <ac:spMkLst>
            <pc:docMk/>
            <pc:sldMk cId="2062136578" sldId="301"/>
            <ac:spMk id="3" creationId="{F872DFB1-2021-4624-8203-DCCD057CCFDF}"/>
          </ac:spMkLst>
        </pc:spChg>
        <pc:spChg chg="mod ord">
          <ac:chgData name="Martin Hardy" userId="18c45b91-9529-4376-afee-15439663c977" providerId="ADAL" clId="{BE52785E-4381-4B89-B433-EFECFF45FA79}" dt="2021-09-18T12:36:01.266" v="341" actId="700"/>
          <ac:spMkLst>
            <pc:docMk/>
            <pc:sldMk cId="2062136578" sldId="301"/>
            <ac:spMk id="4" creationId="{7582C826-EEA6-4AC8-A89C-FB8A5B14FF64}"/>
          </ac:spMkLst>
        </pc:spChg>
        <pc:spChg chg="mod ord">
          <ac:chgData name="Martin Hardy" userId="18c45b91-9529-4376-afee-15439663c977" providerId="ADAL" clId="{BE52785E-4381-4B89-B433-EFECFF45FA79}" dt="2021-09-18T12:36:01.266" v="341" actId="700"/>
          <ac:spMkLst>
            <pc:docMk/>
            <pc:sldMk cId="2062136578" sldId="301"/>
            <ac:spMk id="5" creationId="{72C4040A-2606-4D6C-A8A0-7A48C0ECB10F}"/>
          </ac:spMkLst>
        </pc:spChg>
        <pc:spChg chg="add del mod ord">
          <ac:chgData name="Martin Hardy" userId="18c45b91-9529-4376-afee-15439663c977" providerId="ADAL" clId="{BE52785E-4381-4B89-B433-EFECFF45FA79}" dt="2021-09-18T12:36:04.870" v="342"/>
          <ac:spMkLst>
            <pc:docMk/>
            <pc:sldMk cId="2062136578" sldId="301"/>
            <ac:spMk id="6" creationId="{EA5F3071-95B7-44C8-8E4A-95F24E8EDC0F}"/>
          </ac:spMkLst>
        </pc:spChg>
        <pc:spChg chg="add mod ord">
          <ac:chgData name="Martin Hardy" userId="18c45b91-9529-4376-afee-15439663c977" providerId="ADAL" clId="{BE52785E-4381-4B89-B433-EFECFF45FA79}" dt="2021-09-20T23:16:01.547" v="7661" actId="20577"/>
          <ac:spMkLst>
            <pc:docMk/>
            <pc:sldMk cId="2062136578" sldId="301"/>
            <ac:spMk id="7" creationId="{D050E403-6C49-4C9A-B947-4AFAC04BC0C7}"/>
          </ac:spMkLst>
        </pc:spChg>
        <pc:picChg chg="add mod">
          <ac:chgData name="Martin Hardy" userId="18c45b91-9529-4376-afee-15439663c977" providerId="ADAL" clId="{BE52785E-4381-4B89-B433-EFECFF45FA79}" dt="2021-09-18T12:36:04.870" v="342"/>
          <ac:picMkLst>
            <pc:docMk/>
            <pc:sldMk cId="2062136578" sldId="301"/>
            <ac:picMk id="2050" creationId="{526A6998-8BBA-4503-B8F3-2928115135BC}"/>
          </ac:picMkLst>
        </pc:picChg>
      </pc:sldChg>
      <pc:sldChg chg="del">
        <pc:chgData name="Martin Hardy" userId="18c45b91-9529-4376-afee-15439663c977" providerId="ADAL" clId="{BE52785E-4381-4B89-B433-EFECFF45FA79}" dt="2021-09-18T12:19:25.427" v="19" actId="47"/>
        <pc:sldMkLst>
          <pc:docMk/>
          <pc:sldMk cId="2199769908" sldId="301"/>
        </pc:sldMkLst>
      </pc:sldChg>
      <pc:sldChg chg="addSp delSp modSp add mod setBg modNotesTx">
        <pc:chgData name="Martin Hardy" userId="18c45b91-9529-4376-afee-15439663c977" providerId="ADAL" clId="{BE52785E-4381-4B89-B433-EFECFF45FA79}" dt="2021-09-20T23:16:31.304" v="7669" actId="20577"/>
        <pc:sldMkLst>
          <pc:docMk/>
          <pc:sldMk cId="2800640575" sldId="302"/>
        </pc:sldMkLst>
        <pc:spChg chg="mod">
          <ac:chgData name="Martin Hardy" userId="18c45b91-9529-4376-afee-15439663c977" providerId="ADAL" clId="{BE52785E-4381-4B89-B433-EFECFF45FA79}" dt="2021-09-18T12:56:11.089" v="955" actId="27636"/>
          <ac:spMkLst>
            <pc:docMk/>
            <pc:sldMk cId="2800640575" sldId="302"/>
            <ac:spMk id="2" creationId="{75B824D7-81BF-40FE-A19F-A47FB78753FE}"/>
          </ac:spMkLst>
        </pc:spChg>
        <pc:spChg chg="add del mod">
          <ac:chgData name="Martin Hardy" userId="18c45b91-9529-4376-afee-15439663c977" providerId="ADAL" clId="{BE52785E-4381-4B89-B433-EFECFF45FA79}" dt="2021-09-18T12:43:58.175" v="476"/>
          <ac:spMkLst>
            <pc:docMk/>
            <pc:sldMk cId="2800640575" sldId="302"/>
            <ac:spMk id="3" creationId="{CBA52EB0-3C47-4640-B85F-8537E46FB0D7}"/>
          </ac:spMkLst>
        </pc:spChg>
        <pc:spChg chg="mod">
          <ac:chgData name="Martin Hardy" userId="18c45b91-9529-4376-afee-15439663c977" providerId="ADAL" clId="{BE52785E-4381-4B89-B433-EFECFF45FA79}" dt="2021-09-18T12:48:24.046" v="820" actId="26606"/>
          <ac:spMkLst>
            <pc:docMk/>
            <pc:sldMk cId="2800640575" sldId="302"/>
            <ac:spMk id="4" creationId="{7582C826-EEA6-4AC8-A89C-FB8A5B14FF64}"/>
          </ac:spMkLst>
        </pc:spChg>
        <pc:spChg chg="mod">
          <ac:chgData name="Martin Hardy" userId="18c45b91-9529-4376-afee-15439663c977" providerId="ADAL" clId="{BE52785E-4381-4B89-B433-EFECFF45FA79}" dt="2021-09-18T12:48:24.046" v="820" actId="26606"/>
          <ac:spMkLst>
            <pc:docMk/>
            <pc:sldMk cId="2800640575" sldId="302"/>
            <ac:spMk id="5" creationId="{72C4040A-2606-4D6C-A8A0-7A48C0ECB10F}"/>
          </ac:spMkLst>
        </pc:spChg>
        <pc:spChg chg="add del mod">
          <ac:chgData name="Martin Hardy" userId="18c45b91-9529-4376-afee-15439663c977" providerId="ADAL" clId="{BE52785E-4381-4B89-B433-EFECFF45FA79}" dt="2021-09-18T12:56:32.672" v="957"/>
          <ac:spMkLst>
            <pc:docMk/>
            <pc:sldMk cId="2800640575" sldId="302"/>
            <ac:spMk id="6" creationId="{BC4D3BF1-2C4B-41A6-A90E-3B0C3C242A42}"/>
          </ac:spMkLst>
        </pc:spChg>
        <pc:spChg chg="mod ord">
          <ac:chgData name="Martin Hardy" userId="18c45b91-9529-4376-afee-15439663c977" providerId="ADAL" clId="{BE52785E-4381-4B89-B433-EFECFF45FA79}" dt="2021-09-20T23:16:31.304" v="7669" actId="20577"/>
          <ac:spMkLst>
            <pc:docMk/>
            <pc:sldMk cId="2800640575" sldId="302"/>
            <ac:spMk id="7" creationId="{D050E403-6C49-4C9A-B947-4AFAC04BC0C7}"/>
          </ac:spMkLst>
        </pc:spChg>
        <pc:spChg chg="add del">
          <ac:chgData name="Martin Hardy" userId="18c45b91-9529-4376-afee-15439663c977" providerId="ADAL" clId="{BE52785E-4381-4B89-B433-EFECFF45FA79}" dt="2021-09-18T12:48:14.910" v="818" actId="26606"/>
          <ac:spMkLst>
            <pc:docMk/>
            <pc:sldMk cId="2800640575" sldId="302"/>
            <ac:spMk id="75" creationId="{4038CB10-1F5C-4D54-9DF7-12586DE5B007}"/>
          </ac:spMkLst>
        </pc:spChg>
        <pc:spChg chg="add del">
          <ac:chgData name="Martin Hardy" userId="18c45b91-9529-4376-afee-15439663c977" providerId="ADAL" clId="{BE52785E-4381-4B89-B433-EFECFF45FA79}" dt="2021-09-18T12:48:14.910" v="818" actId="26606"/>
          <ac:spMkLst>
            <pc:docMk/>
            <pc:sldMk cId="2800640575" sldId="302"/>
            <ac:spMk id="77" creationId="{73ED6512-6858-4552-B699-9A97FE9A4EA2}"/>
          </ac:spMkLst>
        </pc:spChg>
        <pc:spChg chg="add del">
          <ac:chgData name="Martin Hardy" userId="18c45b91-9529-4376-afee-15439663c977" providerId="ADAL" clId="{BE52785E-4381-4B89-B433-EFECFF45FA79}" dt="2021-09-18T12:48:24.046" v="820" actId="26606"/>
          <ac:spMkLst>
            <pc:docMk/>
            <pc:sldMk cId="2800640575" sldId="302"/>
            <ac:spMk id="3079" creationId="{CBDDD243-ED5F-4896-B18B-ABCF4B7E12C9}"/>
          </ac:spMkLst>
        </pc:spChg>
        <pc:spChg chg="add del">
          <ac:chgData name="Martin Hardy" userId="18c45b91-9529-4376-afee-15439663c977" providerId="ADAL" clId="{BE52785E-4381-4B89-B433-EFECFF45FA79}" dt="2021-09-18T12:48:24.046" v="820" actId="26606"/>
          <ac:spMkLst>
            <pc:docMk/>
            <pc:sldMk cId="2800640575" sldId="302"/>
            <ac:spMk id="3080" creationId="{319E6BB3-DF2B-4751-97C5-B3DB949AED9A}"/>
          </ac:spMkLst>
        </pc:spChg>
        <pc:picChg chg="add mod">
          <ac:chgData name="Martin Hardy" userId="18c45b91-9529-4376-afee-15439663c977" providerId="ADAL" clId="{BE52785E-4381-4B89-B433-EFECFF45FA79}" dt="2021-09-18T12:56:38.599" v="959" actId="1076"/>
          <ac:picMkLst>
            <pc:docMk/>
            <pc:sldMk cId="2800640575" sldId="302"/>
            <ac:picMk id="8" creationId="{19BC2613-54FF-4CA0-94DA-EF44A75CB3F6}"/>
          </ac:picMkLst>
        </pc:picChg>
        <pc:picChg chg="del">
          <ac:chgData name="Martin Hardy" userId="18c45b91-9529-4376-afee-15439663c977" providerId="ADAL" clId="{BE52785E-4381-4B89-B433-EFECFF45FA79}" dt="2021-09-18T12:43:56.680" v="475" actId="478"/>
          <ac:picMkLst>
            <pc:docMk/>
            <pc:sldMk cId="2800640575" sldId="302"/>
            <ac:picMk id="2050" creationId="{526A6998-8BBA-4503-B8F3-2928115135BC}"/>
          </ac:picMkLst>
        </pc:picChg>
        <pc:picChg chg="add del">
          <ac:chgData name="Martin Hardy" userId="18c45b91-9529-4376-afee-15439663c977" providerId="ADAL" clId="{BE52785E-4381-4B89-B433-EFECFF45FA79}" dt="2021-09-18T12:43:56.680" v="475" actId="478"/>
          <ac:picMkLst>
            <pc:docMk/>
            <pc:sldMk cId="2800640575" sldId="302"/>
            <ac:picMk id="3074" creationId="{850B5347-02A2-44DA-955B-90DC60517C16}"/>
          </ac:picMkLst>
        </pc:picChg>
        <pc:picChg chg="add del mod ord">
          <ac:chgData name="Martin Hardy" userId="18c45b91-9529-4376-afee-15439663c977" providerId="ADAL" clId="{BE52785E-4381-4B89-B433-EFECFF45FA79}" dt="2021-09-18T12:53:50.654" v="879" actId="478"/>
          <ac:picMkLst>
            <pc:docMk/>
            <pc:sldMk cId="2800640575" sldId="302"/>
            <ac:picMk id="3076" creationId="{E57D7212-2E98-4FED-8E5B-5B093837C2E8}"/>
          </ac:picMkLst>
        </pc:picChg>
        <pc:cxnChg chg="add del">
          <ac:chgData name="Martin Hardy" userId="18c45b91-9529-4376-afee-15439663c977" providerId="ADAL" clId="{BE52785E-4381-4B89-B433-EFECFF45FA79}" dt="2021-09-18T12:48:14.910" v="818" actId="26606"/>
          <ac:cxnSpMkLst>
            <pc:docMk/>
            <pc:sldMk cId="2800640575" sldId="302"/>
            <ac:cxnSpMk id="73" creationId="{15F1CC53-719A-4763-BF30-5E25A63CEF3C}"/>
          </ac:cxnSpMkLst>
        </pc:cxnChg>
        <pc:cxnChg chg="add del">
          <ac:chgData name="Martin Hardy" userId="18c45b91-9529-4376-afee-15439663c977" providerId="ADAL" clId="{BE52785E-4381-4B89-B433-EFECFF45FA79}" dt="2021-09-18T12:48:24.046" v="820" actId="26606"/>
          <ac:cxnSpMkLst>
            <pc:docMk/>
            <pc:sldMk cId="2800640575" sldId="302"/>
            <ac:cxnSpMk id="79" creationId="{A61721DD-D110-44EE-82A7-D56AB687E614}"/>
          </ac:cxnSpMkLst>
        </pc:cxnChg>
        <pc:cxnChg chg="add del">
          <ac:chgData name="Martin Hardy" userId="18c45b91-9529-4376-afee-15439663c977" providerId="ADAL" clId="{BE52785E-4381-4B89-B433-EFECFF45FA79}" dt="2021-09-18T12:48:24.046" v="820" actId="26606"/>
          <ac:cxnSpMkLst>
            <pc:docMk/>
            <pc:sldMk cId="2800640575" sldId="302"/>
            <ac:cxnSpMk id="3078" creationId="{9200C8B5-FB5A-4F8B-A9BD-693C051418A3}"/>
          </ac:cxnSpMkLst>
        </pc:cxnChg>
      </pc:sldChg>
      <pc:sldChg chg="addSp delSp modSp add mod ord modNotesTx">
        <pc:chgData name="Martin Hardy" userId="18c45b91-9529-4376-afee-15439663c977" providerId="ADAL" clId="{BE52785E-4381-4B89-B433-EFECFF45FA79}" dt="2021-09-20T23:17:42.792" v="7703" actId="20577"/>
        <pc:sldMkLst>
          <pc:docMk/>
          <pc:sldMk cId="2152512192" sldId="303"/>
        </pc:sldMkLst>
        <pc:spChg chg="mod">
          <ac:chgData name="Martin Hardy" userId="18c45b91-9529-4376-afee-15439663c977" providerId="ADAL" clId="{BE52785E-4381-4B89-B433-EFECFF45FA79}" dt="2021-09-18T12:56:16.092" v="956"/>
          <ac:spMkLst>
            <pc:docMk/>
            <pc:sldMk cId="2152512192" sldId="303"/>
            <ac:spMk id="2" creationId="{75B824D7-81BF-40FE-A19F-A47FB78753FE}"/>
          </ac:spMkLst>
        </pc:spChg>
        <pc:spChg chg="add del mod">
          <ac:chgData name="Martin Hardy" userId="18c45b91-9529-4376-afee-15439663c977" providerId="ADAL" clId="{BE52785E-4381-4B89-B433-EFECFF45FA79}" dt="2021-09-18T12:55:32.310" v="945" actId="22"/>
          <ac:spMkLst>
            <pc:docMk/>
            <pc:sldMk cId="2152512192" sldId="303"/>
            <ac:spMk id="3" creationId="{2EE2A882-14D4-4FC7-8AA7-D31379A42040}"/>
          </ac:spMkLst>
        </pc:spChg>
        <pc:spChg chg="mod">
          <ac:chgData name="Martin Hardy" userId="18c45b91-9529-4376-afee-15439663c977" providerId="ADAL" clId="{BE52785E-4381-4B89-B433-EFECFF45FA79}" dt="2021-09-20T23:17:42.792" v="7703" actId="20577"/>
          <ac:spMkLst>
            <pc:docMk/>
            <pc:sldMk cId="2152512192" sldId="303"/>
            <ac:spMk id="7" creationId="{D050E403-6C49-4C9A-B947-4AFAC04BC0C7}"/>
          </ac:spMkLst>
        </pc:spChg>
        <pc:picChg chg="add mod ord modCrop">
          <ac:chgData name="Martin Hardy" userId="18c45b91-9529-4376-afee-15439663c977" providerId="ADAL" clId="{BE52785E-4381-4B89-B433-EFECFF45FA79}" dt="2021-09-18T12:56:46.182" v="961" actId="1076"/>
          <ac:picMkLst>
            <pc:docMk/>
            <pc:sldMk cId="2152512192" sldId="303"/>
            <ac:picMk id="8" creationId="{8E1B8068-3142-49DF-9D4B-8B58477235AE}"/>
          </ac:picMkLst>
        </pc:picChg>
        <pc:picChg chg="del">
          <ac:chgData name="Martin Hardy" userId="18c45b91-9529-4376-afee-15439663c977" providerId="ADAL" clId="{BE52785E-4381-4B89-B433-EFECFF45FA79}" dt="2021-09-18T12:55:31.206" v="944" actId="478"/>
          <ac:picMkLst>
            <pc:docMk/>
            <pc:sldMk cId="2152512192" sldId="303"/>
            <ac:picMk id="3076" creationId="{E57D7212-2E98-4FED-8E5B-5B093837C2E8}"/>
          </ac:picMkLst>
        </pc:picChg>
      </pc:sldChg>
      <pc:sldChg chg="addSp delSp modSp add mod modNotesTx">
        <pc:chgData name="Martin Hardy" userId="18c45b91-9529-4376-afee-15439663c977" providerId="ADAL" clId="{BE52785E-4381-4B89-B433-EFECFF45FA79}" dt="2021-09-18T14:11:39.304" v="2176" actId="6549"/>
        <pc:sldMkLst>
          <pc:docMk/>
          <pc:sldMk cId="3412089488" sldId="304"/>
        </pc:sldMkLst>
        <pc:spChg chg="mod">
          <ac:chgData name="Martin Hardy" userId="18c45b91-9529-4376-afee-15439663c977" providerId="ADAL" clId="{BE52785E-4381-4B89-B433-EFECFF45FA79}" dt="2021-09-18T12:57:55.157" v="1010" actId="20577"/>
          <ac:spMkLst>
            <pc:docMk/>
            <pc:sldMk cId="3412089488" sldId="304"/>
            <ac:spMk id="2" creationId="{75B824D7-81BF-40FE-A19F-A47FB78753FE}"/>
          </ac:spMkLst>
        </pc:spChg>
        <pc:spChg chg="add del mod">
          <ac:chgData name="Martin Hardy" userId="18c45b91-9529-4376-afee-15439663c977" providerId="ADAL" clId="{BE52785E-4381-4B89-B433-EFECFF45FA79}" dt="2021-09-18T12:58:04.513" v="1013"/>
          <ac:spMkLst>
            <pc:docMk/>
            <pc:sldMk cId="3412089488" sldId="304"/>
            <ac:spMk id="6" creationId="{7F3E0F99-FFE1-4C1E-AA05-723BA1F84279}"/>
          </ac:spMkLst>
        </pc:spChg>
        <pc:spChg chg="del mod">
          <ac:chgData name="Martin Hardy" userId="18c45b91-9529-4376-afee-15439663c977" providerId="ADAL" clId="{BE52785E-4381-4B89-B433-EFECFF45FA79}" dt="2021-09-18T12:58:07.752" v="1014"/>
          <ac:spMkLst>
            <pc:docMk/>
            <pc:sldMk cId="3412089488" sldId="304"/>
            <ac:spMk id="7" creationId="{D050E403-6C49-4C9A-B947-4AFAC04BC0C7}"/>
          </ac:spMkLst>
        </pc:spChg>
        <pc:spChg chg="add del mod">
          <ac:chgData name="Martin Hardy" userId="18c45b91-9529-4376-afee-15439663c977" providerId="ADAL" clId="{BE52785E-4381-4B89-B433-EFECFF45FA79}" dt="2021-09-18T13:07:11.403" v="1025" actId="22"/>
          <ac:spMkLst>
            <pc:docMk/>
            <pc:sldMk cId="3412089488" sldId="304"/>
            <ac:spMk id="9" creationId="{BD4AA086-B05E-45E4-A53E-E181378901B6}"/>
          </ac:spMkLst>
        </pc:spChg>
        <pc:spChg chg="add del mod">
          <ac:chgData name="Martin Hardy" userId="18c45b91-9529-4376-afee-15439663c977" providerId="ADAL" clId="{BE52785E-4381-4B89-B433-EFECFF45FA79}" dt="2021-09-18T13:07:22.491" v="1026" actId="22"/>
          <ac:spMkLst>
            <pc:docMk/>
            <pc:sldMk cId="3412089488" sldId="304"/>
            <ac:spMk id="10" creationId="{DF7C4E2E-9ECE-4D84-A70D-460A5986E373}"/>
          </ac:spMkLst>
        </pc:spChg>
        <pc:picChg chg="del">
          <ac:chgData name="Martin Hardy" userId="18c45b91-9529-4376-afee-15439663c977" providerId="ADAL" clId="{BE52785E-4381-4B89-B433-EFECFF45FA79}" dt="2021-09-18T12:57:58.967" v="1011" actId="478"/>
          <ac:picMkLst>
            <pc:docMk/>
            <pc:sldMk cId="3412089488" sldId="304"/>
            <ac:picMk id="8" creationId="{8E1B8068-3142-49DF-9D4B-8B58477235AE}"/>
          </ac:picMkLst>
        </pc:picChg>
        <pc:picChg chg="add mod ord">
          <ac:chgData name="Martin Hardy" userId="18c45b91-9529-4376-afee-15439663c977" providerId="ADAL" clId="{BE52785E-4381-4B89-B433-EFECFF45FA79}" dt="2021-09-18T13:07:33.093" v="1029" actId="14100"/>
          <ac:picMkLst>
            <pc:docMk/>
            <pc:sldMk cId="3412089488" sldId="304"/>
            <ac:picMk id="12" creationId="{C1AF3124-0FA9-47E0-87D2-0BA80E239A56}"/>
          </ac:picMkLst>
        </pc:picChg>
        <pc:picChg chg="add mod ord">
          <ac:chgData name="Martin Hardy" userId="18c45b91-9529-4376-afee-15439663c977" providerId="ADAL" clId="{BE52785E-4381-4B89-B433-EFECFF45FA79}" dt="2021-09-18T13:07:40.469" v="1031" actId="14100"/>
          <ac:picMkLst>
            <pc:docMk/>
            <pc:sldMk cId="3412089488" sldId="304"/>
            <ac:picMk id="14" creationId="{E15921D4-2E14-4E70-B182-91D1E0014014}"/>
          </ac:picMkLst>
        </pc:picChg>
        <pc:picChg chg="add del mod">
          <ac:chgData name="Martin Hardy" userId="18c45b91-9529-4376-afee-15439663c977" providerId="ADAL" clId="{BE52785E-4381-4B89-B433-EFECFF45FA79}" dt="2021-09-18T13:06:51.076" v="1023" actId="478"/>
          <ac:picMkLst>
            <pc:docMk/>
            <pc:sldMk cId="3412089488" sldId="304"/>
            <ac:picMk id="4098" creationId="{166127AE-EFE6-4C40-AAEB-7666999C882D}"/>
          </ac:picMkLst>
        </pc:picChg>
        <pc:picChg chg="add del mod">
          <ac:chgData name="Martin Hardy" userId="18c45b91-9529-4376-afee-15439663c977" providerId="ADAL" clId="{BE52785E-4381-4B89-B433-EFECFF45FA79}" dt="2021-09-18T13:06:51.788" v="1024" actId="478"/>
          <ac:picMkLst>
            <pc:docMk/>
            <pc:sldMk cId="3412089488" sldId="304"/>
            <ac:picMk id="4100" creationId="{D8D51B15-DFBB-4BF0-96DF-BB765A860007}"/>
          </ac:picMkLst>
        </pc:picChg>
      </pc:sldChg>
      <pc:sldChg chg="modSp add mod ord">
        <pc:chgData name="Martin Hardy" userId="18c45b91-9529-4376-afee-15439663c977" providerId="ADAL" clId="{BE52785E-4381-4B89-B433-EFECFF45FA79}" dt="2021-09-18T13:15:08.946" v="1144" actId="20577"/>
        <pc:sldMkLst>
          <pc:docMk/>
          <pc:sldMk cId="160780365" sldId="305"/>
        </pc:sldMkLst>
        <pc:spChg chg="mod">
          <ac:chgData name="Martin Hardy" userId="18c45b91-9529-4376-afee-15439663c977" providerId="ADAL" clId="{BE52785E-4381-4B89-B433-EFECFF45FA79}" dt="2021-09-18T13:14:20.002" v="1126" actId="20577"/>
          <ac:spMkLst>
            <pc:docMk/>
            <pc:sldMk cId="160780365" sldId="305"/>
            <ac:spMk id="2" creationId="{905CDD7D-A2BF-4AA3-8565-D7BACF492C21}"/>
          </ac:spMkLst>
        </pc:spChg>
        <pc:spChg chg="mod">
          <ac:chgData name="Martin Hardy" userId="18c45b91-9529-4376-afee-15439663c977" providerId="ADAL" clId="{BE52785E-4381-4B89-B433-EFECFF45FA79}" dt="2021-09-18T13:15:08.946" v="1144" actId="20577"/>
          <ac:spMkLst>
            <pc:docMk/>
            <pc:sldMk cId="160780365" sldId="305"/>
            <ac:spMk id="3" creationId="{0079E3F9-6F3C-4C12-89C1-4DD38088FAB3}"/>
          </ac:spMkLst>
        </pc:spChg>
      </pc:sldChg>
      <pc:sldChg chg="modSp add mod ord">
        <pc:chgData name="Martin Hardy" userId="18c45b91-9529-4376-afee-15439663c977" providerId="ADAL" clId="{BE52785E-4381-4B89-B433-EFECFF45FA79}" dt="2021-09-18T17:01:06.592" v="4097" actId="20577"/>
        <pc:sldMkLst>
          <pc:docMk/>
          <pc:sldMk cId="2006542518" sldId="306"/>
        </pc:sldMkLst>
        <pc:spChg chg="mod">
          <ac:chgData name="Martin Hardy" userId="18c45b91-9529-4376-afee-15439663c977" providerId="ADAL" clId="{BE52785E-4381-4B89-B433-EFECFF45FA79}" dt="2021-09-18T17:01:06.592" v="4097" actId="20577"/>
          <ac:spMkLst>
            <pc:docMk/>
            <pc:sldMk cId="2006542518" sldId="306"/>
            <ac:spMk id="3" creationId="{0079E3F9-6F3C-4C12-89C1-4DD38088FAB3}"/>
          </ac:spMkLst>
        </pc:spChg>
      </pc:sldChg>
      <pc:sldChg chg="modSp add mod ord">
        <pc:chgData name="Martin Hardy" userId="18c45b91-9529-4376-afee-15439663c977" providerId="ADAL" clId="{BE52785E-4381-4B89-B433-EFECFF45FA79}" dt="2021-09-18T17:01:15.087" v="4098" actId="20577"/>
        <pc:sldMkLst>
          <pc:docMk/>
          <pc:sldMk cId="2282098802" sldId="307"/>
        </pc:sldMkLst>
        <pc:spChg chg="mod">
          <ac:chgData name="Martin Hardy" userId="18c45b91-9529-4376-afee-15439663c977" providerId="ADAL" clId="{BE52785E-4381-4B89-B433-EFECFF45FA79}" dt="2021-09-18T13:15:41.826" v="1173" actId="20577"/>
          <ac:spMkLst>
            <pc:docMk/>
            <pc:sldMk cId="2282098802" sldId="307"/>
            <ac:spMk id="2" creationId="{905CDD7D-A2BF-4AA3-8565-D7BACF492C21}"/>
          </ac:spMkLst>
        </pc:spChg>
        <pc:spChg chg="mod">
          <ac:chgData name="Martin Hardy" userId="18c45b91-9529-4376-afee-15439663c977" providerId="ADAL" clId="{BE52785E-4381-4B89-B433-EFECFF45FA79}" dt="2021-09-18T17:01:15.087" v="4098" actId="20577"/>
          <ac:spMkLst>
            <pc:docMk/>
            <pc:sldMk cId="2282098802" sldId="307"/>
            <ac:spMk id="3" creationId="{0079E3F9-6F3C-4C12-89C1-4DD38088FAB3}"/>
          </ac:spMkLst>
        </pc:spChg>
      </pc:sldChg>
      <pc:sldChg chg="addSp delSp modSp add mod ord chgLayout modNotesTx">
        <pc:chgData name="Martin Hardy" userId="18c45b91-9529-4376-afee-15439663c977" providerId="ADAL" clId="{BE52785E-4381-4B89-B433-EFECFF45FA79}" dt="2021-09-20T21:28:34.416" v="7575" actId="15"/>
        <pc:sldMkLst>
          <pc:docMk/>
          <pc:sldMk cId="975723997" sldId="308"/>
        </pc:sldMkLst>
        <pc:spChg chg="del mod">
          <ac:chgData name="Martin Hardy" userId="18c45b91-9529-4376-afee-15439663c977" providerId="ADAL" clId="{BE52785E-4381-4B89-B433-EFECFF45FA79}" dt="2021-09-18T13:21:46.391" v="1251" actId="700"/>
          <ac:spMkLst>
            <pc:docMk/>
            <pc:sldMk cId="975723997" sldId="308"/>
            <ac:spMk id="2" creationId="{75B824D7-81BF-40FE-A19F-A47FB78753FE}"/>
          </ac:spMkLst>
        </pc:spChg>
        <pc:spChg chg="mod ord">
          <ac:chgData name="Martin Hardy" userId="18c45b91-9529-4376-afee-15439663c977" providerId="ADAL" clId="{BE52785E-4381-4B89-B433-EFECFF45FA79}" dt="2021-09-18T13:21:46.391" v="1251" actId="700"/>
          <ac:spMkLst>
            <pc:docMk/>
            <pc:sldMk cId="975723997" sldId="308"/>
            <ac:spMk id="4" creationId="{7582C826-EEA6-4AC8-A89C-FB8A5B14FF64}"/>
          </ac:spMkLst>
        </pc:spChg>
        <pc:spChg chg="mod ord">
          <ac:chgData name="Martin Hardy" userId="18c45b91-9529-4376-afee-15439663c977" providerId="ADAL" clId="{BE52785E-4381-4B89-B433-EFECFF45FA79}" dt="2021-09-18T13:21:46.391" v="1251" actId="700"/>
          <ac:spMkLst>
            <pc:docMk/>
            <pc:sldMk cId="975723997" sldId="308"/>
            <ac:spMk id="5" creationId="{72C4040A-2606-4D6C-A8A0-7A48C0ECB10F}"/>
          </ac:spMkLst>
        </pc:spChg>
        <pc:spChg chg="add del mod">
          <ac:chgData name="Martin Hardy" userId="18c45b91-9529-4376-afee-15439663c977" providerId="ADAL" clId="{BE52785E-4381-4B89-B433-EFECFF45FA79}" dt="2021-09-18T13:21:46.391" v="1251" actId="700"/>
          <ac:spMkLst>
            <pc:docMk/>
            <pc:sldMk cId="975723997" sldId="308"/>
            <ac:spMk id="6" creationId="{339FBE59-EDE0-4ABF-B235-5DAFA5D4D8C2}"/>
          </ac:spMkLst>
        </pc:spChg>
        <pc:spChg chg="add del mod">
          <ac:chgData name="Martin Hardy" userId="18c45b91-9529-4376-afee-15439663c977" providerId="ADAL" clId="{BE52785E-4381-4B89-B433-EFECFF45FA79}" dt="2021-09-18T13:21:46.391" v="1251" actId="700"/>
          <ac:spMkLst>
            <pc:docMk/>
            <pc:sldMk cId="975723997" sldId="308"/>
            <ac:spMk id="8" creationId="{FD254E4C-D4E9-4B02-9E87-29FAD15FBA06}"/>
          </ac:spMkLst>
        </pc:spChg>
        <pc:spChg chg="add del mod">
          <ac:chgData name="Martin Hardy" userId="18c45b91-9529-4376-afee-15439663c977" providerId="ADAL" clId="{BE52785E-4381-4B89-B433-EFECFF45FA79}" dt="2021-09-18T13:17:16.785" v="1188" actId="478"/>
          <ac:spMkLst>
            <pc:docMk/>
            <pc:sldMk cId="975723997" sldId="308"/>
            <ac:spMk id="9" creationId="{1D9D354D-7286-4CE8-9A39-8929B0BB5F5F}"/>
          </ac:spMkLst>
        </pc:spChg>
        <pc:spChg chg="add mod ord">
          <ac:chgData name="Martin Hardy" userId="18c45b91-9529-4376-afee-15439663c977" providerId="ADAL" clId="{BE52785E-4381-4B89-B433-EFECFF45FA79}" dt="2021-09-18T13:26:52.624" v="1312" actId="20577"/>
          <ac:spMkLst>
            <pc:docMk/>
            <pc:sldMk cId="975723997" sldId="308"/>
            <ac:spMk id="10" creationId="{D9F38090-7C20-49EA-9871-C6EF9B8E3ACD}"/>
          </ac:spMkLst>
        </pc:spChg>
        <pc:spChg chg="add mod ord">
          <ac:chgData name="Martin Hardy" userId="18c45b91-9529-4376-afee-15439663c977" providerId="ADAL" clId="{BE52785E-4381-4B89-B433-EFECFF45FA79}" dt="2021-09-20T21:28:34.416" v="7575" actId="15"/>
          <ac:spMkLst>
            <pc:docMk/>
            <pc:sldMk cId="975723997" sldId="308"/>
            <ac:spMk id="11" creationId="{4572C843-F1A9-4771-B776-E514F04ABF59}"/>
          </ac:spMkLst>
        </pc:spChg>
        <pc:spChg chg="add del mod ord">
          <ac:chgData name="Martin Hardy" userId="18c45b91-9529-4376-afee-15439663c977" providerId="ADAL" clId="{BE52785E-4381-4B89-B433-EFECFF45FA79}" dt="2021-09-18T13:27:25.101" v="1313"/>
          <ac:spMkLst>
            <pc:docMk/>
            <pc:sldMk cId="975723997" sldId="308"/>
            <ac:spMk id="13" creationId="{9DD411DD-C723-4882-A779-214FC8000BAA}"/>
          </ac:spMkLst>
        </pc:spChg>
        <pc:spChg chg="add mod ord">
          <ac:chgData name="Martin Hardy" userId="18c45b91-9529-4376-afee-15439663c977" providerId="ADAL" clId="{BE52785E-4381-4B89-B433-EFECFF45FA79}" dt="2021-09-18T13:44:27.053" v="1811" actId="20577"/>
          <ac:spMkLst>
            <pc:docMk/>
            <pc:sldMk cId="975723997" sldId="308"/>
            <ac:spMk id="15" creationId="{F955DF4D-F5B6-4A8A-A700-DAA07C192F72}"/>
          </ac:spMkLst>
        </pc:spChg>
        <pc:picChg chg="del">
          <ac:chgData name="Martin Hardy" userId="18c45b91-9529-4376-afee-15439663c977" providerId="ADAL" clId="{BE52785E-4381-4B89-B433-EFECFF45FA79}" dt="2021-09-18T13:16:10.043" v="1181" actId="478"/>
          <ac:picMkLst>
            <pc:docMk/>
            <pc:sldMk cId="975723997" sldId="308"/>
            <ac:picMk id="12" creationId="{C1AF3124-0FA9-47E0-87D2-0BA80E239A56}"/>
          </ac:picMkLst>
        </pc:picChg>
        <pc:picChg chg="del">
          <ac:chgData name="Martin Hardy" userId="18c45b91-9529-4376-afee-15439663c977" providerId="ADAL" clId="{BE52785E-4381-4B89-B433-EFECFF45FA79}" dt="2021-09-18T13:16:10.731" v="1182" actId="478"/>
          <ac:picMkLst>
            <pc:docMk/>
            <pc:sldMk cId="975723997" sldId="308"/>
            <ac:picMk id="14" creationId="{E15921D4-2E14-4E70-B182-91D1E0014014}"/>
          </ac:picMkLst>
        </pc:picChg>
        <pc:picChg chg="add mod">
          <ac:chgData name="Martin Hardy" userId="18c45b91-9529-4376-afee-15439663c977" providerId="ADAL" clId="{BE52785E-4381-4B89-B433-EFECFF45FA79}" dt="2021-09-18T13:27:49.264" v="1318" actId="1076"/>
          <ac:picMkLst>
            <pc:docMk/>
            <pc:sldMk cId="975723997" sldId="308"/>
            <ac:picMk id="5122" creationId="{CF14C4FC-CFDA-44C1-AEF9-0E627EF611A5}"/>
          </ac:picMkLst>
        </pc:picChg>
      </pc:sldChg>
      <pc:sldChg chg="add del">
        <pc:chgData name="Martin Hardy" userId="18c45b91-9529-4376-afee-15439663c977" providerId="ADAL" clId="{BE52785E-4381-4B89-B433-EFECFF45FA79}" dt="2021-09-18T13:22:16.337" v="1256" actId="47"/>
        <pc:sldMkLst>
          <pc:docMk/>
          <pc:sldMk cId="316357437" sldId="309"/>
        </pc:sldMkLst>
      </pc:sldChg>
      <pc:sldChg chg="addSp delSp modSp add mod modNotesTx">
        <pc:chgData name="Martin Hardy" userId="18c45b91-9529-4376-afee-15439663c977" providerId="ADAL" clId="{BE52785E-4381-4B89-B433-EFECFF45FA79}" dt="2021-09-20T23:24:52.623" v="7768" actId="113"/>
        <pc:sldMkLst>
          <pc:docMk/>
          <pc:sldMk cId="1131756743" sldId="309"/>
        </pc:sldMkLst>
        <pc:spChg chg="mod">
          <ac:chgData name="Martin Hardy" userId="18c45b91-9529-4376-afee-15439663c977" providerId="ADAL" clId="{BE52785E-4381-4B89-B433-EFECFF45FA79}" dt="2021-09-18T13:45:55.517" v="1844" actId="14100"/>
          <ac:spMkLst>
            <pc:docMk/>
            <pc:sldMk cId="1131756743" sldId="309"/>
            <ac:spMk id="10" creationId="{D9F38090-7C20-49EA-9871-C6EF9B8E3ACD}"/>
          </ac:spMkLst>
        </pc:spChg>
        <pc:spChg chg="mod">
          <ac:chgData name="Martin Hardy" userId="18c45b91-9529-4376-afee-15439663c977" providerId="ADAL" clId="{BE52785E-4381-4B89-B433-EFECFF45FA79}" dt="2021-09-20T23:24:52.623" v="7768" actId="113"/>
          <ac:spMkLst>
            <pc:docMk/>
            <pc:sldMk cId="1131756743" sldId="309"/>
            <ac:spMk id="11" creationId="{4572C843-F1A9-4771-B776-E514F04ABF59}"/>
          </ac:spMkLst>
        </pc:spChg>
        <pc:spChg chg="del">
          <ac:chgData name="Martin Hardy" userId="18c45b91-9529-4376-afee-15439663c977" providerId="ADAL" clId="{BE52785E-4381-4B89-B433-EFECFF45FA79}" dt="2021-09-18T13:31:39.436" v="1520"/>
          <ac:spMkLst>
            <pc:docMk/>
            <pc:sldMk cId="1131756743" sldId="309"/>
            <ac:spMk id="13" creationId="{9DD411DD-C723-4882-A779-214FC8000BAA}"/>
          </ac:spMkLst>
        </pc:spChg>
        <pc:spChg chg="mod">
          <ac:chgData name="Martin Hardy" userId="18c45b91-9529-4376-afee-15439663c977" providerId="ADAL" clId="{BE52785E-4381-4B89-B433-EFECFF45FA79}" dt="2021-09-18T13:44:30.260" v="1812"/>
          <ac:spMkLst>
            <pc:docMk/>
            <pc:sldMk cId="1131756743" sldId="309"/>
            <ac:spMk id="15" creationId="{F955DF4D-F5B6-4A8A-A700-DAA07C192F72}"/>
          </ac:spMkLst>
        </pc:spChg>
        <pc:picChg chg="add mod">
          <ac:chgData name="Martin Hardy" userId="18c45b91-9529-4376-afee-15439663c977" providerId="ADAL" clId="{BE52785E-4381-4B89-B433-EFECFF45FA79}" dt="2021-09-18T13:32:15.440" v="1537" actId="14100"/>
          <ac:picMkLst>
            <pc:docMk/>
            <pc:sldMk cId="1131756743" sldId="309"/>
            <ac:picMk id="6146" creationId="{80334DBE-7BFF-4028-9DBC-83651811F1F3}"/>
          </ac:picMkLst>
        </pc:picChg>
      </pc:sldChg>
      <pc:sldChg chg="add del">
        <pc:chgData name="Martin Hardy" userId="18c45b91-9529-4376-afee-15439663c977" providerId="ADAL" clId="{BE52785E-4381-4B89-B433-EFECFF45FA79}" dt="2021-09-18T13:22:17.232" v="1257" actId="47"/>
        <pc:sldMkLst>
          <pc:docMk/>
          <pc:sldMk cId="2588813883" sldId="310"/>
        </pc:sldMkLst>
      </pc:sldChg>
      <pc:sldChg chg="addSp delSp modSp add mod modNotesTx">
        <pc:chgData name="Martin Hardy" userId="18c45b91-9529-4376-afee-15439663c977" providerId="ADAL" clId="{BE52785E-4381-4B89-B433-EFECFF45FA79}" dt="2021-09-18T16:34:25.457" v="3614"/>
        <pc:sldMkLst>
          <pc:docMk/>
          <pc:sldMk cId="4284517421" sldId="310"/>
        </pc:sldMkLst>
        <pc:spChg chg="add mod">
          <ac:chgData name="Martin Hardy" userId="18c45b91-9529-4376-afee-15439663c977" providerId="ADAL" clId="{BE52785E-4381-4B89-B433-EFECFF45FA79}" dt="2021-09-18T16:34:25.457" v="3614"/>
          <ac:spMkLst>
            <pc:docMk/>
            <pc:sldMk cId="4284517421" sldId="310"/>
            <ac:spMk id="2" creationId="{95EFE2BD-2C3B-422B-B885-6DBDEE2B364F}"/>
          </ac:spMkLst>
        </pc:spChg>
        <pc:spChg chg="mod">
          <ac:chgData name="Martin Hardy" userId="18c45b91-9529-4376-afee-15439663c977" providerId="ADAL" clId="{BE52785E-4381-4B89-B433-EFECFF45FA79}" dt="2021-09-18T13:47:39.807" v="1883" actId="113"/>
          <ac:spMkLst>
            <pc:docMk/>
            <pc:sldMk cId="4284517421" sldId="310"/>
            <ac:spMk id="10" creationId="{D9F38090-7C20-49EA-9871-C6EF9B8E3ACD}"/>
          </ac:spMkLst>
        </pc:spChg>
        <pc:spChg chg="mod">
          <ac:chgData name="Martin Hardy" userId="18c45b91-9529-4376-afee-15439663c977" providerId="ADAL" clId="{BE52785E-4381-4B89-B433-EFECFF45FA79}" dt="2021-09-18T13:56:53.195" v="1943" actId="14100"/>
          <ac:spMkLst>
            <pc:docMk/>
            <pc:sldMk cId="4284517421" sldId="310"/>
            <ac:spMk id="11" creationId="{4572C843-F1A9-4771-B776-E514F04ABF59}"/>
          </ac:spMkLst>
        </pc:spChg>
        <pc:spChg chg="del">
          <ac:chgData name="Martin Hardy" userId="18c45b91-9529-4376-afee-15439663c977" providerId="ADAL" clId="{BE52785E-4381-4B89-B433-EFECFF45FA79}" dt="2021-09-18T13:47:58.946" v="1884"/>
          <ac:spMkLst>
            <pc:docMk/>
            <pc:sldMk cId="4284517421" sldId="310"/>
            <ac:spMk id="13" creationId="{9DD411DD-C723-4882-A779-214FC8000BAA}"/>
          </ac:spMkLst>
        </pc:spChg>
        <pc:picChg chg="add del mod">
          <ac:chgData name="Martin Hardy" userId="18c45b91-9529-4376-afee-15439663c977" providerId="ADAL" clId="{BE52785E-4381-4B89-B433-EFECFF45FA79}" dt="2021-09-18T13:49:23.612" v="1887" actId="478"/>
          <ac:picMkLst>
            <pc:docMk/>
            <pc:sldMk cId="4284517421" sldId="310"/>
            <ac:picMk id="7170" creationId="{62928260-4F74-4665-B489-7106A2055CE8}"/>
          </ac:picMkLst>
        </pc:picChg>
      </pc:sldChg>
      <pc:sldChg chg="add del">
        <pc:chgData name="Martin Hardy" userId="18c45b91-9529-4376-afee-15439663c977" providerId="ADAL" clId="{BE52785E-4381-4B89-B433-EFECFF45FA79}" dt="2021-09-18T13:57:31.136" v="1945" actId="47"/>
        <pc:sldMkLst>
          <pc:docMk/>
          <pc:sldMk cId="935297180" sldId="311"/>
        </pc:sldMkLst>
      </pc:sldChg>
      <pc:sldChg chg="add del">
        <pc:chgData name="Martin Hardy" userId="18c45b91-9529-4376-afee-15439663c977" providerId="ADAL" clId="{BE52785E-4381-4B89-B433-EFECFF45FA79}" dt="2021-09-18T13:22:17.654" v="1258" actId="47"/>
        <pc:sldMkLst>
          <pc:docMk/>
          <pc:sldMk cId="1517521473" sldId="311"/>
        </pc:sldMkLst>
      </pc:sldChg>
      <pc:sldChg chg="modSp add mod modNotesTx">
        <pc:chgData name="Martin Hardy" userId="18c45b91-9529-4376-afee-15439663c977" providerId="ADAL" clId="{BE52785E-4381-4B89-B433-EFECFF45FA79}" dt="2021-09-20T23:27:29.167" v="7769" actId="113"/>
        <pc:sldMkLst>
          <pc:docMk/>
          <pc:sldMk cId="175153343" sldId="312"/>
        </pc:sldMkLst>
        <pc:spChg chg="mod">
          <ac:chgData name="Martin Hardy" userId="18c45b91-9529-4376-afee-15439663c977" providerId="ADAL" clId="{BE52785E-4381-4B89-B433-EFECFF45FA79}" dt="2021-09-20T23:27:29.167" v="7769" actId="113"/>
          <ac:spMkLst>
            <pc:docMk/>
            <pc:sldMk cId="175153343" sldId="312"/>
            <ac:spMk id="2" creationId="{95EFE2BD-2C3B-422B-B885-6DBDEE2B364F}"/>
          </ac:spMkLst>
        </pc:spChg>
        <pc:spChg chg="mod">
          <ac:chgData name="Martin Hardy" userId="18c45b91-9529-4376-afee-15439663c977" providerId="ADAL" clId="{BE52785E-4381-4B89-B433-EFECFF45FA79}" dt="2021-09-18T13:57:40.810" v="1958" actId="20577"/>
          <ac:spMkLst>
            <pc:docMk/>
            <pc:sldMk cId="175153343" sldId="312"/>
            <ac:spMk id="10" creationId="{D9F38090-7C20-49EA-9871-C6EF9B8E3ACD}"/>
          </ac:spMkLst>
        </pc:spChg>
        <pc:spChg chg="mod">
          <ac:chgData name="Martin Hardy" userId="18c45b91-9529-4376-afee-15439663c977" providerId="ADAL" clId="{BE52785E-4381-4B89-B433-EFECFF45FA79}" dt="2021-09-18T14:00:35.377" v="1992" actId="20577"/>
          <ac:spMkLst>
            <pc:docMk/>
            <pc:sldMk cId="175153343" sldId="312"/>
            <ac:spMk id="11" creationId="{4572C843-F1A9-4771-B776-E514F04ABF59}"/>
          </ac:spMkLst>
        </pc:spChg>
      </pc:sldChg>
      <pc:sldChg chg="addSp delSp modSp add del mod modClrScheme chgLayout modNotesTx">
        <pc:chgData name="Martin Hardy" userId="18c45b91-9529-4376-afee-15439663c977" providerId="ADAL" clId="{BE52785E-4381-4B89-B433-EFECFF45FA79}" dt="2021-09-20T23:27:59.638" v="7772" actId="47"/>
        <pc:sldMkLst>
          <pc:docMk/>
          <pc:sldMk cId="2971891475" sldId="313"/>
        </pc:sldMkLst>
        <pc:spChg chg="del mod ord">
          <ac:chgData name="Martin Hardy" userId="18c45b91-9529-4376-afee-15439663c977" providerId="ADAL" clId="{BE52785E-4381-4B89-B433-EFECFF45FA79}" dt="2021-09-18T14:01:28.449" v="1999" actId="478"/>
          <ac:spMkLst>
            <pc:docMk/>
            <pc:sldMk cId="2971891475" sldId="313"/>
            <ac:spMk id="2" creationId="{95EFE2BD-2C3B-422B-B885-6DBDEE2B364F}"/>
          </ac:spMkLst>
        </pc:spChg>
        <pc:spChg chg="mod ord">
          <ac:chgData name="Martin Hardy" userId="18c45b91-9529-4376-afee-15439663c977" providerId="ADAL" clId="{BE52785E-4381-4B89-B433-EFECFF45FA79}" dt="2021-09-18T14:01:25.447" v="1998" actId="700"/>
          <ac:spMkLst>
            <pc:docMk/>
            <pc:sldMk cId="2971891475" sldId="313"/>
            <ac:spMk id="4" creationId="{7582C826-EEA6-4AC8-A89C-FB8A5B14FF64}"/>
          </ac:spMkLst>
        </pc:spChg>
        <pc:spChg chg="mod ord">
          <ac:chgData name="Martin Hardy" userId="18c45b91-9529-4376-afee-15439663c977" providerId="ADAL" clId="{BE52785E-4381-4B89-B433-EFECFF45FA79}" dt="2021-09-18T14:01:25.447" v="1998" actId="700"/>
          <ac:spMkLst>
            <pc:docMk/>
            <pc:sldMk cId="2971891475" sldId="313"/>
            <ac:spMk id="5" creationId="{72C4040A-2606-4D6C-A8A0-7A48C0ECB10F}"/>
          </ac:spMkLst>
        </pc:spChg>
        <pc:spChg chg="add del mod">
          <ac:chgData name="Martin Hardy" userId="18c45b91-9529-4376-afee-15439663c977" providerId="ADAL" clId="{BE52785E-4381-4B89-B433-EFECFF45FA79}" dt="2021-09-18T14:03:11.876" v="2014" actId="3680"/>
          <ac:spMkLst>
            <pc:docMk/>
            <pc:sldMk cId="2971891475" sldId="313"/>
            <ac:spMk id="9" creationId="{B9FF28EF-26F4-41D4-BE46-626D655F7B8A}"/>
          </ac:spMkLst>
        </pc:spChg>
        <pc:spChg chg="mod ord">
          <ac:chgData name="Martin Hardy" userId="18c45b91-9529-4376-afee-15439663c977" providerId="ADAL" clId="{BE52785E-4381-4B89-B433-EFECFF45FA79}" dt="2021-09-18T14:01:25.447" v="1998" actId="700"/>
          <ac:spMkLst>
            <pc:docMk/>
            <pc:sldMk cId="2971891475" sldId="313"/>
            <ac:spMk id="10" creationId="{D9F38090-7C20-49EA-9871-C6EF9B8E3ACD}"/>
          </ac:spMkLst>
        </pc:spChg>
        <pc:spChg chg="add del mod ord">
          <ac:chgData name="Martin Hardy" userId="18c45b91-9529-4376-afee-15439663c977" providerId="ADAL" clId="{BE52785E-4381-4B89-B433-EFECFF45FA79}" dt="2021-09-18T14:01:54.157" v="2008" actId="3680"/>
          <ac:spMkLst>
            <pc:docMk/>
            <pc:sldMk cId="2971891475" sldId="313"/>
            <ac:spMk id="11" creationId="{4572C843-F1A9-4771-B776-E514F04ABF59}"/>
          </ac:spMkLst>
        </pc:spChg>
        <pc:spChg chg="del">
          <ac:chgData name="Martin Hardy" userId="18c45b91-9529-4376-afee-15439663c977" providerId="ADAL" clId="{BE52785E-4381-4B89-B433-EFECFF45FA79}" dt="2021-09-18T14:01:25.447" v="1998" actId="700"/>
          <ac:spMkLst>
            <pc:docMk/>
            <pc:sldMk cId="2971891475" sldId="313"/>
            <ac:spMk id="15" creationId="{F955DF4D-F5B6-4A8A-A700-DAA07C192F72}"/>
          </ac:spMkLst>
        </pc:spChg>
        <pc:graphicFrameChg chg="add del mod">
          <ac:chgData name="Martin Hardy" userId="18c45b91-9529-4376-afee-15439663c977" providerId="ADAL" clId="{BE52785E-4381-4B89-B433-EFECFF45FA79}" dt="2021-09-18T14:01:40.915" v="2004"/>
          <ac:graphicFrameMkLst>
            <pc:docMk/>
            <pc:sldMk cId="2971891475" sldId="313"/>
            <ac:graphicFrameMk id="3" creationId="{0B6AAF79-16BA-49CF-9746-224A35036C6E}"/>
          </ac:graphicFrameMkLst>
        </pc:graphicFrameChg>
        <pc:graphicFrameChg chg="add del mod">
          <ac:chgData name="Martin Hardy" userId="18c45b91-9529-4376-afee-15439663c977" providerId="ADAL" clId="{BE52785E-4381-4B89-B433-EFECFF45FA79}" dt="2021-09-18T14:01:42.253" v="2006"/>
          <ac:graphicFrameMkLst>
            <pc:docMk/>
            <pc:sldMk cId="2971891475" sldId="313"/>
            <ac:graphicFrameMk id="6" creationId="{01982461-44BA-425B-9556-43094705C69A}"/>
          </ac:graphicFrameMkLst>
        </pc:graphicFrameChg>
        <pc:graphicFrameChg chg="add del mod ord modGraphic">
          <ac:chgData name="Martin Hardy" userId="18c45b91-9529-4376-afee-15439663c977" providerId="ADAL" clId="{BE52785E-4381-4B89-B433-EFECFF45FA79}" dt="2021-09-18T14:03:05.420" v="2013" actId="478"/>
          <ac:graphicFrameMkLst>
            <pc:docMk/>
            <pc:sldMk cId="2971891475" sldId="313"/>
            <ac:graphicFrameMk id="7" creationId="{6008FAA1-47F5-4385-BA69-A01BE76F34BE}"/>
          </ac:graphicFrameMkLst>
        </pc:graphicFrameChg>
        <pc:graphicFrameChg chg="add mod ord modGraphic">
          <ac:chgData name="Martin Hardy" userId="18c45b91-9529-4376-afee-15439663c977" providerId="ADAL" clId="{BE52785E-4381-4B89-B433-EFECFF45FA79}" dt="2021-09-18T14:04:23.513" v="2042" actId="20577"/>
          <ac:graphicFrameMkLst>
            <pc:docMk/>
            <pc:sldMk cId="2971891475" sldId="313"/>
            <ac:graphicFrameMk id="12" creationId="{686BF594-0BBC-4584-A707-E520121E3A36}"/>
          </ac:graphicFrameMkLst>
        </pc:graphicFrameChg>
        <pc:picChg chg="add mod">
          <ac:chgData name="Martin Hardy" userId="18c45b91-9529-4376-afee-15439663c977" providerId="ADAL" clId="{BE52785E-4381-4B89-B433-EFECFF45FA79}" dt="2021-09-18T18:02:54.021" v="5477" actId="1076"/>
          <ac:picMkLst>
            <pc:docMk/>
            <pc:sldMk cId="2971891475" sldId="313"/>
            <ac:picMk id="14" creationId="{6CCE0301-39F6-41A9-BBCC-938BDFFD2133}"/>
          </ac:picMkLst>
        </pc:picChg>
      </pc:sldChg>
      <pc:sldChg chg="modSp add mod ord modNotesTx">
        <pc:chgData name="Martin Hardy" userId="18c45b91-9529-4376-afee-15439663c977" providerId="ADAL" clId="{BE52785E-4381-4B89-B433-EFECFF45FA79}" dt="2021-09-20T23:34:13.876" v="7856" actId="20577"/>
        <pc:sldMkLst>
          <pc:docMk/>
          <pc:sldMk cId="2984530917" sldId="314"/>
        </pc:sldMkLst>
        <pc:spChg chg="mod">
          <ac:chgData name="Martin Hardy" userId="18c45b91-9529-4376-afee-15439663c977" providerId="ADAL" clId="{BE52785E-4381-4B89-B433-EFECFF45FA79}" dt="2021-09-18T16:34:25.457" v="3614"/>
          <ac:spMkLst>
            <pc:docMk/>
            <pc:sldMk cId="2984530917" sldId="314"/>
            <ac:spMk id="2" creationId="{95EFE2BD-2C3B-422B-B885-6DBDEE2B364F}"/>
          </ac:spMkLst>
        </pc:spChg>
        <pc:spChg chg="mod">
          <ac:chgData name="Martin Hardy" userId="18c45b91-9529-4376-afee-15439663c977" providerId="ADAL" clId="{BE52785E-4381-4B89-B433-EFECFF45FA79}" dt="2021-09-18T14:15:11.700" v="2250" actId="27636"/>
          <ac:spMkLst>
            <pc:docMk/>
            <pc:sldMk cId="2984530917" sldId="314"/>
            <ac:spMk id="10" creationId="{D9F38090-7C20-49EA-9871-C6EF9B8E3ACD}"/>
          </ac:spMkLst>
        </pc:spChg>
        <pc:spChg chg="mod">
          <ac:chgData name="Martin Hardy" userId="18c45b91-9529-4376-afee-15439663c977" providerId="ADAL" clId="{BE52785E-4381-4B89-B433-EFECFF45FA79}" dt="2021-09-18T15:08:47.548" v="2506" actId="20577"/>
          <ac:spMkLst>
            <pc:docMk/>
            <pc:sldMk cId="2984530917" sldId="314"/>
            <ac:spMk id="11" creationId="{4572C843-F1A9-4771-B776-E514F04ABF59}"/>
          </ac:spMkLst>
        </pc:spChg>
        <pc:spChg chg="mod">
          <ac:chgData name="Martin Hardy" userId="18c45b91-9529-4376-afee-15439663c977" providerId="ADAL" clId="{BE52785E-4381-4B89-B433-EFECFF45FA79}" dt="2021-09-18T14:08:52.807" v="2142" actId="20577"/>
          <ac:spMkLst>
            <pc:docMk/>
            <pc:sldMk cId="2984530917" sldId="314"/>
            <ac:spMk id="15" creationId="{F955DF4D-F5B6-4A8A-A700-DAA07C192F72}"/>
          </ac:spMkLst>
        </pc:spChg>
      </pc:sldChg>
      <pc:sldChg chg="modSp add mod modNotesTx">
        <pc:chgData name="Martin Hardy" userId="18c45b91-9529-4376-afee-15439663c977" providerId="ADAL" clId="{BE52785E-4381-4B89-B433-EFECFF45FA79}" dt="2021-09-20T23:46:49.776" v="8085" actId="20577"/>
        <pc:sldMkLst>
          <pc:docMk/>
          <pc:sldMk cId="3791876793" sldId="315"/>
        </pc:sldMkLst>
        <pc:spChg chg="mod">
          <ac:chgData name="Martin Hardy" userId="18c45b91-9529-4376-afee-15439663c977" providerId="ADAL" clId="{BE52785E-4381-4B89-B433-EFECFF45FA79}" dt="2021-09-18T16:44:42.411" v="3738" actId="113"/>
          <ac:spMkLst>
            <pc:docMk/>
            <pc:sldMk cId="3791876793" sldId="315"/>
            <ac:spMk id="2" creationId="{95EFE2BD-2C3B-422B-B885-6DBDEE2B364F}"/>
          </ac:spMkLst>
        </pc:spChg>
        <pc:spChg chg="mod">
          <ac:chgData name="Martin Hardy" userId="18c45b91-9529-4376-afee-15439663c977" providerId="ADAL" clId="{BE52785E-4381-4B89-B433-EFECFF45FA79}" dt="2021-09-18T16:43:58.498" v="3703" actId="404"/>
          <ac:spMkLst>
            <pc:docMk/>
            <pc:sldMk cId="3791876793" sldId="315"/>
            <ac:spMk id="10" creationId="{D9F38090-7C20-49EA-9871-C6EF9B8E3ACD}"/>
          </ac:spMkLst>
        </pc:spChg>
        <pc:spChg chg="mod">
          <ac:chgData name="Martin Hardy" userId="18c45b91-9529-4376-afee-15439663c977" providerId="ADAL" clId="{BE52785E-4381-4B89-B433-EFECFF45FA79}" dt="2021-09-20T23:46:49.776" v="8085" actId="20577"/>
          <ac:spMkLst>
            <pc:docMk/>
            <pc:sldMk cId="3791876793" sldId="315"/>
            <ac:spMk id="11" creationId="{4572C843-F1A9-4771-B776-E514F04ABF59}"/>
          </ac:spMkLst>
        </pc:spChg>
      </pc:sldChg>
      <pc:sldChg chg="addSp delSp modSp new del mod setBg modClrScheme delDesignElem chgLayout modNotesTx">
        <pc:chgData name="Martin Hardy" userId="18c45b91-9529-4376-afee-15439663c977" providerId="ADAL" clId="{BE52785E-4381-4B89-B433-EFECFF45FA79}" dt="2021-09-20T23:47:18.509" v="8086" actId="47"/>
        <pc:sldMkLst>
          <pc:docMk/>
          <pc:sldMk cId="1444090217" sldId="316"/>
        </pc:sldMkLst>
        <pc:spChg chg="mod ord">
          <ac:chgData name="Martin Hardy" userId="18c45b91-9529-4376-afee-15439663c977" providerId="ADAL" clId="{BE52785E-4381-4B89-B433-EFECFF45FA79}" dt="2021-09-18T16:05:36.645" v="2825" actId="368"/>
          <ac:spMkLst>
            <pc:docMk/>
            <pc:sldMk cId="1444090217" sldId="316"/>
            <ac:spMk id="2" creationId="{17067A5C-EF94-4218-8B56-4159FE22786A}"/>
          </ac:spMkLst>
        </pc:spChg>
        <pc:spChg chg="del mod ord">
          <ac:chgData name="Martin Hardy" userId="18c45b91-9529-4376-afee-15439663c977" providerId="ADAL" clId="{BE52785E-4381-4B89-B433-EFECFF45FA79}" dt="2021-09-18T15:55:53.173" v="2610" actId="700"/>
          <ac:spMkLst>
            <pc:docMk/>
            <pc:sldMk cId="1444090217" sldId="316"/>
            <ac:spMk id="3" creationId="{FB9DCDB4-5FDA-4785-9C05-1FD4258F038E}"/>
          </ac:spMkLst>
        </pc:spChg>
        <pc:spChg chg="del">
          <ac:chgData name="Martin Hardy" userId="18c45b91-9529-4376-afee-15439663c977" providerId="ADAL" clId="{BE52785E-4381-4B89-B433-EFECFF45FA79}" dt="2021-09-18T15:55:53.173" v="2610" actId="700"/>
          <ac:spMkLst>
            <pc:docMk/>
            <pc:sldMk cId="1444090217" sldId="316"/>
            <ac:spMk id="4" creationId="{60D84E7F-6C12-4674-984E-114F55111AA4}"/>
          </ac:spMkLst>
        </pc:spChg>
        <pc:spChg chg="mod ord">
          <ac:chgData name="Martin Hardy" userId="18c45b91-9529-4376-afee-15439663c977" providerId="ADAL" clId="{BE52785E-4381-4B89-B433-EFECFF45FA79}" dt="2021-09-18T16:05:26.126" v="2822" actId="700"/>
          <ac:spMkLst>
            <pc:docMk/>
            <pc:sldMk cId="1444090217" sldId="316"/>
            <ac:spMk id="5" creationId="{7884C9DE-257A-448A-8E19-A403DF981730}"/>
          </ac:spMkLst>
        </pc:spChg>
        <pc:spChg chg="mod ord">
          <ac:chgData name="Martin Hardy" userId="18c45b91-9529-4376-afee-15439663c977" providerId="ADAL" clId="{BE52785E-4381-4B89-B433-EFECFF45FA79}" dt="2021-09-18T16:05:26.126" v="2822" actId="700"/>
          <ac:spMkLst>
            <pc:docMk/>
            <pc:sldMk cId="1444090217" sldId="316"/>
            <ac:spMk id="6" creationId="{E81E1CDE-448A-4DFC-8565-A9894C3BEAE4}"/>
          </ac:spMkLst>
        </pc:spChg>
        <pc:spChg chg="del">
          <ac:chgData name="Martin Hardy" userId="18c45b91-9529-4376-afee-15439663c977" providerId="ADAL" clId="{BE52785E-4381-4B89-B433-EFECFF45FA79}" dt="2021-09-18T15:55:53.173" v="2610" actId="700"/>
          <ac:spMkLst>
            <pc:docMk/>
            <pc:sldMk cId="1444090217" sldId="316"/>
            <ac:spMk id="7" creationId="{D774739B-DAB7-4EBF-86DB-CC5AC6199DC3}"/>
          </ac:spMkLst>
        </pc:spChg>
        <pc:spChg chg="add del mod ord">
          <ac:chgData name="Martin Hardy" userId="18c45b91-9529-4376-afee-15439663c977" providerId="ADAL" clId="{BE52785E-4381-4B89-B433-EFECFF45FA79}" dt="2021-09-18T15:55:54.164" v="2611"/>
          <ac:spMkLst>
            <pc:docMk/>
            <pc:sldMk cId="1444090217" sldId="316"/>
            <ac:spMk id="8" creationId="{599A41DE-3919-4136-A3D6-CB78F160D2FB}"/>
          </ac:spMkLst>
        </pc:spChg>
        <pc:spChg chg="add del mod ord">
          <ac:chgData name="Martin Hardy" userId="18c45b91-9529-4376-afee-15439663c977" providerId="ADAL" clId="{BE52785E-4381-4B89-B433-EFECFF45FA79}" dt="2021-09-18T16:05:42.034" v="2827"/>
          <ac:spMkLst>
            <pc:docMk/>
            <pc:sldMk cId="1444090217" sldId="316"/>
            <ac:spMk id="9" creationId="{D49EE71C-D82D-4B5C-8A7D-BAD2F280C5D9}"/>
          </ac:spMkLst>
        </pc:spChg>
        <pc:spChg chg="add mod ord">
          <ac:chgData name="Martin Hardy" userId="18c45b91-9529-4376-afee-15439663c977" providerId="ADAL" clId="{BE52785E-4381-4B89-B433-EFECFF45FA79}" dt="2021-09-18T16:11:22.380" v="3079" actId="12"/>
          <ac:spMkLst>
            <pc:docMk/>
            <pc:sldMk cId="1444090217" sldId="316"/>
            <ac:spMk id="10" creationId="{6A50FFF0-FED0-4323-BA2C-191205AB2E10}"/>
          </ac:spMkLst>
        </pc:spChg>
        <pc:spChg chg="add del mod">
          <ac:chgData name="Martin Hardy" userId="18c45b91-9529-4376-afee-15439663c977" providerId="ADAL" clId="{BE52785E-4381-4B89-B433-EFECFF45FA79}" dt="2021-09-18T16:07:49.926" v="2911"/>
          <ac:spMkLst>
            <pc:docMk/>
            <pc:sldMk cId="1444090217" sldId="316"/>
            <ac:spMk id="11" creationId="{0A338217-EB0B-4924-AEAF-ABBCE5B968D1}"/>
          </ac:spMkLst>
        </pc:spChg>
        <pc:spChg chg="add del">
          <ac:chgData name="Martin Hardy" userId="18c45b91-9529-4376-afee-15439663c977" providerId="ADAL" clId="{BE52785E-4381-4B89-B433-EFECFF45FA79}" dt="2021-09-18T16:05:26.126" v="2822" actId="700"/>
          <ac:spMkLst>
            <pc:docMk/>
            <pc:sldMk cId="1444090217" sldId="316"/>
            <ac:spMk id="73" creationId="{C1A9B9E1-AE3D-4F69-9670-71C92ED1BCEE}"/>
          </ac:spMkLst>
        </pc:spChg>
        <pc:spChg chg="add mod ord">
          <ac:chgData name="Martin Hardy" userId="18c45b91-9529-4376-afee-15439663c977" providerId="ADAL" clId="{BE52785E-4381-4B89-B433-EFECFF45FA79}" dt="2021-09-18T16:06:51.461" v="2891" actId="113"/>
          <ac:spMkLst>
            <pc:docMk/>
            <pc:sldMk cId="1444090217" sldId="316"/>
            <ac:spMk id="9222" creationId="{4FE39D1C-1799-4068-A5B0-ABA74BE44F28}"/>
          </ac:spMkLst>
        </pc:spChg>
        <pc:picChg chg="add del mod">
          <ac:chgData name="Martin Hardy" userId="18c45b91-9529-4376-afee-15439663c977" providerId="ADAL" clId="{BE52785E-4381-4B89-B433-EFECFF45FA79}" dt="2021-09-18T16:07:21.066" v="2910" actId="478"/>
          <ac:picMkLst>
            <pc:docMk/>
            <pc:sldMk cId="1444090217" sldId="316"/>
            <ac:picMk id="15" creationId="{8A1171A0-F881-4543-A13F-6A2026EAFEB6}"/>
          </ac:picMkLst>
        </pc:picChg>
        <pc:picChg chg="add del mod ord">
          <ac:chgData name="Martin Hardy" userId="18c45b91-9529-4376-afee-15439663c977" providerId="ADAL" clId="{BE52785E-4381-4B89-B433-EFECFF45FA79}" dt="2021-09-18T16:05:41.359" v="2826" actId="21"/>
          <ac:picMkLst>
            <pc:docMk/>
            <pc:sldMk cId="1444090217" sldId="316"/>
            <ac:picMk id="9218" creationId="{B354D5EA-CEF5-4685-B2C3-2E086F405B78}"/>
          </ac:picMkLst>
        </pc:picChg>
        <pc:picChg chg="add mod">
          <ac:chgData name="Martin Hardy" userId="18c45b91-9529-4376-afee-15439663c977" providerId="ADAL" clId="{BE52785E-4381-4B89-B433-EFECFF45FA79}" dt="2021-09-18T16:07:49.926" v="2911"/>
          <ac:picMkLst>
            <pc:docMk/>
            <pc:sldMk cId="1444090217" sldId="316"/>
            <ac:picMk id="9220" creationId="{750B8266-FE15-4344-A14C-1DAC29CEF7EE}"/>
          </ac:picMkLst>
        </pc:picChg>
        <pc:cxnChg chg="add del">
          <ac:chgData name="Martin Hardy" userId="18c45b91-9529-4376-afee-15439663c977" providerId="ADAL" clId="{BE52785E-4381-4B89-B433-EFECFF45FA79}" dt="2021-09-18T16:05:26.126" v="2822" actId="700"/>
          <ac:cxnSpMkLst>
            <pc:docMk/>
            <pc:sldMk cId="1444090217" sldId="316"/>
            <ac:cxnSpMk id="75" creationId="{3234ED8A-BEE3-4F34-B45B-731E1E292E3C}"/>
          </ac:cxnSpMkLst>
        </pc:cxnChg>
      </pc:sldChg>
      <pc:sldChg chg="add del ord">
        <pc:chgData name="Martin Hardy" userId="18c45b91-9529-4376-afee-15439663c977" providerId="ADAL" clId="{BE52785E-4381-4B89-B433-EFECFF45FA79}" dt="2021-09-18T15:17:48.802" v="2566" actId="47"/>
        <pc:sldMkLst>
          <pc:docMk/>
          <pc:sldMk cId="2587154273" sldId="316"/>
        </pc:sldMkLst>
      </pc:sldChg>
      <pc:sldChg chg="addSp delSp modSp new del mod">
        <pc:chgData name="Martin Hardy" userId="18c45b91-9529-4376-afee-15439663c977" providerId="ADAL" clId="{BE52785E-4381-4B89-B433-EFECFF45FA79}" dt="2021-09-18T16:16:35.206" v="3184" actId="47"/>
        <pc:sldMkLst>
          <pc:docMk/>
          <pc:sldMk cId="3544500020" sldId="317"/>
        </pc:sldMkLst>
        <pc:spChg chg="mod">
          <ac:chgData name="Martin Hardy" userId="18c45b91-9529-4376-afee-15439663c977" providerId="ADAL" clId="{BE52785E-4381-4B89-B433-EFECFF45FA79}" dt="2021-09-18T15:18:29.554" v="2608" actId="20577"/>
          <ac:spMkLst>
            <pc:docMk/>
            <pc:sldMk cId="3544500020" sldId="317"/>
            <ac:spMk id="2" creationId="{D8397ABC-B7B1-42E7-9157-4134DF5257F2}"/>
          </ac:spMkLst>
        </pc:spChg>
        <pc:spChg chg="add del">
          <ac:chgData name="Martin Hardy" userId="18c45b91-9529-4376-afee-15439663c977" providerId="ADAL" clId="{BE52785E-4381-4B89-B433-EFECFF45FA79}" dt="2021-09-18T16:16:15.292" v="3179"/>
          <ac:spMkLst>
            <pc:docMk/>
            <pc:sldMk cId="3544500020" sldId="317"/>
            <ac:spMk id="4" creationId="{77EF7C84-D9AE-4A98-ADCE-A0A43E4CB15E}"/>
          </ac:spMkLst>
        </pc:spChg>
        <pc:spChg chg="mod">
          <ac:chgData name="Martin Hardy" userId="18c45b91-9529-4376-afee-15439663c977" providerId="ADAL" clId="{BE52785E-4381-4B89-B433-EFECFF45FA79}" dt="2021-09-18T16:15:42.991" v="3177" actId="20577"/>
          <ac:spMkLst>
            <pc:docMk/>
            <pc:sldMk cId="3544500020" sldId="317"/>
            <ac:spMk id="7" creationId="{67BE9644-60D5-4A31-A47F-1689FD134591}"/>
          </ac:spMkLst>
        </pc:spChg>
        <pc:picChg chg="add del mod">
          <ac:chgData name="Martin Hardy" userId="18c45b91-9529-4376-afee-15439663c977" providerId="ADAL" clId="{BE52785E-4381-4B89-B433-EFECFF45FA79}" dt="2021-09-18T16:16:15.292" v="3179"/>
          <ac:picMkLst>
            <pc:docMk/>
            <pc:sldMk cId="3544500020" sldId="317"/>
            <ac:picMk id="11266" creationId="{FA587848-0BB0-4217-ABDE-E5C20A2A9717}"/>
          </ac:picMkLst>
        </pc:picChg>
      </pc:sldChg>
      <pc:sldChg chg="modSp add del mod">
        <pc:chgData name="Martin Hardy" userId="18c45b91-9529-4376-afee-15439663c977" providerId="ADAL" clId="{BE52785E-4381-4B89-B433-EFECFF45FA79}" dt="2021-09-20T23:47:18.509" v="8086" actId="47"/>
        <pc:sldMkLst>
          <pc:docMk/>
          <pc:sldMk cId="2773273310" sldId="318"/>
        </pc:sldMkLst>
        <pc:spChg chg="mod">
          <ac:chgData name="Martin Hardy" userId="18c45b91-9529-4376-afee-15439663c977" providerId="ADAL" clId="{BE52785E-4381-4B89-B433-EFECFF45FA79}" dt="2021-09-18T16:07:07.802" v="2901" actId="20577"/>
          <ac:spMkLst>
            <pc:docMk/>
            <pc:sldMk cId="2773273310" sldId="318"/>
            <ac:spMk id="2" creationId="{17067A5C-EF94-4218-8B56-4159FE22786A}"/>
          </ac:spMkLst>
        </pc:spChg>
        <pc:spChg chg="mod">
          <ac:chgData name="Martin Hardy" userId="18c45b91-9529-4376-afee-15439663c977" providerId="ADAL" clId="{BE52785E-4381-4B89-B433-EFECFF45FA79}" dt="2021-09-18T16:10:44.401" v="3058" actId="20577"/>
          <ac:spMkLst>
            <pc:docMk/>
            <pc:sldMk cId="2773273310" sldId="318"/>
            <ac:spMk id="9222" creationId="{4FE39D1C-1799-4068-A5B0-ABA74BE44F28}"/>
          </ac:spMkLst>
        </pc:spChg>
      </pc:sldChg>
      <pc:sldChg chg="modSp add del mod">
        <pc:chgData name="Martin Hardy" userId="18c45b91-9529-4376-afee-15439663c977" providerId="ADAL" clId="{BE52785E-4381-4B89-B433-EFECFF45FA79}" dt="2021-09-18T16:10:55.784" v="3059" actId="47"/>
        <pc:sldMkLst>
          <pc:docMk/>
          <pc:sldMk cId="2941031307" sldId="319"/>
        </pc:sldMkLst>
        <pc:spChg chg="mod">
          <ac:chgData name="Martin Hardy" userId="18c45b91-9529-4376-afee-15439663c977" providerId="ADAL" clId="{BE52785E-4381-4B89-B433-EFECFF45FA79}" dt="2021-09-18T16:07:13.706" v="2909" actId="20577"/>
          <ac:spMkLst>
            <pc:docMk/>
            <pc:sldMk cId="2941031307" sldId="319"/>
            <ac:spMk id="2" creationId="{17067A5C-EF94-4218-8B56-4159FE22786A}"/>
          </ac:spMkLst>
        </pc:spChg>
      </pc:sldChg>
      <pc:sldChg chg="addSp delSp modSp add del mod">
        <pc:chgData name="Martin Hardy" userId="18c45b91-9529-4376-afee-15439663c977" providerId="ADAL" clId="{BE52785E-4381-4B89-B433-EFECFF45FA79}" dt="2021-09-20T23:47:18.509" v="8086" actId="47"/>
        <pc:sldMkLst>
          <pc:docMk/>
          <pc:sldMk cId="2949932794" sldId="319"/>
        </pc:sldMkLst>
        <pc:spChg chg="add del mod">
          <ac:chgData name="Martin Hardy" userId="18c45b91-9529-4376-afee-15439663c977" providerId="ADAL" clId="{BE52785E-4381-4B89-B433-EFECFF45FA79}" dt="2021-09-18T16:11:05.614" v="3063"/>
          <ac:spMkLst>
            <pc:docMk/>
            <pc:sldMk cId="2949932794" sldId="319"/>
            <ac:spMk id="3" creationId="{E84EC34D-0B62-4216-A286-4B166BA26E80}"/>
          </ac:spMkLst>
        </pc:spChg>
        <pc:spChg chg="mod">
          <ac:chgData name="Martin Hardy" userId="18c45b91-9529-4376-afee-15439663c977" providerId="ADAL" clId="{BE52785E-4381-4B89-B433-EFECFF45FA79}" dt="2021-09-18T16:13:50.729" v="3161" actId="6549"/>
          <ac:spMkLst>
            <pc:docMk/>
            <pc:sldMk cId="2949932794" sldId="319"/>
            <ac:spMk id="9222" creationId="{4FE39D1C-1799-4068-A5B0-ABA74BE44F28}"/>
          </ac:spMkLst>
        </pc:spChg>
        <pc:picChg chg="del">
          <ac:chgData name="Martin Hardy" userId="18c45b91-9529-4376-afee-15439663c977" providerId="ADAL" clId="{BE52785E-4381-4B89-B433-EFECFF45FA79}" dt="2021-09-18T16:11:02.617" v="3062" actId="478"/>
          <ac:picMkLst>
            <pc:docMk/>
            <pc:sldMk cId="2949932794" sldId="319"/>
            <ac:picMk id="15" creationId="{8A1171A0-F881-4543-A13F-6A2026EAFEB6}"/>
          </ac:picMkLst>
        </pc:picChg>
        <pc:picChg chg="add mod">
          <ac:chgData name="Martin Hardy" userId="18c45b91-9529-4376-afee-15439663c977" providerId="ADAL" clId="{BE52785E-4381-4B89-B433-EFECFF45FA79}" dt="2021-09-18T16:11:05.614" v="3063"/>
          <ac:picMkLst>
            <pc:docMk/>
            <pc:sldMk cId="2949932794" sldId="319"/>
            <ac:picMk id="10242" creationId="{7F3F765D-5CE6-4541-9367-6CCC88A96A38}"/>
          </ac:picMkLst>
        </pc:picChg>
      </pc:sldChg>
      <pc:sldChg chg="addSp modSp add mod ord">
        <pc:chgData name="Martin Hardy" userId="18c45b91-9529-4376-afee-15439663c977" providerId="ADAL" clId="{BE52785E-4381-4B89-B433-EFECFF45FA79}" dt="2021-09-20T23:47:32.952" v="8090" actId="6549"/>
        <pc:sldMkLst>
          <pc:docMk/>
          <pc:sldMk cId="2690787895" sldId="320"/>
        </pc:sldMkLst>
        <pc:spChg chg="mod">
          <ac:chgData name="Martin Hardy" userId="18c45b91-9529-4376-afee-15439663c977" providerId="ADAL" clId="{BE52785E-4381-4B89-B433-EFECFF45FA79}" dt="2021-09-18T16:26:29.756" v="3388" actId="27636"/>
          <ac:spMkLst>
            <pc:docMk/>
            <pc:sldMk cId="2690787895" sldId="320"/>
            <ac:spMk id="2" creationId="{95EFE2BD-2C3B-422B-B885-6DBDEE2B364F}"/>
          </ac:spMkLst>
        </pc:spChg>
        <pc:spChg chg="add mod">
          <ac:chgData name="Martin Hardy" userId="18c45b91-9529-4376-afee-15439663c977" providerId="ADAL" clId="{BE52785E-4381-4B89-B433-EFECFF45FA79}" dt="2021-09-18T16:26:54.853" v="3406" actId="14100"/>
          <ac:spMkLst>
            <pc:docMk/>
            <pc:sldMk cId="2690787895" sldId="320"/>
            <ac:spMk id="7" creationId="{B72AAD9B-A43B-499E-AEFD-7396AB28310C}"/>
          </ac:spMkLst>
        </pc:spChg>
        <pc:spChg chg="mod">
          <ac:chgData name="Martin Hardy" userId="18c45b91-9529-4376-afee-15439663c977" providerId="ADAL" clId="{BE52785E-4381-4B89-B433-EFECFF45FA79}" dt="2021-09-18T16:16:33.711" v="3183"/>
          <ac:spMkLst>
            <pc:docMk/>
            <pc:sldMk cId="2690787895" sldId="320"/>
            <ac:spMk id="10" creationId="{D9F38090-7C20-49EA-9871-C6EF9B8E3ACD}"/>
          </ac:spMkLst>
        </pc:spChg>
        <pc:spChg chg="mod">
          <ac:chgData name="Martin Hardy" userId="18c45b91-9529-4376-afee-15439663c977" providerId="ADAL" clId="{BE52785E-4381-4B89-B433-EFECFF45FA79}" dt="2021-09-20T23:47:32.952" v="8090" actId="6549"/>
          <ac:spMkLst>
            <pc:docMk/>
            <pc:sldMk cId="2690787895" sldId="320"/>
            <ac:spMk id="11" creationId="{4572C843-F1A9-4771-B776-E514F04ABF59}"/>
          </ac:spMkLst>
        </pc:spChg>
        <pc:spChg chg="mod">
          <ac:chgData name="Martin Hardy" userId="18c45b91-9529-4376-afee-15439663c977" providerId="ADAL" clId="{BE52785E-4381-4B89-B433-EFECFF45FA79}" dt="2021-09-18T16:26:10.222" v="3386" actId="27636"/>
          <ac:spMkLst>
            <pc:docMk/>
            <pc:sldMk cId="2690787895" sldId="320"/>
            <ac:spMk id="15" creationId="{F955DF4D-F5B6-4A8A-A700-DAA07C192F72}"/>
          </ac:spMkLst>
        </pc:spChg>
        <pc:picChg chg="add mod">
          <ac:chgData name="Martin Hardy" userId="18c45b91-9529-4376-afee-15439663c977" providerId="ADAL" clId="{BE52785E-4381-4B89-B433-EFECFF45FA79}" dt="2021-09-18T16:26:35.597" v="3391" actId="1076"/>
          <ac:picMkLst>
            <pc:docMk/>
            <pc:sldMk cId="2690787895" sldId="320"/>
            <ac:picMk id="6" creationId="{A62991DA-6D51-4EDB-B3E2-32240A5D5D36}"/>
          </ac:picMkLst>
        </pc:picChg>
      </pc:sldChg>
      <pc:sldChg chg="addSp delSp modSp add del mod">
        <pc:chgData name="Martin Hardy" userId="18c45b91-9529-4376-afee-15439663c977" providerId="ADAL" clId="{BE52785E-4381-4B89-B433-EFECFF45FA79}" dt="2021-09-20T23:54:02.991" v="8218" actId="478"/>
        <pc:sldMkLst>
          <pc:docMk/>
          <pc:sldMk cId="1464784760" sldId="321"/>
        </pc:sldMkLst>
        <pc:spChg chg="mod">
          <ac:chgData name="Martin Hardy" userId="18c45b91-9529-4376-afee-15439663c977" providerId="ADAL" clId="{BE52785E-4381-4B89-B433-EFECFF45FA79}" dt="2021-09-18T16:34:25.457" v="3614"/>
          <ac:spMkLst>
            <pc:docMk/>
            <pc:sldMk cId="1464784760" sldId="321"/>
            <ac:spMk id="2" creationId="{95EFE2BD-2C3B-422B-B885-6DBDEE2B364F}"/>
          </ac:spMkLst>
        </pc:spChg>
        <pc:spChg chg="add del">
          <ac:chgData name="Martin Hardy" userId="18c45b91-9529-4376-afee-15439663c977" providerId="ADAL" clId="{BE52785E-4381-4B89-B433-EFECFF45FA79}" dt="2021-09-18T16:24:31.312" v="3355"/>
          <ac:spMkLst>
            <pc:docMk/>
            <pc:sldMk cId="1464784760" sldId="321"/>
            <ac:spMk id="3" creationId="{BB2D3229-4145-4787-BAB5-2E973663F152}"/>
          </ac:spMkLst>
        </pc:spChg>
        <pc:spChg chg="mod">
          <ac:chgData name="Martin Hardy" userId="18c45b91-9529-4376-afee-15439663c977" providerId="ADAL" clId="{BE52785E-4381-4B89-B433-EFECFF45FA79}" dt="2021-09-18T16:27:33.548" v="3414" actId="20577"/>
          <ac:spMkLst>
            <pc:docMk/>
            <pc:sldMk cId="1464784760" sldId="321"/>
            <ac:spMk id="10" creationId="{D9F38090-7C20-49EA-9871-C6EF9B8E3ACD}"/>
          </ac:spMkLst>
        </pc:spChg>
        <pc:spChg chg="mod">
          <ac:chgData name="Martin Hardy" userId="18c45b91-9529-4376-afee-15439663c977" providerId="ADAL" clId="{BE52785E-4381-4B89-B433-EFECFF45FA79}" dt="2021-09-20T23:49:13.550" v="8190" actId="20577"/>
          <ac:spMkLst>
            <pc:docMk/>
            <pc:sldMk cId="1464784760" sldId="321"/>
            <ac:spMk id="11" creationId="{4572C843-F1A9-4771-B776-E514F04ABF59}"/>
          </ac:spMkLst>
        </pc:spChg>
        <pc:spChg chg="mod">
          <ac:chgData name="Martin Hardy" userId="18c45b91-9529-4376-afee-15439663c977" providerId="ADAL" clId="{BE52785E-4381-4B89-B433-EFECFF45FA79}" dt="2021-09-18T16:25:57.949" v="3384" actId="20577"/>
          <ac:spMkLst>
            <pc:docMk/>
            <pc:sldMk cId="1464784760" sldId="321"/>
            <ac:spMk id="15" creationId="{F955DF4D-F5B6-4A8A-A700-DAA07C192F72}"/>
          </ac:spMkLst>
        </pc:spChg>
        <pc:picChg chg="add mod">
          <ac:chgData name="Martin Hardy" userId="18c45b91-9529-4376-afee-15439663c977" providerId="ADAL" clId="{BE52785E-4381-4B89-B433-EFECFF45FA79}" dt="2021-09-18T16:25:19.821" v="3367" actId="1076"/>
          <ac:picMkLst>
            <pc:docMk/>
            <pc:sldMk cId="1464784760" sldId="321"/>
            <ac:picMk id="7" creationId="{1F5649C0-AF47-4283-98C2-15D0238A18FC}"/>
          </ac:picMkLst>
        </pc:picChg>
        <pc:picChg chg="add del mod">
          <ac:chgData name="Martin Hardy" userId="18c45b91-9529-4376-afee-15439663c977" providerId="ADAL" clId="{BE52785E-4381-4B89-B433-EFECFF45FA79}" dt="2021-09-20T23:54:02.991" v="8218" actId="478"/>
          <ac:picMkLst>
            <pc:docMk/>
            <pc:sldMk cId="1464784760" sldId="321"/>
            <ac:picMk id="12" creationId="{771E00A6-27CE-4EF2-B729-BB428F31F0E3}"/>
          </ac:picMkLst>
        </pc:picChg>
      </pc:sldChg>
      <pc:sldChg chg="addSp delSp modSp add mod setBg modClrScheme chgLayout">
        <pc:chgData name="Martin Hardy" userId="18c45b91-9529-4376-afee-15439663c977" providerId="ADAL" clId="{BE52785E-4381-4B89-B433-EFECFF45FA79}" dt="2021-09-21T00:03:27.196" v="8236" actId="113"/>
        <pc:sldMkLst>
          <pc:docMk/>
          <pc:sldMk cId="315730328" sldId="322"/>
        </pc:sldMkLst>
        <pc:spChg chg="del">
          <ac:chgData name="Martin Hardy" userId="18c45b91-9529-4376-afee-15439663c977" providerId="ADAL" clId="{BE52785E-4381-4B89-B433-EFECFF45FA79}" dt="2021-09-18T16:28:35.340" v="3426" actId="478"/>
          <ac:spMkLst>
            <pc:docMk/>
            <pc:sldMk cId="315730328" sldId="322"/>
            <ac:spMk id="2" creationId="{95EFE2BD-2C3B-422B-B885-6DBDEE2B364F}"/>
          </ac:spMkLst>
        </pc:spChg>
        <pc:spChg chg="mod ord">
          <ac:chgData name="Martin Hardy" userId="18c45b91-9529-4376-afee-15439663c977" providerId="ADAL" clId="{BE52785E-4381-4B89-B433-EFECFF45FA79}" dt="2021-09-18T16:28:58.996" v="3433" actId="26606"/>
          <ac:spMkLst>
            <pc:docMk/>
            <pc:sldMk cId="315730328" sldId="322"/>
            <ac:spMk id="4" creationId="{7582C826-EEA6-4AC8-A89C-FB8A5B14FF64}"/>
          </ac:spMkLst>
        </pc:spChg>
        <pc:spChg chg="mod ord">
          <ac:chgData name="Martin Hardy" userId="18c45b91-9529-4376-afee-15439663c977" providerId="ADAL" clId="{BE52785E-4381-4B89-B433-EFECFF45FA79}" dt="2021-09-18T16:28:58.996" v="3433" actId="26606"/>
          <ac:spMkLst>
            <pc:docMk/>
            <pc:sldMk cId="315730328" sldId="322"/>
            <ac:spMk id="5" creationId="{72C4040A-2606-4D6C-A8A0-7A48C0ECB10F}"/>
          </ac:spMkLst>
        </pc:spChg>
        <pc:spChg chg="add del mod ord">
          <ac:chgData name="Martin Hardy" userId="18c45b91-9529-4376-afee-15439663c977" providerId="ADAL" clId="{BE52785E-4381-4B89-B433-EFECFF45FA79}" dt="2021-09-18T16:28:52.432" v="3432" actId="700"/>
          <ac:spMkLst>
            <pc:docMk/>
            <pc:sldMk cId="315730328" sldId="322"/>
            <ac:spMk id="6" creationId="{058E804D-B1FF-4F80-A1DE-2AAAED6AAEF8}"/>
          </ac:spMkLst>
        </pc:spChg>
        <pc:spChg chg="add del mod">
          <ac:chgData name="Martin Hardy" userId="18c45b91-9529-4376-afee-15439663c977" providerId="ADAL" clId="{BE52785E-4381-4B89-B433-EFECFF45FA79}" dt="2021-09-18T16:28:52.432" v="3432" actId="700"/>
          <ac:spMkLst>
            <pc:docMk/>
            <pc:sldMk cId="315730328" sldId="322"/>
            <ac:spMk id="9" creationId="{BFE0DE6A-0128-4FFC-ACD5-1C6774744378}"/>
          </ac:spMkLst>
        </pc:spChg>
        <pc:spChg chg="mod ord">
          <ac:chgData name="Martin Hardy" userId="18c45b91-9529-4376-afee-15439663c977" providerId="ADAL" clId="{BE52785E-4381-4B89-B433-EFECFF45FA79}" dt="2021-09-21T00:03:06.421" v="8233" actId="20577"/>
          <ac:spMkLst>
            <pc:docMk/>
            <pc:sldMk cId="315730328" sldId="322"/>
            <ac:spMk id="10" creationId="{D9F38090-7C20-49EA-9871-C6EF9B8E3ACD}"/>
          </ac:spMkLst>
        </pc:spChg>
        <pc:spChg chg="del">
          <ac:chgData name="Martin Hardy" userId="18c45b91-9529-4376-afee-15439663c977" providerId="ADAL" clId="{BE52785E-4381-4B89-B433-EFECFF45FA79}" dt="2021-09-18T16:28:34.293" v="3425" actId="478"/>
          <ac:spMkLst>
            <pc:docMk/>
            <pc:sldMk cId="315730328" sldId="322"/>
            <ac:spMk id="11" creationId="{4572C843-F1A9-4771-B776-E514F04ABF59}"/>
          </ac:spMkLst>
        </pc:spChg>
        <pc:spChg chg="add del mod">
          <ac:chgData name="Martin Hardy" userId="18c45b91-9529-4376-afee-15439663c977" providerId="ADAL" clId="{BE52785E-4381-4B89-B433-EFECFF45FA79}" dt="2021-09-18T16:28:52.432" v="3432" actId="700"/>
          <ac:spMkLst>
            <pc:docMk/>
            <pc:sldMk cId="315730328" sldId="322"/>
            <ac:spMk id="13" creationId="{EF4E0C0E-518B-4962-A01E-9466CC9D61B1}"/>
          </ac:spMkLst>
        </pc:spChg>
        <pc:spChg chg="add mod ord">
          <ac:chgData name="Martin Hardy" userId="18c45b91-9529-4376-afee-15439663c977" providerId="ADAL" clId="{BE52785E-4381-4B89-B433-EFECFF45FA79}" dt="2021-09-21T00:03:27.196" v="8236" actId="113"/>
          <ac:spMkLst>
            <pc:docMk/>
            <pc:sldMk cId="315730328" sldId="322"/>
            <ac:spMk id="14" creationId="{75C7F99B-ECC1-4845-A215-CB3F97BCA7E6}"/>
          </ac:spMkLst>
        </pc:spChg>
        <pc:spChg chg="del mod ord">
          <ac:chgData name="Martin Hardy" userId="18c45b91-9529-4376-afee-15439663c977" providerId="ADAL" clId="{BE52785E-4381-4B89-B433-EFECFF45FA79}" dt="2021-09-18T16:28:47.277" v="3430" actId="478"/>
          <ac:spMkLst>
            <pc:docMk/>
            <pc:sldMk cId="315730328" sldId="322"/>
            <ac:spMk id="15" creationId="{F955DF4D-F5B6-4A8A-A700-DAA07C192F72}"/>
          </ac:spMkLst>
        </pc:spChg>
        <pc:spChg chg="add del">
          <ac:chgData name="Martin Hardy" userId="18c45b91-9529-4376-afee-15439663c977" providerId="ADAL" clId="{BE52785E-4381-4B89-B433-EFECFF45FA79}" dt="2021-09-18T16:36:46.901" v="3619"/>
          <ac:spMkLst>
            <pc:docMk/>
            <pc:sldMk cId="315730328" sldId="322"/>
            <ac:spMk id="16" creationId="{8C47F7D2-EF98-4FA9-860F-731DD2E00684}"/>
          </ac:spMkLst>
        </pc:spChg>
        <pc:spChg chg="add mod">
          <ac:chgData name="Martin Hardy" userId="18c45b91-9529-4376-afee-15439663c977" providerId="ADAL" clId="{BE52785E-4381-4B89-B433-EFECFF45FA79}" dt="2021-09-18T16:35:45.915" v="3616" actId="14100"/>
          <ac:spMkLst>
            <pc:docMk/>
            <pc:sldMk cId="315730328" sldId="322"/>
            <ac:spMk id="18" creationId="{F7BA635F-4D33-46F3-A042-6BAD8CE49D7B}"/>
          </ac:spMkLst>
        </pc:spChg>
        <pc:spChg chg="add">
          <ac:chgData name="Martin Hardy" userId="18c45b91-9529-4376-afee-15439663c977" providerId="ADAL" clId="{BE52785E-4381-4B89-B433-EFECFF45FA79}" dt="2021-09-18T16:28:58.996" v="3433" actId="26606"/>
          <ac:spMkLst>
            <pc:docMk/>
            <pc:sldMk cId="315730328" sldId="322"/>
            <ac:spMk id="19" creationId="{39E4C68A-A4A9-48A4-9FF2-D2896B1EA01F}"/>
          </ac:spMkLst>
        </pc:spChg>
        <pc:spChg chg="add">
          <ac:chgData name="Martin Hardy" userId="18c45b91-9529-4376-afee-15439663c977" providerId="ADAL" clId="{BE52785E-4381-4B89-B433-EFECFF45FA79}" dt="2021-09-18T16:28:58.996" v="3433" actId="26606"/>
          <ac:spMkLst>
            <pc:docMk/>
            <pc:sldMk cId="315730328" sldId="322"/>
            <ac:spMk id="21" creationId="{E2B9AEA5-52CB-49A6-AF8A-33502F291B91}"/>
          </ac:spMkLst>
        </pc:spChg>
        <pc:picChg chg="del">
          <ac:chgData name="Martin Hardy" userId="18c45b91-9529-4376-afee-15439663c977" providerId="ADAL" clId="{BE52785E-4381-4B89-B433-EFECFF45FA79}" dt="2021-09-18T16:28:32.348" v="3424" actId="478"/>
          <ac:picMkLst>
            <pc:docMk/>
            <pc:sldMk cId="315730328" sldId="322"/>
            <ac:picMk id="7" creationId="{1F5649C0-AF47-4283-98C2-15D0238A18FC}"/>
          </ac:picMkLst>
        </pc:picChg>
        <pc:picChg chg="add mod">
          <ac:chgData name="Martin Hardy" userId="18c45b91-9529-4376-afee-15439663c977" providerId="ADAL" clId="{BE52785E-4381-4B89-B433-EFECFF45FA79}" dt="2021-09-18T16:46:06.636" v="3741" actId="207"/>
          <ac:picMkLst>
            <pc:docMk/>
            <pc:sldMk cId="315730328" sldId="322"/>
            <ac:picMk id="20" creationId="{8DB1A7FF-BDCB-4613-8E14-25228A33F837}"/>
          </ac:picMkLst>
        </pc:picChg>
      </pc:sldChg>
      <pc:sldChg chg="addSp modSp new del mod">
        <pc:chgData name="Martin Hardy" userId="18c45b91-9529-4376-afee-15439663c977" providerId="ADAL" clId="{BE52785E-4381-4B89-B433-EFECFF45FA79}" dt="2021-09-18T17:01:21.421" v="4099" actId="47"/>
        <pc:sldMkLst>
          <pc:docMk/>
          <pc:sldMk cId="3278242433" sldId="323"/>
        </pc:sldMkLst>
        <pc:spChg chg="mod">
          <ac:chgData name="Martin Hardy" userId="18c45b91-9529-4376-afee-15439663c977" providerId="ADAL" clId="{BE52785E-4381-4B89-B433-EFECFF45FA79}" dt="2021-09-18T16:39:32.725" v="3637"/>
          <ac:spMkLst>
            <pc:docMk/>
            <pc:sldMk cId="3278242433" sldId="323"/>
            <ac:spMk id="2" creationId="{7A8B0642-2F50-44B3-BF07-84A29DB691F6}"/>
          </ac:spMkLst>
        </pc:spChg>
        <pc:graphicFrameChg chg="add modGraphic">
          <ac:chgData name="Martin Hardy" userId="18c45b91-9529-4376-afee-15439663c977" providerId="ADAL" clId="{BE52785E-4381-4B89-B433-EFECFF45FA79}" dt="2021-09-18T16:39:30.631" v="3636" actId="27022"/>
          <ac:graphicFrameMkLst>
            <pc:docMk/>
            <pc:sldMk cId="3278242433" sldId="323"/>
            <ac:graphicFrameMk id="7" creationId="{1460320F-D1FF-4AD0-B4EE-36916DE1C247}"/>
          </ac:graphicFrameMkLst>
        </pc:graphicFrameChg>
      </pc:sldChg>
      <pc:sldChg chg="addSp delSp modSp new mod ord modClrScheme chgLayout">
        <pc:chgData name="Martin Hardy" userId="18c45b91-9529-4376-afee-15439663c977" providerId="ADAL" clId="{BE52785E-4381-4B89-B433-EFECFF45FA79}" dt="2021-09-18T17:12:46.001" v="4391" actId="20577"/>
        <pc:sldMkLst>
          <pc:docMk/>
          <pc:sldMk cId="2624631879" sldId="324"/>
        </pc:sldMkLst>
        <pc:spChg chg="mod ord">
          <ac:chgData name="Martin Hardy" userId="18c45b91-9529-4376-afee-15439663c977" providerId="ADAL" clId="{BE52785E-4381-4B89-B433-EFECFF45FA79}" dt="2021-09-18T16:47:43.700" v="3771" actId="700"/>
          <ac:spMkLst>
            <pc:docMk/>
            <pc:sldMk cId="2624631879" sldId="324"/>
            <ac:spMk id="2" creationId="{843D659D-1AA8-4123-90AC-28CFD9EBAD29}"/>
          </ac:spMkLst>
        </pc:spChg>
        <pc:spChg chg="del mod ord">
          <ac:chgData name="Martin Hardy" userId="18c45b91-9529-4376-afee-15439663c977" providerId="ADAL" clId="{BE52785E-4381-4B89-B433-EFECFF45FA79}" dt="2021-09-18T16:47:43.700" v="3771" actId="700"/>
          <ac:spMkLst>
            <pc:docMk/>
            <pc:sldMk cId="2624631879" sldId="324"/>
            <ac:spMk id="3" creationId="{F6B78C45-BD67-4552-91AE-4F158CBE59DD}"/>
          </ac:spMkLst>
        </pc:spChg>
        <pc:spChg chg="del mod ord">
          <ac:chgData name="Martin Hardy" userId="18c45b91-9529-4376-afee-15439663c977" providerId="ADAL" clId="{BE52785E-4381-4B89-B433-EFECFF45FA79}" dt="2021-09-18T16:47:43.700" v="3771" actId="700"/>
          <ac:spMkLst>
            <pc:docMk/>
            <pc:sldMk cId="2624631879" sldId="324"/>
            <ac:spMk id="4" creationId="{60E27B8A-AE66-443C-B0CD-77DA6CF1962F}"/>
          </ac:spMkLst>
        </pc:spChg>
        <pc:spChg chg="mod ord">
          <ac:chgData name="Martin Hardy" userId="18c45b91-9529-4376-afee-15439663c977" providerId="ADAL" clId="{BE52785E-4381-4B89-B433-EFECFF45FA79}" dt="2021-09-18T16:47:43.700" v="3771" actId="700"/>
          <ac:spMkLst>
            <pc:docMk/>
            <pc:sldMk cId="2624631879" sldId="324"/>
            <ac:spMk id="5" creationId="{CA79FAA6-E58B-4796-8A10-52358916125D}"/>
          </ac:spMkLst>
        </pc:spChg>
        <pc:spChg chg="mod ord">
          <ac:chgData name="Martin Hardy" userId="18c45b91-9529-4376-afee-15439663c977" providerId="ADAL" clId="{BE52785E-4381-4B89-B433-EFECFF45FA79}" dt="2021-09-18T16:47:43.700" v="3771" actId="700"/>
          <ac:spMkLst>
            <pc:docMk/>
            <pc:sldMk cId="2624631879" sldId="324"/>
            <ac:spMk id="6" creationId="{9059A013-732C-4916-AA11-D93040EFD651}"/>
          </ac:spMkLst>
        </pc:spChg>
        <pc:spChg chg="del mod ord">
          <ac:chgData name="Martin Hardy" userId="18c45b91-9529-4376-afee-15439663c977" providerId="ADAL" clId="{BE52785E-4381-4B89-B433-EFECFF45FA79}" dt="2021-09-18T16:47:43.700" v="3771" actId="700"/>
          <ac:spMkLst>
            <pc:docMk/>
            <pc:sldMk cId="2624631879" sldId="324"/>
            <ac:spMk id="7" creationId="{E68E627A-3B35-4D4E-8B52-847E7042DECF}"/>
          </ac:spMkLst>
        </pc:spChg>
        <pc:spChg chg="add mod ord">
          <ac:chgData name="Martin Hardy" userId="18c45b91-9529-4376-afee-15439663c977" providerId="ADAL" clId="{BE52785E-4381-4B89-B433-EFECFF45FA79}" dt="2021-09-18T16:47:52.599" v="3799" actId="20577"/>
          <ac:spMkLst>
            <pc:docMk/>
            <pc:sldMk cId="2624631879" sldId="324"/>
            <ac:spMk id="8" creationId="{426F390F-F08D-4F02-A4F8-EF5A083A026E}"/>
          </ac:spMkLst>
        </pc:spChg>
        <pc:spChg chg="add mod ord">
          <ac:chgData name="Martin Hardy" userId="18c45b91-9529-4376-afee-15439663c977" providerId="ADAL" clId="{BE52785E-4381-4B89-B433-EFECFF45FA79}" dt="2021-09-18T17:12:46.001" v="4391" actId="20577"/>
          <ac:spMkLst>
            <pc:docMk/>
            <pc:sldMk cId="2624631879" sldId="324"/>
            <ac:spMk id="9" creationId="{6BDAD227-F6E8-4AD1-9DD8-AB7629419E7E}"/>
          </ac:spMkLst>
        </pc:spChg>
        <pc:spChg chg="add mod ord">
          <ac:chgData name="Martin Hardy" userId="18c45b91-9529-4376-afee-15439663c977" providerId="ADAL" clId="{BE52785E-4381-4B89-B433-EFECFF45FA79}" dt="2021-09-18T16:47:58.271" v="3820" actId="20577"/>
          <ac:spMkLst>
            <pc:docMk/>
            <pc:sldMk cId="2624631879" sldId="324"/>
            <ac:spMk id="10" creationId="{50262CF9-6514-41CB-8CBD-01E3974490D2}"/>
          </ac:spMkLst>
        </pc:spChg>
        <pc:spChg chg="add mod ord">
          <ac:chgData name="Martin Hardy" userId="18c45b91-9529-4376-afee-15439663c977" providerId="ADAL" clId="{BE52785E-4381-4B89-B433-EFECFF45FA79}" dt="2021-09-18T16:49:41.758" v="3890" actId="20577"/>
          <ac:spMkLst>
            <pc:docMk/>
            <pc:sldMk cId="2624631879" sldId="324"/>
            <ac:spMk id="11" creationId="{560A91A6-4ABE-4063-98A1-5CD51992D295}"/>
          </ac:spMkLst>
        </pc:spChg>
      </pc:sldChg>
      <pc:sldChg chg="addSp delSp modSp add mod">
        <pc:chgData name="Martin Hardy" userId="18c45b91-9529-4376-afee-15439663c977" providerId="ADAL" clId="{BE52785E-4381-4B89-B433-EFECFF45FA79}" dt="2021-09-18T17:09:26.618" v="4178" actId="14100"/>
        <pc:sldMkLst>
          <pc:docMk/>
          <pc:sldMk cId="1021938089" sldId="325"/>
        </pc:sldMkLst>
        <pc:spChg chg="add mod">
          <ac:chgData name="Martin Hardy" userId="18c45b91-9529-4376-afee-15439663c977" providerId="ADAL" clId="{BE52785E-4381-4B89-B433-EFECFF45FA79}" dt="2021-09-18T16:56:31.408" v="3984" actId="113"/>
          <ac:spMkLst>
            <pc:docMk/>
            <pc:sldMk cId="1021938089" sldId="325"/>
            <ac:spMk id="2" creationId="{F2793D33-0DA4-4161-AFF5-40DBF940E47C}"/>
          </ac:spMkLst>
        </pc:spChg>
        <pc:spChg chg="mod">
          <ac:chgData name="Martin Hardy" userId="18c45b91-9529-4376-afee-15439663c977" providerId="ADAL" clId="{BE52785E-4381-4B89-B433-EFECFF45FA79}" dt="2021-09-18T17:00:08.295" v="4095" actId="113"/>
          <ac:spMkLst>
            <pc:docMk/>
            <pc:sldMk cId="1021938089" sldId="325"/>
            <ac:spMk id="10" creationId="{D9F38090-7C20-49EA-9871-C6EF9B8E3ACD}"/>
          </ac:spMkLst>
        </pc:spChg>
        <pc:spChg chg="mod">
          <ac:chgData name="Martin Hardy" userId="18c45b91-9529-4376-afee-15439663c977" providerId="ADAL" clId="{BE52785E-4381-4B89-B433-EFECFF45FA79}" dt="2021-09-18T17:09:26.618" v="4178" actId="14100"/>
          <ac:spMkLst>
            <pc:docMk/>
            <pc:sldMk cId="1021938089" sldId="325"/>
            <ac:spMk id="11" creationId="{4572C843-F1A9-4771-B776-E514F04ABF59}"/>
          </ac:spMkLst>
        </pc:spChg>
        <pc:spChg chg="mod">
          <ac:chgData name="Martin Hardy" userId="18c45b91-9529-4376-afee-15439663c977" providerId="ADAL" clId="{BE52785E-4381-4B89-B433-EFECFF45FA79}" dt="2021-09-18T16:52:12.902" v="3909" actId="120"/>
          <ac:spMkLst>
            <pc:docMk/>
            <pc:sldMk cId="1021938089" sldId="325"/>
            <ac:spMk id="15" creationId="{F955DF4D-F5B6-4A8A-A700-DAA07C192F72}"/>
          </ac:spMkLst>
        </pc:spChg>
        <pc:picChg chg="del">
          <ac:chgData name="Martin Hardy" userId="18c45b91-9529-4376-afee-15439663c977" providerId="ADAL" clId="{BE52785E-4381-4B89-B433-EFECFF45FA79}" dt="2021-09-18T16:51:46.454" v="3908" actId="478"/>
          <ac:picMkLst>
            <pc:docMk/>
            <pc:sldMk cId="1021938089" sldId="325"/>
            <ac:picMk id="6146" creationId="{80334DBE-7BFF-4028-9DBC-83651811F1F3}"/>
          </ac:picMkLst>
        </pc:picChg>
      </pc:sldChg>
      <pc:sldChg chg="modSp add mod modClrScheme chgLayout">
        <pc:chgData name="Martin Hardy" userId="18c45b91-9529-4376-afee-15439663c977" providerId="ADAL" clId="{BE52785E-4381-4B89-B433-EFECFF45FA79}" dt="2021-09-18T17:43:36.740" v="4973" actId="27636"/>
        <pc:sldMkLst>
          <pc:docMk/>
          <pc:sldMk cId="3339830752" sldId="326"/>
        </pc:sldMkLst>
        <pc:spChg chg="mod ord">
          <ac:chgData name="Martin Hardy" userId="18c45b91-9529-4376-afee-15439663c977" providerId="ADAL" clId="{BE52785E-4381-4B89-B433-EFECFF45FA79}" dt="2021-09-18T17:43:36.740" v="4973" actId="27636"/>
          <ac:spMkLst>
            <pc:docMk/>
            <pc:sldMk cId="3339830752" sldId="326"/>
            <ac:spMk id="2" creationId="{F2793D33-0DA4-4161-AFF5-40DBF940E47C}"/>
          </ac:spMkLst>
        </pc:spChg>
        <pc:spChg chg="mod ord">
          <ac:chgData name="Martin Hardy" userId="18c45b91-9529-4376-afee-15439663c977" providerId="ADAL" clId="{BE52785E-4381-4B89-B433-EFECFF45FA79}" dt="2021-09-18T17:24:24.254" v="4659" actId="700"/>
          <ac:spMkLst>
            <pc:docMk/>
            <pc:sldMk cId="3339830752" sldId="326"/>
            <ac:spMk id="4" creationId="{7582C826-EEA6-4AC8-A89C-FB8A5B14FF64}"/>
          </ac:spMkLst>
        </pc:spChg>
        <pc:spChg chg="mod ord">
          <ac:chgData name="Martin Hardy" userId="18c45b91-9529-4376-afee-15439663c977" providerId="ADAL" clId="{BE52785E-4381-4B89-B433-EFECFF45FA79}" dt="2021-09-18T17:24:24.254" v="4659" actId="700"/>
          <ac:spMkLst>
            <pc:docMk/>
            <pc:sldMk cId="3339830752" sldId="326"/>
            <ac:spMk id="5" creationId="{72C4040A-2606-4D6C-A8A0-7A48C0ECB10F}"/>
          </ac:spMkLst>
        </pc:spChg>
        <pc:spChg chg="mod ord">
          <ac:chgData name="Martin Hardy" userId="18c45b91-9529-4376-afee-15439663c977" providerId="ADAL" clId="{BE52785E-4381-4B89-B433-EFECFF45FA79}" dt="2021-09-18T17:24:24.254" v="4659" actId="700"/>
          <ac:spMkLst>
            <pc:docMk/>
            <pc:sldMk cId="3339830752" sldId="326"/>
            <ac:spMk id="10" creationId="{D9F38090-7C20-49EA-9871-C6EF9B8E3ACD}"/>
          </ac:spMkLst>
        </pc:spChg>
        <pc:spChg chg="mod ord">
          <ac:chgData name="Martin Hardy" userId="18c45b91-9529-4376-afee-15439663c977" providerId="ADAL" clId="{BE52785E-4381-4B89-B433-EFECFF45FA79}" dt="2021-09-18T17:24:24.254" v="4659" actId="700"/>
          <ac:spMkLst>
            <pc:docMk/>
            <pc:sldMk cId="3339830752" sldId="326"/>
            <ac:spMk id="11" creationId="{4572C843-F1A9-4771-B776-E514F04ABF59}"/>
          </ac:spMkLst>
        </pc:spChg>
        <pc:spChg chg="mod ord">
          <ac:chgData name="Martin Hardy" userId="18c45b91-9529-4376-afee-15439663c977" providerId="ADAL" clId="{BE52785E-4381-4B89-B433-EFECFF45FA79}" dt="2021-09-18T17:24:24.254" v="4659" actId="700"/>
          <ac:spMkLst>
            <pc:docMk/>
            <pc:sldMk cId="3339830752" sldId="326"/>
            <ac:spMk id="15" creationId="{F955DF4D-F5B6-4A8A-A700-DAA07C192F72}"/>
          </ac:spMkLst>
        </pc:spChg>
      </pc:sldChg>
      <pc:sldChg chg="addSp modSp new mod">
        <pc:chgData name="Martin Hardy" userId="18c45b91-9529-4376-afee-15439663c977" providerId="ADAL" clId="{BE52785E-4381-4B89-B433-EFECFF45FA79}" dt="2021-09-18T17:01:54.051" v="4107" actId="20577"/>
        <pc:sldMkLst>
          <pc:docMk/>
          <pc:sldMk cId="3163834102" sldId="327"/>
        </pc:sldMkLst>
        <pc:spChg chg="mod">
          <ac:chgData name="Martin Hardy" userId="18c45b91-9529-4376-afee-15439663c977" providerId="ADAL" clId="{BE52785E-4381-4B89-B433-EFECFF45FA79}" dt="2021-09-18T17:01:54.051" v="4107" actId="20577"/>
          <ac:spMkLst>
            <pc:docMk/>
            <pc:sldMk cId="3163834102" sldId="327"/>
            <ac:spMk id="2" creationId="{FDBFBEFB-5789-4817-ABFB-7EC52B1247E1}"/>
          </ac:spMkLst>
        </pc:spChg>
        <pc:graphicFrameChg chg="add modGraphic">
          <ac:chgData name="Martin Hardy" userId="18c45b91-9529-4376-afee-15439663c977" providerId="ADAL" clId="{BE52785E-4381-4B89-B433-EFECFF45FA79}" dt="2021-09-18T17:01:45.304" v="4100" actId="27022"/>
          <ac:graphicFrameMkLst>
            <pc:docMk/>
            <pc:sldMk cId="3163834102" sldId="327"/>
            <ac:graphicFrameMk id="7" creationId="{C36922C4-3CA6-4853-A92A-7CB437471ACB}"/>
          </ac:graphicFrameMkLst>
        </pc:graphicFrameChg>
      </pc:sldChg>
      <pc:sldChg chg="addSp delSp modSp add mod modClrScheme chgLayout">
        <pc:chgData name="Martin Hardy" userId="18c45b91-9529-4376-afee-15439663c977" providerId="ADAL" clId="{BE52785E-4381-4B89-B433-EFECFF45FA79}" dt="2021-09-18T17:43:51.054" v="4985" actId="27636"/>
        <pc:sldMkLst>
          <pc:docMk/>
          <pc:sldMk cId="1473018475" sldId="328"/>
        </pc:sldMkLst>
        <pc:spChg chg="mod ord">
          <ac:chgData name="Martin Hardy" userId="18c45b91-9529-4376-afee-15439663c977" providerId="ADAL" clId="{BE52785E-4381-4B89-B433-EFECFF45FA79}" dt="2021-09-18T17:35:58.840" v="4845" actId="700"/>
          <ac:spMkLst>
            <pc:docMk/>
            <pc:sldMk cId="1473018475" sldId="328"/>
            <ac:spMk id="2" creationId="{843D659D-1AA8-4123-90AC-28CFD9EBAD29}"/>
          </ac:spMkLst>
        </pc:spChg>
        <pc:spChg chg="add del mod ord">
          <ac:chgData name="Martin Hardy" userId="18c45b91-9529-4376-afee-15439663c977" providerId="ADAL" clId="{BE52785E-4381-4B89-B433-EFECFF45FA79}" dt="2021-09-18T17:15:07.162" v="4405" actId="700"/>
          <ac:spMkLst>
            <pc:docMk/>
            <pc:sldMk cId="1473018475" sldId="328"/>
            <ac:spMk id="3" creationId="{A3DF6D3C-7435-462D-BAA2-1AE511823D7B}"/>
          </ac:spMkLst>
        </pc:spChg>
        <pc:spChg chg="add del mod ord">
          <ac:chgData name="Martin Hardy" userId="18c45b91-9529-4376-afee-15439663c977" providerId="ADAL" clId="{BE52785E-4381-4B89-B433-EFECFF45FA79}" dt="2021-09-18T17:24:33.067" v="4660" actId="700"/>
          <ac:spMkLst>
            <pc:docMk/>
            <pc:sldMk cId="1473018475" sldId="328"/>
            <ac:spMk id="4" creationId="{545C157A-7206-49C8-8660-C69ACE78772C}"/>
          </ac:spMkLst>
        </pc:spChg>
        <pc:spChg chg="mod ord">
          <ac:chgData name="Martin Hardy" userId="18c45b91-9529-4376-afee-15439663c977" providerId="ADAL" clId="{BE52785E-4381-4B89-B433-EFECFF45FA79}" dt="2021-09-18T17:35:58.840" v="4845" actId="700"/>
          <ac:spMkLst>
            <pc:docMk/>
            <pc:sldMk cId="1473018475" sldId="328"/>
            <ac:spMk id="5" creationId="{CA79FAA6-E58B-4796-8A10-52358916125D}"/>
          </ac:spMkLst>
        </pc:spChg>
        <pc:spChg chg="mod ord">
          <ac:chgData name="Martin Hardy" userId="18c45b91-9529-4376-afee-15439663c977" providerId="ADAL" clId="{BE52785E-4381-4B89-B433-EFECFF45FA79}" dt="2021-09-18T17:35:58.840" v="4845" actId="700"/>
          <ac:spMkLst>
            <pc:docMk/>
            <pc:sldMk cId="1473018475" sldId="328"/>
            <ac:spMk id="6" creationId="{9059A013-732C-4916-AA11-D93040EFD651}"/>
          </ac:spMkLst>
        </pc:spChg>
        <pc:spChg chg="add del mod ord">
          <ac:chgData name="Martin Hardy" userId="18c45b91-9529-4376-afee-15439663c977" providerId="ADAL" clId="{BE52785E-4381-4B89-B433-EFECFF45FA79}" dt="2021-09-18T17:24:33.067" v="4660" actId="700"/>
          <ac:spMkLst>
            <pc:docMk/>
            <pc:sldMk cId="1473018475" sldId="328"/>
            <ac:spMk id="7" creationId="{EC2D6713-0381-4B68-BB89-43167312A867}"/>
          </ac:spMkLst>
        </pc:spChg>
        <pc:spChg chg="del mod">
          <ac:chgData name="Martin Hardy" userId="18c45b91-9529-4376-afee-15439663c977" providerId="ADAL" clId="{BE52785E-4381-4B89-B433-EFECFF45FA79}" dt="2021-09-18T17:05:10.993" v="4139" actId="700"/>
          <ac:spMkLst>
            <pc:docMk/>
            <pc:sldMk cId="1473018475" sldId="328"/>
            <ac:spMk id="8" creationId="{426F390F-F08D-4F02-A4F8-EF5A083A026E}"/>
          </ac:spMkLst>
        </pc:spChg>
        <pc:spChg chg="del mod ord">
          <ac:chgData name="Martin Hardy" userId="18c45b91-9529-4376-afee-15439663c977" providerId="ADAL" clId="{BE52785E-4381-4B89-B433-EFECFF45FA79}" dt="2021-09-18T17:05:10.993" v="4139" actId="700"/>
          <ac:spMkLst>
            <pc:docMk/>
            <pc:sldMk cId="1473018475" sldId="328"/>
            <ac:spMk id="9" creationId="{6BDAD227-F6E8-4AD1-9DD8-AB7629419E7E}"/>
          </ac:spMkLst>
        </pc:spChg>
        <pc:spChg chg="del mod">
          <ac:chgData name="Martin Hardy" userId="18c45b91-9529-4376-afee-15439663c977" providerId="ADAL" clId="{BE52785E-4381-4B89-B433-EFECFF45FA79}" dt="2021-09-18T17:05:10.993" v="4139" actId="700"/>
          <ac:spMkLst>
            <pc:docMk/>
            <pc:sldMk cId="1473018475" sldId="328"/>
            <ac:spMk id="10" creationId="{50262CF9-6514-41CB-8CBD-01E3974490D2}"/>
          </ac:spMkLst>
        </pc:spChg>
        <pc:spChg chg="del mod">
          <ac:chgData name="Martin Hardy" userId="18c45b91-9529-4376-afee-15439663c977" providerId="ADAL" clId="{BE52785E-4381-4B89-B433-EFECFF45FA79}" dt="2021-09-18T17:05:10.993" v="4139" actId="700"/>
          <ac:spMkLst>
            <pc:docMk/>
            <pc:sldMk cId="1473018475" sldId="328"/>
            <ac:spMk id="11" creationId="{560A91A6-4ABE-4063-98A1-5CD51992D295}"/>
          </ac:spMkLst>
        </pc:spChg>
        <pc:spChg chg="add del mod ord">
          <ac:chgData name="Martin Hardy" userId="18c45b91-9529-4376-afee-15439663c977" providerId="ADAL" clId="{BE52785E-4381-4B89-B433-EFECFF45FA79}" dt="2021-09-18T17:32:44.870" v="4785" actId="700"/>
          <ac:spMkLst>
            <pc:docMk/>
            <pc:sldMk cId="1473018475" sldId="328"/>
            <ac:spMk id="12" creationId="{0992ED7D-1663-42E5-8B21-5153124CAFA1}"/>
          </ac:spMkLst>
        </pc:spChg>
        <pc:spChg chg="add del mod ord">
          <ac:chgData name="Martin Hardy" userId="18c45b91-9529-4376-afee-15439663c977" providerId="ADAL" clId="{BE52785E-4381-4B89-B433-EFECFF45FA79}" dt="2021-09-18T17:32:44.870" v="4785" actId="700"/>
          <ac:spMkLst>
            <pc:docMk/>
            <pc:sldMk cId="1473018475" sldId="328"/>
            <ac:spMk id="13" creationId="{916DD067-1BBC-44E5-A4B2-88E344E1F16A}"/>
          </ac:spMkLst>
        </pc:spChg>
        <pc:spChg chg="add mod ord">
          <ac:chgData name="Martin Hardy" userId="18c45b91-9529-4376-afee-15439663c977" providerId="ADAL" clId="{BE52785E-4381-4B89-B433-EFECFF45FA79}" dt="2021-09-18T17:35:58.840" v="4845" actId="700"/>
          <ac:spMkLst>
            <pc:docMk/>
            <pc:sldMk cId="1473018475" sldId="328"/>
            <ac:spMk id="14" creationId="{8D34FD3D-ED84-4E88-A476-B1536607FEDB}"/>
          </ac:spMkLst>
        </pc:spChg>
        <pc:spChg chg="add del mod">
          <ac:chgData name="Martin Hardy" userId="18c45b91-9529-4376-afee-15439663c977" providerId="ADAL" clId="{BE52785E-4381-4B89-B433-EFECFF45FA79}" dt="2021-09-18T17:28:47.200" v="4747"/>
          <ac:spMkLst>
            <pc:docMk/>
            <pc:sldMk cId="1473018475" sldId="328"/>
            <ac:spMk id="15" creationId="{63082B52-E5B1-438A-B24B-6F7F097522F7}"/>
          </ac:spMkLst>
        </pc:spChg>
        <pc:spChg chg="add del mod ord">
          <ac:chgData name="Martin Hardy" userId="18c45b91-9529-4376-afee-15439663c977" providerId="ADAL" clId="{BE52785E-4381-4B89-B433-EFECFF45FA79}" dt="2021-09-18T17:32:29.426" v="4780" actId="700"/>
          <ac:spMkLst>
            <pc:docMk/>
            <pc:sldMk cId="1473018475" sldId="328"/>
            <ac:spMk id="16" creationId="{1F256F71-DF52-44CB-817D-8D0A4B4B2122}"/>
          </ac:spMkLst>
        </pc:spChg>
        <pc:spChg chg="add mod ord">
          <ac:chgData name="Martin Hardy" userId="18c45b91-9529-4376-afee-15439663c977" providerId="ADAL" clId="{BE52785E-4381-4B89-B433-EFECFF45FA79}" dt="2021-09-18T17:43:51.054" v="4985" actId="27636"/>
          <ac:spMkLst>
            <pc:docMk/>
            <pc:sldMk cId="1473018475" sldId="328"/>
            <ac:spMk id="17" creationId="{9C2B2185-20F0-4CE5-8F15-50294FDABFA4}"/>
          </ac:spMkLst>
        </pc:spChg>
        <pc:spChg chg="add mod ord">
          <ac:chgData name="Martin Hardy" userId="18c45b91-9529-4376-afee-15439663c977" providerId="ADAL" clId="{BE52785E-4381-4B89-B433-EFECFF45FA79}" dt="2021-09-18T17:37:54.723" v="4871" actId="14100"/>
          <ac:spMkLst>
            <pc:docMk/>
            <pc:sldMk cId="1473018475" sldId="328"/>
            <ac:spMk id="18" creationId="{923043FA-59B8-4F7A-831E-6264E6EFA9FF}"/>
          </ac:spMkLst>
        </pc:spChg>
      </pc:sldChg>
      <pc:sldChg chg="addSp delSp modSp add mod">
        <pc:chgData name="Martin Hardy" userId="18c45b91-9529-4376-afee-15439663c977" providerId="ADAL" clId="{BE52785E-4381-4B89-B433-EFECFF45FA79}" dt="2021-09-20T23:17:18.840" v="7691" actId="20577"/>
        <pc:sldMkLst>
          <pc:docMk/>
          <pc:sldMk cId="1540640369" sldId="329"/>
        </pc:sldMkLst>
        <pc:spChg chg="mod">
          <ac:chgData name="Martin Hardy" userId="18c45b91-9529-4376-afee-15439663c977" providerId="ADAL" clId="{BE52785E-4381-4B89-B433-EFECFF45FA79}" dt="2021-09-18T17:09:16.092" v="4177" actId="113"/>
          <ac:spMkLst>
            <pc:docMk/>
            <pc:sldMk cId="1540640369" sldId="329"/>
            <ac:spMk id="2" creationId="{75B824D7-81BF-40FE-A19F-A47FB78753FE}"/>
          </ac:spMkLst>
        </pc:spChg>
        <pc:spChg chg="add mod">
          <ac:chgData name="Martin Hardy" userId="18c45b91-9529-4376-afee-15439663c977" providerId="ADAL" clId="{BE52785E-4381-4B89-B433-EFECFF45FA79}" dt="2021-09-20T23:17:18.840" v="7691" actId="20577"/>
          <ac:spMkLst>
            <pc:docMk/>
            <pc:sldMk cId="1540640369" sldId="329"/>
            <ac:spMk id="3" creationId="{3B4B6E2F-2F28-44FF-B318-6C029209425D}"/>
          </ac:spMkLst>
        </pc:spChg>
        <pc:spChg chg="mod">
          <ac:chgData name="Martin Hardy" userId="18c45b91-9529-4376-afee-15439663c977" providerId="ADAL" clId="{BE52785E-4381-4B89-B433-EFECFF45FA79}" dt="2021-09-20T23:16:59.264" v="7682" actId="20577"/>
          <ac:spMkLst>
            <pc:docMk/>
            <pc:sldMk cId="1540640369" sldId="329"/>
            <ac:spMk id="7" creationId="{D050E403-6C49-4C9A-B947-4AFAC04BC0C7}"/>
          </ac:spMkLst>
        </pc:spChg>
        <pc:picChg chg="del">
          <ac:chgData name="Martin Hardy" userId="18c45b91-9529-4376-afee-15439663c977" providerId="ADAL" clId="{BE52785E-4381-4B89-B433-EFECFF45FA79}" dt="2021-09-18T17:09:11.826" v="4175" actId="478"/>
          <ac:picMkLst>
            <pc:docMk/>
            <pc:sldMk cId="1540640369" sldId="329"/>
            <ac:picMk id="8" creationId="{19BC2613-54FF-4CA0-94DA-EF44A75CB3F6}"/>
          </ac:picMkLst>
        </pc:picChg>
      </pc:sldChg>
      <pc:sldChg chg="addSp delSp modSp add del mod modClrScheme chgLayout">
        <pc:chgData name="Martin Hardy" userId="18c45b91-9529-4376-afee-15439663c977" providerId="ADAL" clId="{BE52785E-4381-4B89-B433-EFECFF45FA79}" dt="2021-09-18T17:38:11.270" v="4875" actId="47"/>
        <pc:sldMkLst>
          <pc:docMk/>
          <pc:sldMk cId="2992253325" sldId="330"/>
        </pc:sldMkLst>
        <pc:spChg chg="mod ord">
          <ac:chgData name="Martin Hardy" userId="18c45b91-9529-4376-afee-15439663c977" providerId="ADAL" clId="{BE52785E-4381-4B89-B433-EFECFF45FA79}" dt="2021-09-18T17:24:39.124" v="4665" actId="700"/>
          <ac:spMkLst>
            <pc:docMk/>
            <pc:sldMk cId="2992253325" sldId="330"/>
            <ac:spMk id="2" creationId="{843D659D-1AA8-4123-90AC-28CFD9EBAD29}"/>
          </ac:spMkLst>
        </pc:spChg>
        <pc:spChg chg="add mod ord">
          <ac:chgData name="Martin Hardy" userId="18c45b91-9529-4376-afee-15439663c977" providerId="ADAL" clId="{BE52785E-4381-4B89-B433-EFECFF45FA79}" dt="2021-09-18T17:24:39.124" v="4665" actId="700"/>
          <ac:spMkLst>
            <pc:docMk/>
            <pc:sldMk cId="2992253325" sldId="330"/>
            <ac:spMk id="3" creationId="{CB830932-E975-40CA-829A-48E41B3E8417}"/>
          </ac:spMkLst>
        </pc:spChg>
        <pc:spChg chg="del mod ord">
          <ac:chgData name="Martin Hardy" userId="18c45b91-9529-4376-afee-15439663c977" providerId="ADAL" clId="{BE52785E-4381-4B89-B433-EFECFF45FA79}" dt="2021-09-18T17:24:39.124" v="4665" actId="700"/>
          <ac:spMkLst>
            <pc:docMk/>
            <pc:sldMk cId="2992253325" sldId="330"/>
            <ac:spMk id="4" creationId="{545C157A-7206-49C8-8660-C69ACE78772C}"/>
          </ac:spMkLst>
        </pc:spChg>
        <pc:spChg chg="mod ord">
          <ac:chgData name="Martin Hardy" userId="18c45b91-9529-4376-afee-15439663c977" providerId="ADAL" clId="{BE52785E-4381-4B89-B433-EFECFF45FA79}" dt="2021-09-18T17:24:39.124" v="4665" actId="700"/>
          <ac:spMkLst>
            <pc:docMk/>
            <pc:sldMk cId="2992253325" sldId="330"/>
            <ac:spMk id="5" creationId="{CA79FAA6-E58B-4796-8A10-52358916125D}"/>
          </ac:spMkLst>
        </pc:spChg>
        <pc:spChg chg="mod ord">
          <ac:chgData name="Martin Hardy" userId="18c45b91-9529-4376-afee-15439663c977" providerId="ADAL" clId="{BE52785E-4381-4B89-B433-EFECFF45FA79}" dt="2021-09-18T17:24:39.124" v="4665" actId="700"/>
          <ac:spMkLst>
            <pc:docMk/>
            <pc:sldMk cId="2992253325" sldId="330"/>
            <ac:spMk id="6" creationId="{9059A013-732C-4916-AA11-D93040EFD651}"/>
          </ac:spMkLst>
        </pc:spChg>
        <pc:spChg chg="del mod ord">
          <ac:chgData name="Martin Hardy" userId="18c45b91-9529-4376-afee-15439663c977" providerId="ADAL" clId="{BE52785E-4381-4B89-B433-EFECFF45FA79}" dt="2021-09-18T17:24:39.124" v="4665" actId="700"/>
          <ac:spMkLst>
            <pc:docMk/>
            <pc:sldMk cId="2992253325" sldId="330"/>
            <ac:spMk id="7" creationId="{EC2D6713-0381-4B68-BB89-43167312A867}"/>
          </ac:spMkLst>
        </pc:spChg>
        <pc:spChg chg="add mod ord">
          <ac:chgData name="Martin Hardy" userId="18c45b91-9529-4376-afee-15439663c977" providerId="ADAL" clId="{BE52785E-4381-4B89-B433-EFECFF45FA79}" dt="2021-09-18T17:24:39.133" v="4667" actId="27636"/>
          <ac:spMkLst>
            <pc:docMk/>
            <pc:sldMk cId="2992253325" sldId="330"/>
            <ac:spMk id="8" creationId="{1B0ED7A5-8735-4B5A-A735-CFC621820A0A}"/>
          </ac:spMkLst>
        </pc:spChg>
        <pc:spChg chg="add mod ord">
          <ac:chgData name="Martin Hardy" userId="18c45b91-9529-4376-afee-15439663c977" providerId="ADAL" clId="{BE52785E-4381-4B89-B433-EFECFF45FA79}" dt="2021-09-18T17:26:18.205" v="4717"/>
          <ac:spMkLst>
            <pc:docMk/>
            <pc:sldMk cId="2992253325" sldId="330"/>
            <ac:spMk id="9" creationId="{3335DA8B-73D2-4682-9259-45D872A4FD0E}"/>
          </ac:spMkLst>
        </pc:spChg>
      </pc:sldChg>
      <pc:sldChg chg="addSp delSp modSp add mod modClrScheme chgLayout">
        <pc:chgData name="Martin Hardy" userId="18c45b91-9529-4376-afee-15439663c977" providerId="ADAL" clId="{BE52785E-4381-4B89-B433-EFECFF45FA79}" dt="2021-09-20T23:19:00.272" v="7720" actId="20577"/>
        <pc:sldMkLst>
          <pc:docMk/>
          <pc:sldMk cId="1141044879" sldId="331"/>
        </pc:sldMkLst>
        <pc:spChg chg="mod ord">
          <ac:chgData name="Martin Hardy" userId="18c45b91-9529-4376-afee-15439663c977" providerId="ADAL" clId="{BE52785E-4381-4B89-B433-EFECFF45FA79}" dt="2021-09-18T17:19:26.354" v="4593" actId="113"/>
          <ac:spMkLst>
            <pc:docMk/>
            <pc:sldMk cId="1141044879" sldId="331"/>
            <ac:spMk id="2" creationId="{843D659D-1AA8-4123-90AC-28CFD9EBAD29}"/>
          </ac:spMkLst>
        </pc:spChg>
        <pc:spChg chg="add del mod ord">
          <ac:chgData name="Martin Hardy" userId="18c45b91-9529-4376-afee-15439663c977" providerId="ADAL" clId="{BE52785E-4381-4B89-B433-EFECFF45FA79}" dt="2021-09-20T23:19:00.272" v="7720" actId="20577"/>
          <ac:spMkLst>
            <pc:docMk/>
            <pc:sldMk cId="1141044879" sldId="331"/>
            <ac:spMk id="3" creationId="{C2B563DC-FAFE-45AF-A85B-0580950C66CA}"/>
          </ac:spMkLst>
        </pc:spChg>
        <pc:spChg chg="del mod ord">
          <ac:chgData name="Martin Hardy" userId="18c45b91-9529-4376-afee-15439663c977" providerId="ADAL" clId="{BE52785E-4381-4B89-B433-EFECFF45FA79}" dt="2021-09-18T17:15:44.377" v="4428" actId="700"/>
          <ac:spMkLst>
            <pc:docMk/>
            <pc:sldMk cId="1141044879" sldId="331"/>
            <ac:spMk id="4" creationId="{545C157A-7206-49C8-8660-C69ACE78772C}"/>
          </ac:spMkLst>
        </pc:spChg>
        <pc:spChg chg="mod ord">
          <ac:chgData name="Martin Hardy" userId="18c45b91-9529-4376-afee-15439663c977" providerId="ADAL" clId="{BE52785E-4381-4B89-B433-EFECFF45FA79}" dt="2021-09-18T17:15:44.377" v="4428" actId="700"/>
          <ac:spMkLst>
            <pc:docMk/>
            <pc:sldMk cId="1141044879" sldId="331"/>
            <ac:spMk id="5" creationId="{CA79FAA6-E58B-4796-8A10-52358916125D}"/>
          </ac:spMkLst>
        </pc:spChg>
        <pc:spChg chg="mod ord">
          <ac:chgData name="Martin Hardy" userId="18c45b91-9529-4376-afee-15439663c977" providerId="ADAL" clId="{BE52785E-4381-4B89-B433-EFECFF45FA79}" dt="2021-09-18T17:15:44.377" v="4428" actId="700"/>
          <ac:spMkLst>
            <pc:docMk/>
            <pc:sldMk cId="1141044879" sldId="331"/>
            <ac:spMk id="6" creationId="{9059A013-732C-4916-AA11-D93040EFD651}"/>
          </ac:spMkLst>
        </pc:spChg>
        <pc:spChg chg="del mod ord">
          <ac:chgData name="Martin Hardy" userId="18c45b91-9529-4376-afee-15439663c977" providerId="ADAL" clId="{BE52785E-4381-4B89-B433-EFECFF45FA79}" dt="2021-09-18T17:15:44.377" v="4428" actId="700"/>
          <ac:spMkLst>
            <pc:docMk/>
            <pc:sldMk cId="1141044879" sldId="331"/>
            <ac:spMk id="7" creationId="{EC2D6713-0381-4B68-BB89-43167312A867}"/>
          </ac:spMkLst>
        </pc:spChg>
        <pc:spChg chg="add del mod ord">
          <ac:chgData name="Martin Hardy" userId="18c45b91-9529-4376-afee-15439663c977" providerId="ADAL" clId="{BE52785E-4381-4B89-B433-EFECFF45FA79}" dt="2021-09-18T17:17:57.241" v="4568" actId="478"/>
          <ac:spMkLst>
            <pc:docMk/>
            <pc:sldMk cId="1141044879" sldId="331"/>
            <ac:spMk id="8" creationId="{A38096CB-EFB1-45C7-954B-E4A3075316ED}"/>
          </ac:spMkLst>
        </pc:spChg>
        <pc:spChg chg="add mod ord">
          <ac:chgData name="Martin Hardy" userId="18c45b91-9529-4376-afee-15439663c977" providerId="ADAL" clId="{BE52785E-4381-4B89-B433-EFECFF45FA79}" dt="2021-09-18T17:26:23.392" v="4718" actId="12"/>
          <ac:spMkLst>
            <pc:docMk/>
            <pc:sldMk cId="1141044879" sldId="331"/>
            <ac:spMk id="9" creationId="{4D457ADB-7B2C-49F7-A1D9-D544CF94500B}"/>
          </ac:spMkLst>
        </pc:spChg>
        <pc:spChg chg="add del mod">
          <ac:chgData name="Martin Hardy" userId="18c45b91-9529-4376-afee-15439663c977" providerId="ADAL" clId="{BE52785E-4381-4B89-B433-EFECFF45FA79}" dt="2021-09-18T17:17:58.707" v="4569"/>
          <ac:spMkLst>
            <pc:docMk/>
            <pc:sldMk cId="1141044879" sldId="331"/>
            <ac:spMk id="11" creationId="{AAA40ADA-1016-498F-820A-C134CF53A04A}"/>
          </ac:spMkLst>
        </pc:spChg>
        <pc:graphicFrameChg chg="add del">
          <ac:chgData name="Martin Hardy" userId="18c45b91-9529-4376-afee-15439663c977" providerId="ADAL" clId="{BE52785E-4381-4B89-B433-EFECFF45FA79}" dt="2021-09-18T17:18:01.610" v="4571" actId="26606"/>
          <ac:graphicFrameMkLst>
            <pc:docMk/>
            <pc:sldMk cId="1141044879" sldId="331"/>
            <ac:graphicFrameMk id="14340" creationId="{B99A9971-57D2-40D8-A361-8B5686657D66}"/>
          </ac:graphicFrameMkLst>
        </pc:graphicFrameChg>
        <pc:picChg chg="add mod">
          <ac:chgData name="Martin Hardy" userId="18c45b91-9529-4376-afee-15439663c977" providerId="ADAL" clId="{BE52785E-4381-4B89-B433-EFECFF45FA79}" dt="2021-09-18T17:18:56.464" v="4579" actId="1076"/>
          <ac:picMkLst>
            <pc:docMk/>
            <pc:sldMk cId="1141044879" sldId="331"/>
            <ac:picMk id="14338" creationId="{6E4C6410-D4A9-495F-9BD4-EA4FE3108A42}"/>
          </ac:picMkLst>
        </pc:picChg>
      </pc:sldChg>
      <pc:sldChg chg="addSp delSp modSp add mod ord modClrScheme chgLayout">
        <pc:chgData name="Martin Hardy" userId="18c45b91-9529-4376-afee-15439663c977" providerId="ADAL" clId="{BE52785E-4381-4B89-B433-EFECFF45FA79}" dt="2021-09-20T23:20:15.024" v="7727" actId="20577"/>
        <pc:sldMkLst>
          <pc:docMk/>
          <pc:sldMk cId="916363143" sldId="332"/>
        </pc:sldMkLst>
        <pc:spChg chg="mod ord">
          <ac:chgData name="Martin Hardy" userId="18c45b91-9529-4376-afee-15439663c977" providerId="ADAL" clId="{BE52785E-4381-4B89-B433-EFECFF45FA79}" dt="2021-09-18T17:32:34.013" v="4781" actId="700"/>
          <ac:spMkLst>
            <pc:docMk/>
            <pc:sldMk cId="916363143" sldId="332"/>
            <ac:spMk id="2" creationId="{843D659D-1AA8-4123-90AC-28CFD9EBAD29}"/>
          </ac:spMkLst>
        </pc:spChg>
        <pc:spChg chg="add del mod ord">
          <ac:chgData name="Martin Hardy" userId="18c45b91-9529-4376-afee-15439663c977" providerId="ADAL" clId="{BE52785E-4381-4B89-B433-EFECFF45FA79}" dt="2021-09-18T17:32:34.013" v="4781" actId="700"/>
          <ac:spMkLst>
            <pc:docMk/>
            <pc:sldMk cId="916363143" sldId="332"/>
            <ac:spMk id="3" creationId="{BB4E3FCA-44FF-463A-B2DC-CB2C0C6589A5}"/>
          </ac:spMkLst>
        </pc:spChg>
        <pc:spChg chg="del mod ord">
          <ac:chgData name="Martin Hardy" userId="18c45b91-9529-4376-afee-15439663c977" providerId="ADAL" clId="{BE52785E-4381-4B89-B433-EFECFF45FA79}" dt="2021-09-18T17:24:45.899" v="4668" actId="700"/>
          <ac:spMkLst>
            <pc:docMk/>
            <pc:sldMk cId="916363143" sldId="332"/>
            <ac:spMk id="4" creationId="{545C157A-7206-49C8-8660-C69ACE78772C}"/>
          </ac:spMkLst>
        </pc:spChg>
        <pc:spChg chg="mod ord">
          <ac:chgData name="Martin Hardy" userId="18c45b91-9529-4376-afee-15439663c977" providerId="ADAL" clId="{BE52785E-4381-4B89-B433-EFECFF45FA79}" dt="2021-09-18T17:32:34.013" v="4781" actId="700"/>
          <ac:spMkLst>
            <pc:docMk/>
            <pc:sldMk cId="916363143" sldId="332"/>
            <ac:spMk id="5" creationId="{CA79FAA6-E58B-4796-8A10-52358916125D}"/>
          </ac:spMkLst>
        </pc:spChg>
        <pc:spChg chg="mod ord">
          <ac:chgData name="Martin Hardy" userId="18c45b91-9529-4376-afee-15439663c977" providerId="ADAL" clId="{BE52785E-4381-4B89-B433-EFECFF45FA79}" dt="2021-09-18T17:32:34.013" v="4781" actId="700"/>
          <ac:spMkLst>
            <pc:docMk/>
            <pc:sldMk cId="916363143" sldId="332"/>
            <ac:spMk id="6" creationId="{9059A013-732C-4916-AA11-D93040EFD651}"/>
          </ac:spMkLst>
        </pc:spChg>
        <pc:spChg chg="del mod ord">
          <ac:chgData name="Martin Hardy" userId="18c45b91-9529-4376-afee-15439663c977" providerId="ADAL" clId="{BE52785E-4381-4B89-B433-EFECFF45FA79}" dt="2021-09-18T17:24:45.899" v="4668" actId="700"/>
          <ac:spMkLst>
            <pc:docMk/>
            <pc:sldMk cId="916363143" sldId="332"/>
            <ac:spMk id="7" creationId="{EC2D6713-0381-4B68-BB89-43167312A867}"/>
          </ac:spMkLst>
        </pc:spChg>
        <pc:spChg chg="add del mod ord">
          <ac:chgData name="Martin Hardy" userId="18c45b91-9529-4376-afee-15439663c977" providerId="ADAL" clId="{BE52785E-4381-4B89-B433-EFECFF45FA79}" dt="2021-09-18T17:32:34.013" v="4781" actId="700"/>
          <ac:spMkLst>
            <pc:docMk/>
            <pc:sldMk cId="916363143" sldId="332"/>
            <ac:spMk id="8" creationId="{30308472-2943-437F-AFDC-7D4AFE27E66B}"/>
          </ac:spMkLst>
        </pc:spChg>
        <pc:spChg chg="add mod ord">
          <ac:chgData name="Martin Hardy" userId="18c45b91-9529-4376-afee-15439663c977" providerId="ADAL" clId="{BE52785E-4381-4B89-B433-EFECFF45FA79}" dt="2021-09-18T17:32:34.013" v="4781" actId="700"/>
          <ac:spMkLst>
            <pc:docMk/>
            <pc:sldMk cId="916363143" sldId="332"/>
            <ac:spMk id="9" creationId="{91C9D350-4E74-4769-A830-70E04402EFE8}"/>
          </ac:spMkLst>
        </pc:spChg>
        <pc:spChg chg="add mod ord">
          <ac:chgData name="Martin Hardy" userId="18c45b91-9529-4376-afee-15439663c977" providerId="ADAL" clId="{BE52785E-4381-4B89-B433-EFECFF45FA79}" dt="2021-09-18T17:44:58.401" v="5022" actId="179"/>
          <ac:spMkLst>
            <pc:docMk/>
            <pc:sldMk cId="916363143" sldId="332"/>
            <ac:spMk id="10" creationId="{3663DAD7-BEB9-4C9A-9A5A-368FE69690FA}"/>
          </ac:spMkLst>
        </pc:spChg>
        <pc:spChg chg="add mod ord">
          <ac:chgData name="Martin Hardy" userId="18c45b91-9529-4376-afee-15439663c977" providerId="ADAL" clId="{BE52785E-4381-4B89-B433-EFECFF45FA79}" dt="2021-09-20T23:20:15.024" v="7727" actId="20577"/>
          <ac:spMkLst>
            <pc:docMk/>
            <pc:sldMk cId="916363143" sldId="332"/>
            <ac:spMk id="11" creationId="{55D9362B-B548-4508-9603-1814676FD996}"/>
          </ac:spMkLst>
        </pc:spChg>
      </pc:sldChg>
      <pc:sldChg chg="modSp add mod">
        <pc:chgData name="Martin Hardy" userId="18c45b91-9529-4376-afee-15439663c977" providerId="ADAL" clId="{BE52785E-4381-4B89-B433-EFECFF45FA79}" dt="2021-09-21T00:12:54.939" v="8466" actId="27636"/>
        <pc:sldMkLst>
          <pc:docMk/>
          <pc:sldMk cId="190544166" sldId="333"/>
        </pc:sldMkLst>
        <pc:spChg chg="mod">
          <ac:chgData name="Martin Hardy" userId="18c45b91-9529-4376-afee-15439663c977" providerId="ADAL" clId="{BE52785E-4381-4B89-B433-EFECFF45FA79}" dt="2021-09-18T17:46:13.096" v="5052" actId="20577"/>
          <ac:spMkLst>
            <pc:docMk/>
            <pc:sldMk cId="190544166" sldId="333"/>
            <ac:spMk id="2" creationId="{843D659D-1AA8-4123-90AC-28CFD9EBAD29}"/>
          </ac:spMkLst>
        </pc:spChg>
        <pc:spChg chg="mod">
          <ac:chgData name="Martin Hardy" userId="18c45b91-9529-4376-afee-15439663c977" providerId="ADAL" clId="{BE52785E-4381-4B89-B433-EFECFF45FA79}" dt="2021-09-21T00:12:54.939" v="8466" actId="27636"/>
          <ac:spMkLst>
            <pc:docMk/>
            <pc:sldMk cId="190544166" sldId="333"/>
            <ac:spMk id="3" creationId="{BB4E3FCA-44FF-463A-B2DC-CB2C0C6589A5}"/>
          </ac:spMkLst>
        </pc:spChg>
        <pc:spChg chg="mod">
          <ac:chgData name="Martin Hardy" userId="18c45b91-9529-4376-afee-15439663c977" providerId="ADAL" clId="{BE52785E-4381-4B89-B433-EFECFF45FA79}" dt="2021-09-18T17:48:50.184" v="5094" actId="14100"/>
          <ac:spMkLst>
            <pc:docMk/>
            <pc:sldMk cId="190544166" sldId="333"/>
            <ac:spMk id="8" creationId="{30308472-2943-437F-AFDC-7D4AFE27E66B}"/>
          </ac:spMkLst>
        </pc:spChg>
        <pc:spChg chg="mod">
          <ac:chgData name="Martin Hardy" userId="18c45b91-9529-4376-afee-15439663c977" providerId="ADAL" clId="{BE52785E-4381-4B89-B433-EFECFF45FA79}" dt="2021-09-18T17:27:25.062" v="4745" actId="1076"/>
          <ac:spMkLst>
            <pc:docMk/>
            <pc:sldMk cId="190544166" sldId="333"/>
            <ac:spMk id="9" creationId="{91C9D350-4E74-4769-A830-70E04402EFE8}"/>
          </ac:spMkLst>
        </pc:spChg>
      </pc:sldChg>
      <pc:sldChg chg="modSp add mod">
        <pc:chgData name="Martin Hardy" userId="18c45b91-9529-4376-afee-15439663c977" providerId="ADAL" clId="{BE52785E-4381-4B89-B433-EFECFF45FA79}" dt="2021-09-18T18:01:21.974" v="5436" actId="207"/>
        <pc:sldMkLst>
          <pc:docMk/>
          <pc:sldMk cId="4174753743" sldId="334"/>
        </pc:sldMkLst>
        <pc:spChg chg="mod">
          <ac:chgData name="Martin Hardy" userId="18c45b91-9529-4376-afee-15439663c977" providerId="ADAL" clId="{BE52785E-4381-4B89-B433-EFECFF45FA79}" dt="2021-09-18T17:25:09.221" v="4687" actId="20577"/>
          <ac:spMkLst>
            <pc:docMk/>
            <pc:sldMk cId="4174753743" sldId="334"/>
            <ac:spMk id="2" creationId="{843D659D-1AA8-4123-90AC-28CFD9EBAD29}"/>
          </ac:spMkLst>
        </pc:spChg>
        <pc:spChg chg="mod">
          <ac:chgData name="Martin Hardy" userId="18c45b91-9529-4376-afee-15439663c977" providerId="ADAL" clId="{BE52785E-4381-4B89-B433-EFECFF45FA79}" dt="2021-09-18T18:01:21.974" v="5436" actId="207"/>
          <ac:spMkLst>
            <pc:docMk/>
            <pc:sldMk cId="4174753743" sldId="334"/>
            <ac:spMk id="3" creationId="{BB4E3FCA-44FF-463A-B2DC-CB2C0C6589A5}"/>
          </ac:spMkLst>
        </pc:spChg>
        <pc:spChg chg="mod">
          <ac:chgData name="Martin Hardy" userId="18c45b91-9529-4376-afee-15439663c977" providerId="ADAL" clId="{BE52785E-4381-4B89-B433-EFECFF45FA79}" dt="2021-09-18T17:53:43.711" v="5211" actId="113"/>
          <ac:spMkLst>
            <pc:docMk/>
            <pc:sldMk cId="4174753743" sldId="334"/>
            <ac:spMk id="8" creationId="{30308472-2943-437F-AFDC-7D4AFE27E66B}"/>
          </ac:spMkLst>
        </pc:spChg>
        <pc:spChg chg="mod">
          <ac:chgData name="Martin Hardy" userId="18c45b91-9529-4376-afee-15439663c977" providerId="ADAL" clId="{BE52785E-4381-4B89-B433-EFECFF45FA79}" dt="2021-09-18T17:26:30.365" v="4722"/>
          <ac:spMkLst>
            <pc:docMk/>
            <pc:sldMk cId="4174753743" sldId="334"/>
            <ac:spMk id="9" creationId="{91C9D350-4E74-4769-A830-70E04402EFE8}"/>
          </ac:spMkLst>
        </pc:spChg>
      </pc:sldChg>
      <pc:sldChg chg="addSp modSp add mod">
        <pc:chgData name="Martin Hardy" userId="18c45b91-9529-4376-afee-15439663c977" providerId="ADAL" clId="{BE52785E-4381-4B89-B433-EFECFF45FA79}" dt="2021-09-20T21:21:10.583" v="7558" actId="6549"/>
        <pc:sldMkLst>
          <pc:docMk/>
          <pc:sldMk cId="3085438447" sldId="335"/>
        </pc:sldMkLst>
        <pc:spChg chg="mod">
          <ac:chgData name="Martin Hardy" userId="18c45b91-9529-4376-afee-15439663c977" providerId="ADAL" clId="{BE52785E-4381-4B89-B433-EFECFF45FA79}" dt="2021-09-18T17:25:13.654" v="4695" actId="20577"/>
          <ac:spMkLst>
            <pc:docMk/>
            <pc:sldMk cId="3085438447" sldId="335"/>
            <ac:spMk id="2" creationId="{843D659D-1AA8-4123-90AC-28CFD9EBAD29}"/>
          </ac:spMkLst>
        </pc:spChg>
        <pc:spChg chg="mod">
          <ac:chgData name="Martin Hardy" userId="18c45b91-9529-4376-afee-15439663c977" providerId="ADAL" clId="{BE52785E-4381-4B89-B433-EFECFF45FA79}" dt="2021-09-18T18:01:34.560" v="5438" actId="14100"/>
          <ac:spMkLst>
            <pc:docMk/>
            <pc:sldMk cId="3085438447" sldId="335"/>
            <ac:spMk id="3" creationId="{BB4E3FCA-44FF-463A-B2DC-CB2C0C6589A5}"/>
          </ac:spMkLst>
        </pc:spChg>
        <pc:spChg chg="mod">
          <ac:chgData name="Martin Hardy" userId="18c45b91-9529-4376-afee-15439663c977" providerId="ADAL" clId="{BE52785E-4381-4B89-B433-EFECFF45FA79}" dt="2021-09-20T21:21:10.583" v="7558" actId="6549"/>
          <ac:spMkLst>
            <pc:docMk/>
            <pc:sldMk cId="3085438447" sldId="335"/>
            <ac:spMk id="8" creationId="{30308472-2943-437F-AFDC-7D4AFE27E66B}"/>
          </ac:spMkLst>
        </pc:spChg>
        <pc:spChg chg="mod">
          <ac:chgData name="Martin Hardy" userId="18c45b91-9529-4376-afee-15439663c977" providerId="ADAL" clId="{BE52785E-4381-4B89-B433-EFECFF45FA79}" dt="2021-09-18T17:26:33.684" v="4724"/>
          <ac:spMkLst>
            <pc:docMk/>
            <pc:sldMk cId="3085438447" sldId="335"/>
            <ac:spMk id="9" creationId="{91C9D350-4E74-4769-A830-70E04402EFE8}"/>
          </ac:spMkLst>
        </pc:spChg>
        <pc:spChg chg="add mod">
          <ac:chgData name="Martin Hardy" userId="18c45b91-9529-4376-afee-15439663c977" providerId="ADAL" clId="{BE52785E-4381-4B89-B433-EFECFF45FA79}" dt="2021-09-18T18:00:45.941" v="5408" actId="113"/>
          <ac:spMkLst>
            <pc:docMk/>
            <pc:sldMk cId="3085438447" sldId="335"/>
            <ac:spMk id="10" creationId="{0FAD0BC5-C746-4E27-9030-44813DD45EE1}"/>
          </ac:spMkLst>
        </pc:spChg>
        <pc:spChg chg="add mod">
          <ac:chgData name="Martin Hardy" userId="18c45b91-9529-4376-afee-15439663c977" providerId="ADAL" clId="{BE52785E-4381-4B89-B433-EFECFF45FA79}" dt="2021-09-18T18:02:00.342" v="5475" actId="207"/>
          <ac:spMkLst>
            <pc:docMk/>
            <pc:sldMk cId="3085438447" sldId="335"/>
            <ac:spMk id="11" creationId="{11221497-9C70-416E-8E7D-594EC1C9EA82}"/>
          </ac:spMkLst>
        </pc:spChg>
      </pc:sldChg>
      <pc:sldChg chg="modSp add mod">
        <pc:chgData name="Martin Hardy" userId="18c45b91-9529-4376-afee-15439663c977" providerId="ADAL" clId="{BE52785E-4381-4B89-B433-EFECFF45FA79}" dt="2021-09-18T19:22:14.112" v="6290" actId="6549"/>
        <pc:sldMkLst>
          <pc:docMk/>
          <pc:sldMk cId="1432714014" sldId="336"/>
        </pc:sldMkLst>
        <pc:spChg chg="mod">
          <ac:chgData name="Martin Hardy" userId="18c45b91-9529-4376-afee-15439663c977" providerId="ADAL" clId="{BE52785E-4381-4B89-B433-EFECFF45FA79}" dt="2021-09-18T17:38:14.330" v="4879" actId="20577"/>
          <ac:spMkLst>
            <pc:docMk/>
            <pc:sldMk cId="1432714014" sldId="336"/>
            <ac:spMk id="2" creationId="{843D659D-1AA8-4123-90AC-28CFD9EBAD29}"/>
          </ac:spMkLst>
        </pc:spChg>
        <pc:spChg chg="mod">
          <ac:chgData name="Martin Hardy" userId="18c45b91-9529-4376-afee-15439663c977" providerId="ADAL" clId="{BE52785E-4381-4B89-B433-EFECFF45FA79}" dt="2021-09-18T19:22:14.112" v="6290" actId="6549"/>
          <ac:spMkLst>
            <pc:docMk/>
            <pc:sldMk cId="1432714014" sldId="336"/>
            <ac:spMk id="17" creationId="{9C2B2185-20F0-4CE5-8F15-50294FDABFA4}"/>
          </ac:spMkLst>
        </pc:spChg>
        <pc:spChg chg="mod">
          <ac:chgData name="Martin Hardy" userId="18c45b91-9529-4376-afee-15439663c977" providerId="ADAL" clId="{BE52785E-4381-4B89-B433-EFECFF45FA79}" dt="2021-09-18T17:40:57.457" v="4938" actId="113"/>
          <ac:spMkLst>
            <pc:docMk/>
            <pc:sldMk cId="1432714014" sldId="336"/>
            <ac:spMk id="18" creationId="{923043FA-59B8-4F7A-831E-6264E6EFA9FF}"/>
          </ac:spMkLst>
        </pc:spChg>
      </pc:sldChg>
      <pc:sldChg chg="modSp new del mod">
        <pc:chgData name="Martin Hardy" userId="18c45b91-9529-4376-afee-15439663c977" providerId="ADAL" clId="{BE52785E-4381-4B89-B433-EFECFF45FA79}" dt="2021-09-18T17:36:52.761" v="4865" actId="47"/>
        <pc:sldMkLst>
          <pc:docMk/>
          <pc:sldMk cId="3386340886" sldId="336"/>
        </pc:sldMkLst>
        <pc:spChg chg="mod">
          <ac:chgData name="Martin Hardy" userId="18c45b91-9529-4376-afee-15439663c977" providerId="ADAL" clId="{BE52785E-4381-4B89-B433-EFECFF45FA79}" dt="2021-09-18T17:36:46.855" v="4864"/>
          <ac:spMkLst>
            <pc:docMk/>
            <pc:sldMk cId="3386340886" sldId="336"/>
            <ac:spMk id="3" creationId="{2A0FE6AE-F1E4-40A3-A012-24D98A738E26}"/>
          </ac:spMkLst>
        </pc:spChg>
      </pc:sldChg>
      <pc:sldChg chg="modSp add mod">
        <pc:chgData name="Martin Hardy" userId="18c45b91-9529-4376-afee-15439663c977" providerId="ADAL" clId="{BE52785E-4381-4B89-B433-EFECFF45FA79}" dt="2021-09-21T00:07:28.336" v="8319" actId="20577"/>
        <pc:sldMkLst>
          <pc:docMk/>
          <pc:sldMk cId="949993759" sldId="337"/>
        </pc:sldMkLst>
        <pc:spChg chg="mod">
          <ac:chgData name="Martin Hardy" userId="18c45b91-9529-4376-afee-15439663c977" providerId="ADAL" clId="{BE52785E-4381-4B89-B433-EFECFF45FA79}" dt="2021-09-18T18:06:47.685" v="5608" actId="404"/>
          <ac:spMkLst>
            <pc:docMk/>
            <pc:sldMk cId="949993759" sldId="337"/>
            <ac:spMk id="2" creationId="{28121302-8CC0-4962-85A8-8FAE55227E51}"/>
          </ac:spMkLst>
        </pc:spChg>
        <pc:spChg chg="mod">
          <ac:chgData name="Martin Hardy" userId="18c45b91-9529-4376-afee-15439663c977" providerId="ADAL" clId="{BE52785E-4381-4B89-B433-EFECFF45FA79}" dt="2021-09-21T00:07:28.336" v="8319" actId="20577"/>
          <ac:spMkLst>
            <pc:docMk/>
            <pc:sldMk cId="949993759" sldId="337"/>
            <ac:spMk id="3" creationId="{52AC1559-12EB-4EA3-B5AB-AB41514805D1}"/>
          </ac:spMkLst>
        </pc:spChg>
      </pc:sldChg>
      <pc:sldChg chg="modSp add mod">
        <pc:chgData name="Martin Hardy" userId="18c45b91-9529-4376-afee-15439663c977" providerId="ADAL" clId="{BE52785E-4381-4B89-B433-EFECFF45FA79}" dt="2021-09-18T19:57:06.728" v="6576" actId="20577"/>
        <pc:sldMkLst>
          <pc:docMk/>
          <pc:sldMk cId="194616816" sldId="338"/>
        </pc:sldMkLst>
        <pc:spChg chg="mod">
          <ac:chgData name="Martin Hardy" userId="18c45b91-9529-4376-afee-15439663c977" providerId="ADAL" clId="{BE52785E-4381-4B89-B433-EFECFF45FA79}" dt="2021-09-18T18:07:15.530" v="5610" actId="20577"/>
          <ac:spMkLst>
            <pc:docMk/>
            <pc:sldMk cId="194616816" sldId="338"/>
            <ac:spMk id="2" creationId="{28121302-8CC0-4962-85A8-8FAE55227E51}"/>
          </ac:spMkLst>
        </pc:spChg>
        <pc:spChg chg="mod">
          <ac:chgData name="Martin Hardy" userId="18c45b91-9529-4376-afee-15439663c977" providerId="ADAL" clId="{BE52785E-4381-4B89-B433-EFECFF45FA79}" dt="2021-09-18T19:57:06.728" v="6576" actId="20577"/>
          <ac:spMkLst>
            <pc:docMk/>
            <pc:sldMk cId="194616816" sldId="338"/>
            <ac:spMk id="3" creationId="{52AC1559-12EB-4EA3-B5AB-AB41514805D1}"/>
          </ac:spMkLst>
        </pc:spChg>
      </pc:sldChg>
      <pc:sldChg chg="modSp add mod">
        <pc:chgData name="Martin Hardy" userId="18c45b91-9529-4376-afee-15439663c977" providerId="ADAL" clId="{BE52785E-4381-4B89-B433-EFECFF45FA79}" dt="2021-09-18T19:58:24.111" v="6661" actId="20577"/>
        <pc:sldMkLst>
          <pc:docMk/>
          <pc:sldMk cId="2450570896" sldId="339"/>
        </pc:sldMkLst>
        <pc:spChg chg="mod">
          <ac:chgData name="Martin Hardy" userId="18c45b91-9529-4376-afee-15439663c977" providerId="ADAL" clId="{BE52785E-4381-4B89-B433-EFECFF45FA79}" dt="2021-09-18T18:08:04.763" v="5646" actId="20577"/>
          <ac:spMkLst>
            <pc:docMk/>
            <pc:sldMk cId="2450570896" sldId="339"/>
            <ac:spMk id="2" creationId="{28121302-8CC0-4962-85A8-8FAE55227E51}"/>
          </ac:spMkLst>
        </pc:spChg>
        <pc:spChg chg="mod">
          <ac:chgData name="Martin Hardy" userId="18c45b91-9529-4376-afee-15439663c977" providerId="ADAL" clId="{BE52785E-4381-4B89-B433-EFECFF45FA79}" dt="2021-09-18T19:58:24.111" v="6661" actId="20577"/>
          <ac:spMkLst>
            <pc:docMk/>
            <pc:sldMk cId="2450570896" sldId="339"/>
            <ac:spMk id="3" creationId="{52AC1559-12EB-4EA3-B5AB-AB41514805D1}"/>
          </ac:spMkLst>
        </pc:spChg>
      </pc:sldChg>
      <pc:sldChg chg="modSp add mod">
        <pc:chgData name="Martin Hardy" userId="18c45b91-9529-4376-afee-15439663c977" providerId="ADAL" clId="{BE52785E-4381-4B89-B433-EFECFF45FA79}" dt="2021-09-21T00:09:21.653" v="8320" actId="313"/>
        <pc:sldMkLst>
          <pc:docMk/>
          <pc:sldMk cId="2805985485" sldId="340"/>
        </pc:sldMkLst>
        <pc:spChg chg="mod">
          <ac:chgData name="Martin Hardy" userId="18c45b91-9529-4376-afee-15439663c977" providerId="ADAL" clId="{BE52785E-4381-4B89-B433-EFECFF45FA79}" dt="2021-09-18T20:27:35.499" v="6861" actId="6549"/>
          <ac:spMkLst>
            <pc:docMk/>
            <pc:sldMk cId="2805985485" sldId="340"/>
            <ac:spMk id="2" creationId="{28121302-8CC0-4962-85A8-8FAE55227E51}"/>
          </ac:spMkLst>
        </pc:spChg>
        <pc:spChg chg="mod">
          <ac:chgData name="Martin Hardy" userId="18c45b91-9529-4376-afee-15439663c977" providerId="ADAL" clId="{BE52785E-4381-4B89-B433-EFECFF45FA79}" dt="2021-09-21T00:09:21.653" v="8320" actId="313"/>
          <ac:spMkLst>
            <pc:docMk/>
            <pc:sldMk cId="2805985485" sldId="340"/>
            <ac:spMk id="3" creationId="{52AC1559-12EB-4EA3-B5AB-AB41514805D1}"/>
          </ac:spMkLst>
        </pc:spChg>
      </pc:sldChg>
      <pc:sldChg chg="modSp add mod">
        <pc:chgData name="Martin Hardy" userId="18c45b91-9529-4376-afee-15439663c977" providerId="ADAL" clId="{BE52785E-4381-4B89-B433-EFECFF45FA79}" dt="2021-09-18T20:29:30.115" v="6902" actId="20577"/>
        <pc:sldMkLst>
          <pc:docMk/>
          <pc:sldMk cId="3344128226" sldId="341"/>
        </pc:sldMkLst>
        <pc:spChg chg="mod">
          <ac:chgData name="Martin Hardy" userId="18c45b91-9529-4376-afee-15439663c977" providerId="ADAL" clId="{BE52785E-4381-4B89-B433-EFECFF45FA79}" dt="2021-09-18T20:27:47.664" v="6871" actId="20577"/>
          <ac:spMkLst>
            <pc:docMk/>
            <pc:sldMk cId="3344128226" sldId="341"/>
            <ac:spMk id="2" creationId="{28121302-8CC0-4962-85A8-8FAE55227E51}"/>
          </ac:spMkLst>
        </pc:spChg>
        <pc:spChg chg="mod">
          <ac:chgData name="Martin Hardy" userId="18c45b91-9529-4376-afee-15439663c977" providerId="ADAL" clId="{BE52785E-4381-4B89-B433-EFECFF45FA79}" dt="2021-09-18T20:29:30.115" v="6902" actId="20577"/>
          <ac:spMkLst>
            <pc:docMk/>
            <pc:sldMk cId="3344128226" sldId="341"/>
            <ac:spMk id="3" creationId="{52AC1559-12EB-4EA3-B5AB-AB41514805D1}"/>
          </ac:spMkLst>
        </pc:spChg>
      </pc:sldChg>
      <pc:sldChg chg="modSp add mod">
        <pc:chgData name="Martin Hardy" userId="18c45b91-9529-4376-afee-15439663c977" providerId="ADAL" clId="{BE52785E-4381-4B89-B433-EFECFF45FA79}" dt="2021-09-18T20:35:51.854" v="7172" actId="27636"/>
        <pc:sldMkLst>
          <pc:docMk/>
          <pc:sldMk cId="1260915011" sldId="342"/>
        </pc:sldMkLst>
        <pc:spChg chg="mod">
          <ac:chgData name="Martin Hardy" userId="18c45b91-9529-4376-afee-15439663c977" providerId="ADAL" clId="{BE52785E-4381-4B89-B433-EFECFF45FA79}" dt="2021-09-18T18:13:35.850" v="5738" actId="20577"/>
          <ac:spMkLst>
            <pc:docMk/>
            <pc:sldMk cId="1260915011" sldId="342"/>
            <ac:spMk id="2" creationId="{28121302-8CC0-4962-85A8-8FAE55227E51}"/>
          </ac:spMkLst>
        </pc:spChg>
        <pc:spChg chg="mod">
          <ac:chgData name="Martin Hardy" userId="18c45b91-9529-4376-afee-15439663c977" providerId="ADAL" clId="{BE52785E-4381-4B89-B433-EFECFF45FA79}" dt="2021-09-18T20:35:51.854" v="7172" actId="27636"/>
          <ac:spMkLst>
            <pc:docMk/>
            <pc:sldMk cId="1260915011" sldId="342"/>
            <ac:spMk id="3" creationId="{52AC1559-12EB-4EA3-B5AB-AB41514805D1}"/>
          </ac:spMkLst>
        </pc:spChg>
      </pc:sldChg>
      <pc:sldChg chg="modSp add mod">
        <pc:chgData name="Martin Hardy" userId="18c45b91-9529-4376-afee-15439663c977" providerId="ADAL" clId="{BE52785E-4381-4B89-B433-EFECFF45FA79}" dt="2021-09-21T00:11:31.543" v="8378" actId="20577"/>
        <pc:sldMkLst>
          <pc:docMk/>
          <pc:sldMk cId="3533248875" sldId="343"/>
        </pc:sldMkLst>
        <pc:spChg chg="mod">
          <ac:chgData name="Martin Hardy" userId="18c45b91-9529-4376-afee-15439663c977" providerId="ADAL" clId="{BE52785E-4381-4B89-B433-EFECFF45FA79}" dt="2021-09-18T18:18:02.081" v="5885" actId="20577"/>
          <ac:spMkLst>
            <pc:docMk/>
            <pc:sldMk cId="3533248875" sldId="343"/>
            <ac:spMk id="2" creationId="{28121302-8CC0-4962-85A8-8FAE55227E51}"/>
          </ac:spMkLst>
        </pc:spChg>
        <pc:spChg chg="mod">
          <ac:chgData name="Martin Hardy" userId="18c45b91-9529-4376-afee-15439663c977" providerId="ADAL" clId="{BE52785E-4381-4B89-B433-EFECFF45FA79}" dt="2021-09-21T00:11:31.543" v="8378" actId="20577"/>
          <ac:spMkLst>
            <pc:docMk/>
            <pc:sldMk cId="3533248875" sldId="343"/>
            <ac:spMk id="3" creationId="{52AC1559-12EB-4EA3-B5AB-AB41514805D1}"/>
          </ac:spMkLst>
        </pc:spChg>
      </pc:sldChg>
      <pc:sldChg chg="addSp delSp modSp add mod">
        <pc:chgData name="Martin Hardy" userId="18c45b91-9529-4376-afee-15439663c977" providerId="ADAL" clId="{BE52785E-4381-4B89-B433-EFECFF45FA79}" dt="2021-09-21T00:13:15.695" v="8486" actId="20577"/>
        <pc:sldMkLst>
          <pc:docMk/>
          <pc:sldMk cId="2838054431" sldId="344"/>
        </pc:sldMkLst>
        <pc:spChg chg="mod">
          <ac:chgData name="Martin Hardy" userId="18c45b91-9529-4376-afee-15439663c977" providerId="ADAL" clId="{BE52785E-4381-4B89-B433-EFECFF45FA79}" dt="2021-09-18T18:19:11.249" v="5928" actId="6549"/>
          <ac:spMkLst>
            <pc:docMk/>
            <pc:sldMk cId="2838054431" sldId="344"/>
            <ac:spMk id="2" creationId="{28121302-8CC0-4962-85A8-8FAE55227E51}"/>
          </ac:spMkLst>
        </pc:spChg>
        <pc:spChg chg="add del mod">
          <ac:chgData name="Martin Hardy" userId="18c45b91-9529-4376-afee-15439663c977" providerId="ADAL" clId="{BE52785E-4381-4B89-B433-EFECFF45FA79}" dt="2021-09-21T00:13:15.695" v="8486" actId="20577"/>
          <ac:spMkLst>
            <pc:docMk/>
            <pc:sldMk cId="2838054431" sldId="344"/>
            <ac:spMk id="3" creationId="{52AC1559-12EB-4EA3-B5AB-AB41514805D1}"/>
          </ac:spMkLst>
        </pc:spChg>
        <pc:graphicFrameChg chg="add del mod">
          <ac:chgData name="Martin Hardy" userId="18c45b91-9529-4376-afee-15439663c977" providerId="ADAL" clId="{BE52785E-4381-4B89-B433-EFECFF45FA79}" dt="2021-09-18T18:18:49.849" v="5898"/>
          <ac:graphicFrameMkLst>
            <pc:docMk/>
            <pc:sldMk cId="2838054431" sldId="344"/>
            <ac:graphicFrameMk id="6" creationId="{E5B89B13-E0F7-4850-914F-505F9722F1E5}"/>
          </ac:graphicFrameMkLst>
        </pc:graphicFrameChg>
      </pc:sldChg>
      <pc:sldChg chg="addSp delSp modSp add mod">
        <pc:chgData name="Martin Hardy" userId="18c45b91-9529-4376-afee-15439663c977" providerId="ADAL" clId="{BE52785E-4381-4B89-B433-EFECFF45FA79}" dt="2021-09-21T00:13:43.950" v="8487" actId="20577"/>
        <pc:sldMkLst>
          <pc:docMk/>
          <pc:sldMk cId="2755302031" sldId="345"/>
        </pc:sldMkLst>
        <pc:spChg chg="mod">
          <ac:chgData name="Martin Hardy" userId="18c45b91-9529-4376-afee-15439663c977" providerId="ADAL" clId="{BE52785E-4381-4B89-B433-EFECFF45FA79}" dt="2021-09-18T18:19:30.728" v="5942" actId="20577"/>
          <ac:spMkLst>
            <pc:docMk/>
            <pc:sldMk cId="2755302031" sldId="345"/>
            <ac:spMk id="2" creationId="{28121302-8CC0-4962-85A8-8FAE55227E51}"/>
          </ac:spMkLst>
        </pc:spChg>
        <pc:spChg chg="add del mod">
          <ac:chgData name="Martin Hardy" userId="18c45b91-9529-4376-afee-15439663c977" providerId="ADAL" clId="{BE52785E-4381-4B89-B433-EFECFF45FA79}" dt="2021-09-21T00:13:43.950" v="8487" actId="20577"/>
          <ac:spMkLst>
            <pc:docMk/>
            <pc:sldMk cId="2755302031" sldId="345"/>
            <ac:spMk id="3" creationId="{52AC1559-12EB-4EA3-B5AB-AB41514805D1}"/>
          </ac:spMkLst>
        </pc:spChg>
        <pc:graphicFrameChg chg="add del mod">
          <ac:chgData name="Martin Hardy" userId="18c45b91-9529-4376-afee-15439663c977" providerId="ADAL" clId="{BE52785E-4381-4B89-B433-EFECFF45FA79}" dt="2021-09-18T18:19:42.083" v="5944"/>
          <ac:graphicFrameMkLst>
            <pc:docMk/>
            <pc:sldMk cId="2755302031" sldId="345"/>
            <ac:graphicFrameMk id="6" creationId="{57C74321-2862-4DD4-953E-DA34B53E5BB2}"/>
          </ac:graphicFrameMkLst>
        </pc:graphicFrameChg>
      </pc:sldChg>
      <pc:sldChg chg="modSp add mod">
        <pc:chgData name="Martin Hardy" userId="18c45b91-9529-4376-afee-15439663c977" providerId="ADAL" clId="{BE52785E-4381-4B89-B433-EFECFF45FA79}" dt="2021-09-21T00:06:57.377" v="8303" actId="20577"/>
        <pc:sldMkLst>
          <pc:docMk/>
          <pc:sldMk cId="303876403" sldId="346"/>
        </pc:sldMkLst>
        <pc:spChg chg="mod">
          <ac:chgData name="Martin Hardy" userId="18c45b91-9529-4376-afee-15439663c977" providerId="ADAL" clId="{BE52785E-4381-4B89-B433-EFECFF45FA79}" dt="2021-09-21T00:06:57.377" v="8303" actId="20577"/>
          <ac:spMkLst>
            <pc:docMk/>
            <pc:sldMk cId="303876403" sldId="346"/>
            <ac:spMk id="3" creationId="{52AC1559-12EB-4EA3-B5AB-AB41514805D1}"/>
          </ac:spMkLst>
        </pc:spChg>
      </pc:sldChg>
      <pc:sldChg chg="modSp add del mod">
        <pc:chgData name="Martin Hardy" userId="18c45b91-9529-4376-afee-15439663c977" providerId="ADAL" clId="{BE52785E-4381-4B89-B433-EFECFF45FA79}" dt="2021-09-18T20:27:23.607" v="6859" actId="47"/>
        <pc:sldMkLst>
          <pc:docMk/>
          <pc:sldMk cId="3176526524" sldId="347"/>
        </pc:sldMkLst>
        <pc:spChg chg="mod">
          <ac:chgData name="Martin Hardy" userId="18c45b91-9529-4376-afee-15439663c977" providerId="ADAL" clId="{BE52785E-4381-4B89-B433-EFECFF45FA79}" dt="2021-09-18T20:27:10.045" v="6858" actId="20577"/>
          <ac:spMkLst>
            <pc:docMk/>
            <pc:sldMk cId="3176526524" sldId="347"/>
            <ac:spMk id="2" creationId="{28121302-8CC0-4962-85A8-8FAE55227E51}"/>
          </ac:spMkLst>
        </pc:spChg>
      </pc:sldChg>
      <pc:sldChg chg="modSp add del mod">
        <pc:chgData name="Martin Hardy" userId="18c45b91-9529-4376-afee-15439663c977" providerId="ADAL" clId="{BE52785E-4381-4B89-B433-EFECFF45FA79}" dt="2021-09-21T00:18:03.408" v="8488" actId="47"/>
        <pc:sldMkLst>
          <pc:docMk/>
          <pc:sldMk cId="3793896855" sldId="347"/>
        </pc:sldMkLst>
        <pc:spChg chg="mod">
          <ac:chgData name="Martin Hardy" userId="18c45b91-9529-4376-afee-15439663c977" providerId="ADAL" clId="{BE52785E-4381-4B89-B433-EFECFF45FA79}" dt="2021-09-18T21:07:51.646" v="7461" actId="20577"/>
          <ac:spMkLst>
            <pc:docMk/>
            <pc:sldMk cId="3793896855" sldId="347"/>
            <ac:spMk id="2" creationId="{28121302-8CC0-4962-85A8-8FAE55227E51}"/>
          </ac:spMkLst>
        </pc:spChg>
        <pc:spChg chg="mod">
          <ac:chgData name="Martin Hardy" userId="18c45b91-9529-4376-afee-15439663c977" providerId="ADAL" clId="{BE52785E-4381-4B89-B433-EFECFF45FA79}" dt="2021-09-18T21:07:55.343" v="7465" actId="5793"/>
          <ac:spMkLst>
            <pc:docMk/>
            <pc:sldMk cId="3793896855" sldId="347"/>
            <ac:spMk id="3" creationId="{52AC1559-12EB-4EA3-B5AB-AB41514805D1}"/>
          </ac:spMkLst>
        </pc:spChg>
      </pc:sldChg>
      <pc:sldChg chg="modSp new del mod">
        <pc:chgData name="Martin Hardy" userId="18c45b91-9529-4376-afee-15439663c977" providerId="ADAL" clId="{BE52785E-4381-4B89-B433-EFECFF45FA79}" dt="2021-09-21T00:19:48.475" v="8489" actId="47"/>
        <pc:sldMkLst>
          <pc:docMk/>
          <pc:sldMk cId="1455187605" sldId="348"/>
        </pc:sldMkLst>
        <pc:spChg chg="mod">
          <ac:chgData name="Martin Hardy" userId="18c45b91-9529-4376-afee-15439663c977" providerId="ADAL" clId="{BE52785E-4381-4B89-B433-EFECFF45FA79}" dt="2021-09-20T21:36:22.168" v="7619" actId="20577"/>
          <ac:spMkLst>
            <pc:docMk/>
            <pc:sldMk cId="1455187605" sldId="348"/>
            <ac:spMk id="2" creationId="{C6D135AF-2B00-4F42-8192-8F1A7B673188}"/>
          </ac:spMkLst>
        </pc:spChg>
        <pc:spChg chg="mod">
          <ac:chgData name="Martin Hardy" userId="18c45b91-9529-4376-afee-15439663c977" providerId="ADAL" clId="{BE52785E-4381-4B89-B433-EFECFF45FA79}" dt="2021-09-20T21:36:39.296" v="7651" actId="20577"/>
          <ac:spMkLst>
            <pc:docMk/>
            <pc:sldMk cId="1455187605" sldId="348"/>
            <ac:spMk id="3" creationId="{F47D4EC2-C65B-4ADF-BC32-C0B17815FA83}"/>
          </ac:spMkLst>
        </pc:spChg>
        <pc:spChg chg="mod">
          <ac:chgData name="Martin Hardy" userId="18c45b91-9529-4376-afee-15439663c977" providerId="ADAL" clId="{BE52785E-4381-4B89-B433-EFECFF45FA79}" dt="2021-09-21T00:05:50.352" v="8242" actId="27636"/>
          <ac:spMkLst>
            <pc:docMk/>
            <pc:sldMk cId="1455187605" sldId="348"/>
            <ac:spMk id="6" creationId="{C068814E-86EC-4F19-8710-2BC2DABAB0EC}"/>
          </ac:spMkLst>
        </pc:spChg>
      </pc:sldChg>
      <pc:sldMasterChg chg="delSp modSp mod addSldLayout delSldLayout modSldLayout">
        <pc:chgData name="Martin Hardy" userId="18c45b91-9529-4376-afee-15439663c977" providerId="ADAL" clId="{BE52785E-4381-4B89-B433-EFECFF45FA79}" dt="2021-09-18T17:37:22.500" v="4869" actId="14100"/>
        <pc:sldMasterMkLst>
          <pc:docMk/>
          <pc:sldMasterMk cId="655748020" sldId="2147483736"/>
        </pc:sldMasterMkLst>
        <pc:spChg chg="mod">
          <ac:chgData name="Martin Hardy" userId="18c45b91-9529-4376-afee-15439663c977" providerId="ADAL" clId="{BE52785E-4381-4B89-B433-EFECFF45FA79}" dt="2021-09-18T13:20:21.042" v="1224" actId="14100"/>
          <ac:spMkLst>
            <pc:docMk/>
            <pc:sldMasterMk cId="655748020" sldId="2147483736"/>
            <ac:spMk id="2" creationId="{00000000-0000-0000-0000-000000000000}"/>
          </ac:spMkLst>
        </pc:spChg>
        <pc:spChg chg="mod">
          <ac:chgData name="Martin Hardy" userId="18c45b91-9529-4376-afee-15439663c977" providerId="ADAL" clId="{BE52785E-4381-4B89-B433-EFECFF45FA79}" dt="2021-09-18T14:07:25.906" v="2117" actId="790"/>
          <ac:spMkLst>
            <pc:docMk/>
            <pc:sldMasterMk cId="655748020" sldId="2147483736"/>
            <ac:spMk id="3" creationId="{00000000-0000-0000-0000-000000000000}"/>
          </ac:spMkLst>
        </pc:spChg>
        <pc:spChg chg="del">
          <ac:chgData name="Martin Hardy" userId="18c45b91-9529-4376-afee-15439663c977" providerId="ADAL" clId="{BE52785E-4381-4B89-B433-EFECFF45FA79}" dt="2021-09-18T13:19:52.801" v="1221" actId="478"/>
          <ac:spMkLst>
            <pc:docMk/>
            <pc:sldMasterMk cId="655748020" sldId="2147483736"/>
            <ac:spMk id="4" creationId="{00000000-0000-0000-0000-000000000000}"/>
          </ac:spMkLst>
        </pc:spChg>
        <pc:spChg chg="mod">
          <ac:chgData name="Martin Hardy" userId="18c45b91-9529-4376-afee-15439663c977" providerId="ADAL" clId="{BE52785E-4381-4B89-B433-EFECFF45FA79}" dt="2021-09-18T13:19:59.362" v="1222" actId="14100"/>
          <ac:spMkLst>
            <pc:docMk/>
            <pc:sldMasterMk cId="655748020" sldId="2147483736"/>
            <ac:spMk id="5" creationId="{00000000-0000-0000-0000-000000000000}"/>
          </ac:spMkLst>
        </pc:spChg>
        <pc:sldLayoutChg chg="addSp delSp modSp mod">
          <pc:chgData name="Martin Hardy" userId="18c45b91-9529-4376-afee-15439663c977" providerId="ADAL" clId="{BE52785E-4381-4B89-B433-EFECFF45FA79}" dt="2021-09-18T17:14:23.675" v="4393"/>
          <pc:sldLayoutMkLst>
            <pc:docMk/>
            <pc:sldMasterMk cId="655748020" sldId="2147483736"/>
            <pc:sldLayoutMk cId="4288537238" sldId="2147483738"/>
          </pc:sldLayoutMkLst>
          <pc:spChg chg="del">
            <ac:chgData name="Martin Hardy" userId="18c45b91-9529-4376-afee-15439663c977" providerId="ADAL" clId="{BE52785E-4381-4B89-B433-EFECFF45FA79}" dt="2021-09-18T17:14:23.360" v="4392" actId="478"/>
            <ac:spMkLst>
              <pc:docMk/>
              <pc:sldMasterMk cId="655748020" sldId="2147483736"/>
              <pc:sldLayoutMk cId="4288537238" sldId="2147483738"/>
              <ac:spMk id="4" creationId="{00000000-0000-0000-0000-000000000000}"/>
            </ac:spMkLst>
          </pc:spChg>
          <pc:spChg chg="add mod">
            <ac:chgData name="Martin Hardy" userId="18c45b91-9529-4376-afee-15439663c977" providerId="ADAL" clId="{BE52785E-4381-4B89-B433-EFECFF45FA79}" dt="2021-09-18T17:14:23.675" v="4393"/>
            <ac:spMkLst>
              <pc:docMk/>
              <pc:sldMasterMk cId="655748020" sldId="2147483736"/>
              <pc:sldLayoutMk cId="4288537238" sldId="2147483738"/>
              <ac:spMk id="7" creationId="{85E2F688-D465-48CA-9D05-02DE3F8B2414}"/>
            </ac:spMkLst>
          </pc:spChg>
        </pc:sldLayoutChg>
        <pc:sldLayoutChg chg="modSp">
          <pc:chgData name="Martin Hardy" userId="18c45b91-9529-4376-afee-15439663c977" providerId="ADAL" clId="{BE52785E-4381-4B89-B433-EFECFF45FA79}" dt="2021-09-18T13:13:35.476" v="1102" actId="403"/>
          <pc:sldLayoutMkLst>
            <pc:docMk/>
            <pc:sldMasterMk cId="655748020" sldId="2147483736"/>
            <pc:sldLayoutMk cId="1650402052" sldId="2147483739"/>
          </pc:sldLayoutMkLst>
          <pc:spChg chg="mod">
            <ac:chgData name="Martin Hardy" userId="18c45b91-9529-4376-afee-15439663c977" providerId="ADAL" clId="{BE52785E-4381-4B89-B433-EFECFF45FA79}" dt="2021-09-18T13:13:35.476" v="1102" actId="403"/>
            <ac:spMkLst>
              <pc:docMk/>
              <pc:sldMasterMk cId="655748020" sldId="2147483736"/>
              <pc:sldLayoutMk cId="1650402052" sldId="2147483739"/>
              <ac:spMk id="3" creationId="{00000000-0000-0000-0000-000000000000}"/>
            </ac:spMkLst>
          </pc:spChg>
        </pc:sldLayoutChg>
        <pc:sldLayoutChg chg="addSp delSp modSp mod">
          <pc:chgData name="Martin Hardy" userId="18c45b91-9529-4376-afee-15439663c977" providerId="ADAL" clId="{BE52785E-4381-4B89-B433-EFECFF45FA79}" dt="2021-09-18T13:22:02.507" v="1254" actId="12"/>
          <pc:sldLayoutMkLst>
            <pc:docMk/>
            <pc:sldMasterMk cId="655748020" sldId="2147483736"/>
            <pc:sldLayoutMk cId="1028108001" sldId="2147483740"/>
          </pc:sldLayoutMkLst>
          <pc:spChg chg="mod">
            <ac:chgData name="Martin Hardy" userId="18c45b91-9529-4376-afee-15439663c977" providerId="ADAL" clId="{BE52785E-4381-4B89-B433-EFECFF45FA79}" dt="2021-09-18T12:41:15.962" v="454" actId="14100"/>
            <ac:spMkLst>
              <pc:docMk/>
              <pc:sldMasterMk cId="655748020" sldId="2147483736"/>
              <pc:sldLayoutMk cId="1028108001" sldId="2147483740"/>
              <ac:spMk id="2" creationId="{00000000-0000-0000-0000-000000000000}"/>
            </ac:spMkLst>
          </pc:spChg>
          <pc:spChg chg="mod">
            <ac:chgData name="Martin Hardy" userId="18c45b91-9529-4376-afee-15439663c977" providerId="ADAL" clId="{BE52785E-4381-4B89-B433-EFECFF45FA79}" dt="2021-09-18T12:41:20.522" v="456" actId="14100"/>
            <ac:spMkLst>
              <pc:docMk/>
              <pc:sldMasterMk cId="655748020" sldId="2147483736"/>
              <pc:sldLayoutMk cId="1028108001" sldId="2147483740"/>
              <ac:spMk id="4" creationId="{00000000-0000-0000-0000-000000000000}"/>
            </ac:spMkLst>
          </pc:spChg>
          <pc:spChg chg="del">
            <ac:chgData name="Martin Hardy" userId="18c45b91-9529-4376-afee-15439663c977" providerId="ADAL" clId="{BE52785E-4381-4B89-B433-EFECFF45FA79}" dt="2021-09-18T13:17:24.754" v="1189" actId="478"/>
            <ac:spMkLst>
              <pc:docMk/>
              <pc:sldMasterMk cId="655748020" sldId="2147483736"/>
              <pc:sldLayoutMk cId="1028108001" sldId="2147483740"/>
              <ac:spMk id="5" creationId="{00000000-0000-0000-0000-000000000000}"/>
            </ac:spMkLst>
          </pc:spChg>
          <pc:spChg chg="mod">
            <ac:chgData name="Martin Hardy" userId="18c45b91-9529-4376-afee-15439663c977" providerId="ADAL" clId="{BE52785E-4381-4B89-B433-EFECFF45FA79}" dt="2021-09-18T13:17:53.987" v="1193" actId="14100"/>
            <ac:spMkLst>
              <pc:docMk/>
              <pc:sldMasterMk cId="655748020" sldId="2147483736"/>
              <pc:sldLayoutMk cId="1028108001" sldId="2147483740"/>
              <ac:spMk id="6" creationId="{00000000-0000-0000-0000-000000000000}"/>
            </ac:spMkLst>
          </pc:spChg>
          <pc:spChg chg="add del mod">
            <ac:chgData name="Martin Hardy" userId="18c45b91-9529-4376-afee-15439663c977" providerId="ADAL" clId="{BE52785E-4381-4B89-B433-EFECFF45FA79}" dt="2021-09-18T13:19:06.193" v="1216" actId="478"/>
            <ac:spMkLst>
              <pc:docMk/>
              <pc:sldMasterMk cId="655748020" sldId="2147483736"/>
              <pc:sldLayoutMk cId="1028108001" sldId="2147483740"/>
              <ac:spMk id="8" creationId="{6CAC0D06-F3B4-48EC-AC50-0D1E23868351}"/>
            </ac:spMkLst>
          </pc:spChg>
          <pc:spChg chg="add del mod">
            <ac:chgData name="Martin Hardy" userId="18c45b91-9529-4376-afee-15439663c977" providerId="ADAL" clId="{BE52785E-4381-4B89-B433-EFECFF45FA79}" dt="2021-09-18T13:19:31.044" v="1220"/>
            <ac:spMkLst>
              <pc:docMk/>
              <pc:sldMasterMk cId="655748020" sldId="2147483736"/>
              <pc:sldLayoutMk cId="1028108001" sldId="2147483740"/>
              <ac:spMk id="9" creationId="{3F4B955E-83F4-4A32-A598-2745DEB5FDE8}"/>
            </ac:spMkLst>
          </pc:spChg>
          <pc:spChg chg="add del">
            <ac:chgData name="Martin Hardy" userId="18c45b91-9529-4376-afee-15439663c977" providerId="ADAL" clId="{BE52785E-4381-4B89-B433-EFECFF45FA79}" dt="2021-09-18T13:20:44.970" v="1225" actId="11529"/>
            <ac:spMkLst>
              <pc:docMk/>
              <pc:sldMasterMk cId="655748020" sldId="2147483736"/>
              <pc:sldLayoutMk cId="1028108001" sldId="2147483740"/>
              <ac:spMk id="10" creationId="{21B6617E-52AB-465C-B4E1-944F1425FAB6}"/>
            </ac:spMkLst>
          </pc:spChg>
          <pc:spChg chg="add mod">
            <ac:chgData name="Martin Hardy" userId="18c45b91-9529-4376-afee-15439663c977" providerId="ADAL" clId="{BE52785E-4381-4B89-B433-EFECFF45FA79}" dt="2021-09-18T13:22:02.507" v="1254" actId="12"/>
            <ac:spMkLst>
              <pc:docMk/>
              <pc:sldMasterMk cId="655748020" sldId="2147483736"/>
              <pc:sldLayoutMk cId="1028108001" sldId="2147483740"/>
              <ac:spMk id="11" creationId="{6CFF0CEE-5267-4402-8F98-EC7853DB876C}"/>
            </ac:spMkLst>
          </pc:spChg>
        </pc:sldLayoutChg>
        <pc:sldLayoutChg chg="addSp delSp modSp mod">
          <pc:chgData name="Martin Hardy" userId="18c45b91-9529-4376-afee-15439663c977" providerId="ADAL" clId="{BE52785E-4381-4B89-B433-EFECFF45FA79}" dt="2021-09-18T17:37:22.500" v="4869" actId="14100"/>
          <pc:sldLayoutMkLst>
            <pc:docMk/>
            <pc:sldMasterMk cId="655748020" sldId="2147483736"/>
            <pc:sldLayoutMk cId="3785427151" sldId="2147483741"/>
          </pc:sldLayoutMkLst>
          <pc:spChg chg="mod">
            <ac:chgData name="Martin Hardy" userId="18c45b91-9529-4376-afee-15439663c977" providerId="ADAL" clId="{BE52785E-4381-4B89-B433-EFECFF45FA79}" dt="2021-09-18T17:37:22.500" v="4869" actId="14100"/>
            <ac:spMkLst>
              <pc:docMk/>
              <pc:sldMasterMk cId="655748020" sldId="2147483736"/>
              <pc:sldLayoutMk cId="3785427151" sldId="2147483741"/>
              <ac:spMk id="3" creationId="{00000000-0000-0000-0000-000000000000}"/>
            </ac:spMkLst>
          </pc:spChg>
          <pc:spChg chg="mod">
            <ac:chgData name="Martin Hardy" userId="18c45b91-9529-4376-afee-15439663c977" providerId="ADAL" clId="{BE52785E-4381-4B89-B433-EFECFF45FA79}" dt="2021-09-18T17:37:22.500" v="4869" actId="14100"/>
            <ac:spMkLst>
              <pc:docMk/>
              <pc:sldMasterMk cId="655748020" sldId="2147483736"/>
              <pc:sldLayoutMk cId="3785427151" sldId="2147483741"/>
              <ac:spMk id="4" creationId="{00000000-0000-0000-0000-000000000000}"/>
            </ac:spMkLst>
          </pc:spChg>
          <pc:spChg chg="mod">
            <ac:chgData name="Martin Hardy" userId="18c45b91-9529-4376-afee-15439663c977" providerId="ADAL" clId="{BE52785E-4381-4B89-B433-EFECFF45FA79}" dt="2021-09-18T17:37:17.317" v="4868" actId="14100"/>
            <ac:spMkLst>
              <pc:docMk/>
              <pc:sldMasterMk cId="655748020" sldId="2147483736"/>
              <pc:sldLayoutMk cId="3785427151" sldId="2147483741"/>
              <ac:spMk id="5" creationId="{00000000-0000-0000-0000-000000000000}"/>
            </ac:spMkLst>
          </pc:spChg>
          <pc:spChg chg="mod">
            <ac:chgData name="Martin Hardy" userId="18c45b91-9529-4376-afee-15439663c977" providerId="ADAL" clId="{BE52785E-4381-4B89-B433-EFECFF45FA79}" dt="2021-09-18T17:37:17.317" v="4868" actId="14100"/>
            <ac:spMkLst>
              <pc:docMk/>
              <pc:sldMasterMk cId="655748020" sldId="2147483736"/>
              <pc:sldLayoutMk cId="3785427151" sldId="2147483741"/>
              <ac:spMk id="6" creationId="{00000000-0000-0000-0000-000000000000}"/>
            </ac:spMkLst>
          </pc:spChg>
          <pc:spChg chg="del">
            <ac:chgData name="Martin Hardy" userId="18c45b91-9529-4376-afee-15439663c977" providerId="ADAL" clId="{BE52785E-4381-4B89-B433-EFECFF45FA79}" dt="2021-09-18T17:14:29.072" v="4394" actId="478"/>
            <ac:spMkLst>
              <pc:docMk/>
              <pc:sldMasterMk cId="655748020" sldId="2147483736"/>
              <pc:sldLayoutMk cId="3785427151" sldId="2147483741"/>
              <ac:spMk id="7" creationId="{00000000-0000-0000-0000-000000000000}"/>
            </ac:spMkLst>
          </pc:spChg>
          <pc:spChg chg="add mod">
            <ac:chgData name="Martin Hardy" userId="18c45b91-9529-4376-afee-15439663c977" providerId="ADAL" clId="{BE52785E-4381-4B89-B433-EFECFF45FA79}" dt="2021-09-18T17:14:29.234" v="4395"/>
            <ac:spMkLst>
              <pc:docMk/>
              <pc:sldMasterMk cId="655748020" sldId="2147483736"/>
              <pc:sldLayoutMk cId="3785427151" sldId="2147483741"/>
              <ac:spMk id="11" creationId="{2B5D865D-DE40-4DB2-9008-2CE08010F159}"/>
            </ac:spMkLst>
          </pc:spChg>
        </pc:sldLayoutChg>
        <pc:sldLayoutChg chg="addSp delSp modSp mod">
          <pc:chgData name="Martin Hardy" userId="18c45b91-9529-4376-afee-15439663c977" providerId="ADAL" clId="{BE52785E-4381-4B89-B433-EFECFF45FA79}" dt="2021-09-18T17:14:35.882" v="4397"/>
          <pc:sldLayoutMkLst>
            <pc:docMk/>
            <pc:sldMasterMk cId="655748020" sldId="2147483736"/>
            <pc:sldLayoutMk cId="1047956499" sldId="2147483742"/>
          </pc:sldLayoutMkLst>
          <pc:spChg chg="del">
            <ac:chgData name="Martin Hardy" userId="18c45b91-9529-4376-afee-15439663c977" providerId="ADAL" clId="{BE52785E-4381-4B89-B433-EFECFF45FA79}" dt="2021-09-18T17:14:35.744" v="4396" actId="478"/>
            <ac:spMkLst>
              <pc:docMk/>
              <pc:sldMasterMk cId="655748020" sldId="2147483736"/>
              <pc:sldLayoutMk cId="1047956499" sldId="2147483742"/>
              <ac:spMk id="3" creationId="{00000000-0000-0000-0000-000000000000}"/>
            </ac:spMkLst>
          </pc:spChg>
          <pc:spChg chg="add mod">
            <ac:chgData name="Martin Hardy" userId="18c45b91-9529-4376-afee-15439663c977" providerId="ADAL" clId="{BE52785E-4381-4B89-B433-EFECFF45FA79}" dt="2021-09-18T17:14:35.882" v="4397"/>
            <ac:spMkLst>
              <pc:docMk/>
              <pc:sldMasterMk cId="655748020" sldId="2147483736"/>
              <pc:sldLayoutMk cId="1047956499" sldId="2147483742"/>
              <ac:spMk id="6" creationId="{FBC9ECB5-70DF-4527-B9D2-5DDE69982F5E}"/>
            </ac:spMkLst>
          </pc:spChg>
        </pc:sldLayoutChg>
        <pc:sldLayoutChg chg="addSp delSp modSp mod">
          <pc:chgData name="Martin Hardy" userId="18c45b91-9529-4376-afee-15439663c977" providerId="ADAL" clId="{BE52785E-4381-4B89-B433-EFECFF45FA79}" dt="2021-09-18T17:14:39.350" v="4399"/>
          <pc:sldLayoutMkLst>
            <pc:docMk/>
            <pc:sldMasterMk cId="655748020" sldId="2147483736"/>
            <pc:sldLayoutMk cId="4041771196" sldId="2147483743"/>
          </pc:sldLayoutMkLst>
          <pc:spChg chg="del">
            <ac:chgData name="Martin Hardy" userId="18c45b91-9529-4376-afee-15439663c977" providerId="ADAL" clId="{BE52785E-4381-4B89-B433-EFECFF45FA79}" dt="2021-09-18T17:14:39.272" v="4398" actId="478"/>
            <ac:spMkLst>
              <pc:docMk/>
              <pc:sldMasterMk cId="655748020" sldId="2147483736"/>
              <pc:sldLayoutMk cId="4041771196" sldId="2147483743"/>
              <ac:spMk id="2" creationId="{00000000-0000-0000-0000-000000000000}"/>
            </ac:spMkLst>
          </pc:spChg>
          <pc:spChg chg="add mod">
            <ac:chgData name="Martin Hardy" userId="18c45b91-9529-4376-afee-15439663c977" providerId="ADAL" clId="{BE52785E-4381-4B89-B433-EFECFF45FA79}" dt="2021-09-18T17:14:39.350" v="4399"/>
            <ac:spMkLst>
              <pc:docMk/>
              <pc:sldMasterMk cId="655748020" sldId="2147483736"/>
              <pc:sldLayoutMk cId="4041771196" sldId="2147483743"/>
              <ac:spMk id="5" creationId="{51E6E37F-48C1-470B-A0C2-E8E7E5787B3B}"/>
            </ac:spMkLst>
          </pc:spChg>
        </pc:sldLayoutChg>
        <pc:sldLayoutChg chg="addSp delSp modSp mod">
          <pc:chgData name="Martin Hardy" userId="18c45b91-9529-4376-afee-15439663c977" providerId="ADAL" clId="{BE52785E-4381-4B89-B433-EFECFF45FA79}" dt="2021-09-18T17:14:42.427" v="4401"/>
          <pc:sldLayoutMkLst>
            <pc:docMk/>
            <pc:sldMasterMk cId="655748020" sldId="2147483736"/>
            <pc:sldLayoutMk cId="1071249601" sldId="2147483744"/>
          </pc:sldLayoutMkLst>
          <pc:spChg chg="del">
            <ac:chgData name="Martin Hardy" userId="18c45b91-9529-4376-afee-15439663c977" providerId="ADAL" clId="{BE52785E-4381-4B89-B433-EFECFF45FA79}" dt="2021-09-18T17:14:42.272" v="4400" actId="478"/>
            <ac:spMkLst>
              <pc:docMk/>
              <pc:sldMasterMk cId="655748020" sldId="2147483736"/>
              <pc:sldLayoutMk cId="1071249601" sldId="2147483744"/>
              <ac:spMk id="5" creationId="{00000000-0000-0000-0000-000000000000}"/>
            </ac:spMkLst>
          </pc:spChg>
          <pc:spChg chg="add mod">
            <ac:chgData name="Martin Hardy" userId="18c45b91-9529-4376-afee-15439663c977" providerId="ADAL" clId="{BE52785E-4381-4B89-B433-EFECFF45FA79}" dt="2021-09-18T17:14:42.427" v="4401"/>
            <ac:spMkLst>
              <pc:docMk/>
              <pc:sldMasterMk cId="655748020" sldId="2147483736"/>
              <pc:sldLayoutMk cId="1071249601" sldId="2147483744"/>
              <ac:spMk id="9" creationId="{611AD209-F383-4B4C-9603-08AFA88FF13D}"/>
            </ac:spMkLst>
          </pc:spChg>
        </pc:sldLayoutChg>
        <pc:sldLayoutChg chg="addSp delSp modSp mod">
          <pc:chgData name="Martin Hardy" userId="18c45b91-9529-4376-afee-15439663c977" providerId="ADAL" clId="{BE52785E-4381-4B89-B433-EFECFF45FA79}" dt="2021-09-18T17:14:53.706" v="4404" actId="1076"/>
          <pc:sldLayoutMkLst>
            <pc:docMk/>
            <pc:sldMasterMk cId="655748020" sldId="2147483736"/>
            <pc:sldLayoutMk cId="952012904" sldId="2147483745"/>
          </pc:sldLayoutMkLst>
          <pc:spChg chg="del">
            <ac:chgData name="Martin Hardy" userId="18c45b91-9529-4376-afee-15439663c977" providerId="ADAL" clId="{BE52785E-4381-4B89-B433-EFECFF45FA79}" dt="2021-09-18T17:14:46.560" v="4402" actId="478"/>
            <ac:spMkLst>
              <pc:docMk/>
              <pc:sldMasterMk cId="655748020" sldId="2147483736"/>
              <pc:sldLayoutMk cId="952012904" sldId="2147483745"/>
              <ac:spMk id="5" creationId="{00000000-0000-0000-0000-000000000000}"/>
            </ac:spMkLst>
          </pc:spChg>
          <pc:spChg chg="add mod">
            <ac:chgData name="Martin Hardy" userId="18c45b91-9529-4376-afee-15439663c977" providerId="ADAL" clId="{BE52785E-4381-4B89-B433-EFECFF45FA79}" dt="2021-09-18T17:14:53.706" v="4404" actId="1076"/>
            <ac:spMkLst>
              <pc:docMk/>
              <pc:sldMasterMk cId="655748020" sldId="2147483736"/>
              <pc:sldLayoutMk cId="952012904" sldId="2147483745"/>
              <ac:spMk id="9" creationId="{55A303F9-E59A-4C8C-B9CC-B04964D1958D}"/>
            </ac:spMkLst>
          </pc:spChg>
        </pc:sldLayoutChg>
        <pc:sldLayoutChg chg="del">
          <pc:chgData name="Martin Hardy" userId="18c45b91-9529-4376-afee-15439663c977" providerId="ADAL" clId="{BE52785E-4381-4B89-B433-EFECFF45FA79}" dt="2021-09-18T12:19:25.427" v="19" actId="47"/>
          <pc:sldLayoutMkLst>
            <pc:docMk/>
            <pc:sldMasterMk cId="655748020" sldId="2147483736"/>
            <pc:sldLayoutMk cId="1631986511" sldId="2147483748"/>
          </pc:sldLayoutMkLst>
        </pc:sldLayoutChg>
        <pc:sldLayoutChg chg="del">
          <pc:chgData name="Martin Hardy" userId="18c45b91-9529-4376-afee-15439663c977" providerId="ADAL" clId="{BE52785E-4381-4B89-B433-EFECFF45FA79}" dt="2021-09-18T12:19:25.427" v="19" actId="47"/>
          <pc:sldLayoutMkLst>
            <pc:docMk/>
            <pc:sldMasterMk cId="655748020" sldId="2147483736"/>
            <pc:sldLayoutMk cId="2953126494" sldId="2147483749"/>
          </pc:sldLayoutMkLst>
        </pc:sldLayoutChg>
        <pc:sldLayoutChg chg="addSp delSp modSp add mod modTransition">
          <pc:chgData name="Martin Hardy" userId="18c45b91-9529-4376-afee-15439663c977" providerId="ADAL" clId="{BE52785E-4381-4B89-B433-EFECFF45FA79}" dt="2021-09-18T17:33:06.548" v="4793" actId="179"/>
          <pc:sldLayoutMkLst>
            <pc:docMk/>
            <pc:sldMasterMk cId="655748020" sldId="2147483736"/>
            <pc:sldLayoutMk cId="4231823770" sldId="2147483751"/>
          </pc:sldLayoutMkLst>
          <pc:spChg chg="del mod">
            <ac:chgData name="Martin Hardy" userId="18c45b91-9529-4376-afee-15439663c977" providerId="ADAL" clId="{BE52785E-4381-4B89-B433-EFECFF45FA79}" dt="2021-09-18T17:31:16.548" v="4768" actId="478"/>
            <ac:spMkLst>
              <pc:docMk/>
              <pc:sldMasterMk cId="655748020" sldId="2147483736"/>
              <pc:sldLayoutMk cId="4231823770" sldId="2147483751"/>
              <ac:spMk id="3" creationId="{00000000-0000-0000-0000-000000000000}"/>
            </ac:spMkLst>
          </pc:spChg>
          <pc:spChg chg="mod">
            <ac:chgData name="Martin Hardy" userId="18c45b91-9529-4376-afee-15439663c977" providerId="ADAL" clId="{BE52785E-4381-4B89-B433-EFECFF45FA79}" dt="2021-09-18T17:23:55.355" v="4656" actId="20577"/>
            <ac:spMkLst>
              <pc:docMk/>
              <pc:sldMasterMk cId="655748020" sldId="2147483736"/>
              <pc:sldLayoutMk cId="4231823770" sldId="2147483751"/>
              <ac:spMk id="4" creationId="{00000000-0000-0000-0000-000000000000}"/>
            </ac:spMkLst>
          </pc:spChg>
          <pc:spChg chg="add del">
            <ac:chgData name="Martin Hardy" userId="18c45b91-9529-4376-afee-15439663c977" providerId="ADAL" clId="{BE52785E-4381-4B89-B433-EFECFF45FA79}" dt="2021-09-18T17:31:27.493" v="4769" actId="11529"/>
            <ac:spMkLst>
              <pc:docMk/>
              <pc:sldMasterMk cId="655748020" sldId="2147483736"/>
              <pc:sldLayoutMk cId="4231823770" sldId="2147483751"/>
              <ac:spMk id="5" creationId="{8797C8F5-1DAE-4289-A00E-F19CCEA1FC1C}"/>
            </ac:spMkLst>
          </pc:spChg>
          <pc:spChg chg="add mod">
            <ac:chgData name="Martin Hardy" userId="18c45b91-9529-4376-afee-15439663c977" providerId="ADAL" clId="{BE52785E-4381-4B89-B433-EFECFF45FA79}" dt="2021-09-18T17:33:06.548" v="4793" actId="179"/>
            <ac:spMkLst>
              <pc:docMk/>
              <pc:sldMasterMk cId="655748020" sldId="2147483736"/>
              <pc:sldLayoutMk cId="4231823770" sldId="2147483751"/>
              <ac:spMk id="8" creationId="{431541AE-BA1E-4156-9EAB-85CCE671BEF0}"/>
            </ac:spMkLst>
          </pc:spChg>
        </pc:sldLayoutChg>
      </pc:sldMasterChg>
    </pc:docChg>
  </pc:docChgLst>
  <pc:docChgLst>
    <pc:chgData name="Martin Hardy" userId="18c45b91-9529-4376-afee-15439663c977" providerId="ADAL" clId="{DD112034-4E96-4FDA-A4B8-5F11092D1878}"/>
    <pc:docChg chg="delSld">
      <pc:chgData name="Martin Hardy" userId="18c45b91-9529-4376-afee-15439663c977" providerId="ADAL" clId="{DD112034-4E96-4FDA-A4B8-5F11092D1878}" dt="2021-09-03T21:09:21.093" v="0" actId="47"/>
      <pc:docMkLst>
        <pc:docMk/>
      </pc:docMkLst>
      <pc:sldChg chg="del">
        <pc:chgData name="Martin Hardy" userId="18c45b91-9529-4376-afee-15439663c977" providerId="ADAL" clId="{DD112034-4E96-4FDA-A4B8-5F11092D1878}" dt="2021-09-03T21:09:21.093" v="0" actId="47"/>
        <pc:sldMkLst>
          <pc:docMk/>
          <pc:sldMk cId="960984672" sldId="265"/>
        </pc:sldMkLst>
      </pc:sldChg>
      <pc:sldChg chg="del">
        <pc:chgData name="Martin Hardy" userId="18c45b91-9529-4376-afee-15439663c977" providerId="ADAL" clId="{DD112034-4E96-4FDA-A4B8-5F11092D1878}" dt="2021-09-03T21:09:21.093" v="0" actId="47"/>
        <pc:sldMkLst>
          <pc:docMk/>
          <pc:sldMk cId="707364746" sldId="266"/>
        </pc:sldMkLst>
      </pc:sldChg>
      <pc:sldChg chg="del">
        <pc:chgData name="Martin Hardy" userId="18c45b91-9529-4376-afee-15439663c977" providerId="ADAL" clId="{DD112034-4E96-4FDA-A4B8-5F11092D1878}" dt="2021-09-03T21:09:21.093" v="0" actId="47"/>
        <pc:sldMkLst>
          <pc:docMk/>
          <pc:sldMk cId="2548889798" sldId="267"/>
        </pc:sldMkLst>
      </pc:sldChg>
    </pc:docChg>
  </pc:docChgLst>
  <pc:docChgLst>
    <pc:chgData name="Martin Hardy" userId="18c45b91-9529-4376-afee-15439663c977" providerId="ADAL" clId="{8D5E34AC-4DD0-4CF7-A912-C6EFD630449F}"/>
    <pc:docChg chg="undo redo custSel addSld delSld modSld sldOrd modMainMaster addSection delSection modSection">
      <pc:chgData name="Martin Hardy" userId="18c45b91-9529-4376-afee-15439663c977" providerId="ADAL" clId="{8D5E34AC-4DD0-4CF7-A912-C6EFD630449F}" dt="2021-09-28T12:25:16.907" v="7534" actId="20577"/>
      <pc:docMkLst>
        <pc:docMk/>
      </pc:docMkLst>
      <pc:sldChg chg="modSp mod">
        <pc:chgData name="Martin Hardy" userId="18c45b91-9529-4376-afee-15439663c977" providerId="ADAL" clId="{8D5E34AC-4DD0-4CF7-A912-C6EFD630449F}" dt="2021-09-23T11:54:39.034" v="30" actId="20577"/>
        <pc:sldMkLst>
          <pc:docMk/>
          <pc:sldMk cId="3737331811" sldId="257"/>
        </pc:sldMkLst>
        <pc:spChg chg="mod">
          <ac:chgData name="Martin Hardy" userId="18c45b91-9529-4376-afee-15439663c977" providerId="ADAL" clId="{8D5E34AC-4DD0-4CF7-A912-C6EFD630449F}" dt="2021-09-23T11:54:39.034" v="30" actId="20577"/>
          <ac:spMkLst>
            <pc:docMk/>
            <pc:sldMk cId="3737331811" sldId="257"/>
            <ac:spMk id="5" creationId="{9E480E55-15FD-4515-A046-9DB8D47B9CF5}"/>
          </ac:spMkLst>
        </pc:spChg>
      </pc:sldChg>
      <pc:sldChg chg="modSp mod">
        <pc:chgData name="Martin Hardy" userId="18c45b91-9529-4376-afee-15439663c977" providerId="ADAL" clId="{8D5E34AC-4DD0-4CF7-A912-C6EFD630449F}" dt="2021-09-23T11:57:45.483" v="96" actId="20577"/>
        <pc:sldMkLst>
          <pc:docMk/>
          <pc:sldMk cId="3809762583" sldId="266"/>
        </pc:sldMkLst>
        <pc:spChg chg="mod">
          <ac:chgData name="Martin Hardy" userId="18c45b91-9529-4376-afee-15439663c977" providerId="ADAL" clId="{8D5E34AC-4DD0-4CF7-A912-C6EFD630449F}" dt="2021-09-23T11:57:31.902" v="89" actId="20577"/>
          <ac:spMkLst>
            <pc:docMk/>
            <pc:sldMk cId="3809762583" sldId="266"/>
            <ac:spMk id="2" creationId="{905CDD7D-A2BF-4AA3-8565-D7BACF492C21}"/>
          </ac:spMkLst>
        </pc:spChg>
        <pc:spChg chg="mod">
          <ac:chgData name="Martin Hardy" userId="18c45b91-9529-4376-afee-15439663c977" providerId="ADAL" clId="{8D5E34AC-4DD0-4CF7-A912-C6EFD630449F}" dt="2021-09-23T11:57:45.483" v="96" actId="20577"/>
          <ac:spMkLst>
            <pc:docMk/>
            <pc:sldMk cId="3809762583" sldId="266"/>
            <ac:spMk id="3" creationId="{0079E3F9-6F3C-4C12-89C1-4DD38088FAB3}"/>
          </ac:spMkLst>
        </pc:spChg>
      </pc:sldChg>
      <pc:sldChg chg="addSp delSp modSp add del mod setBg delDesignElem">
        <pc:chgData name="Martin Hardy" userId="18c45b91-9529-4376-afee-15439663c977" providerId="ADAL" clId="{8D5E34AC-4DD0-4CF7-A912-C6EFD630449F}" dt="2021-09-28T11:50:07.704" v="7177" actId="14861"/>
        <pc:sldMkLst>
          <pc:docMk/>
          <pc:sldMk cId="1119601418" sldId="270"/>
        </pc:sldMkLst>
        <pc:spChg chg="mod">
          <ac:chgData name="Martin Hardy" userId="18c45b91-9529-4376-afee-15439663c977" providerId="ADAL" clId="{8D5E34AC-4DD0-4CF7-A912-C6EFD630449F}" dt="2021-09-23T13:31:20.169" v="992" actId="20577"/>
          <ac:spMkLst>
            <pc:docMk/>
            <pc:sldMk cId="1119601418" sldId="270"/>
            <ac:spMk id="11" creationId="{69BD5008-D72F-4BC9-A557-903A00542760}"/>
          </ac:spMkLst>
        </pc:spChg>
        <pc:spChg chg="add del">
          <ac:chgData name="Martin Hardy" userId="18c45b91-9529-4376-afee-15439663c977" providerId="ADAL" clId="{8D5E34AC-4DD0-4CF7-A912-C6EFD630449F}" dt="2021-09-23T13:31:14.053" v="977"/>
          <ac:spMkLst>
            <pc:docMk/>
            <pc:sldMk cId="1119601418" sldId="270"/>
            <ac:spMk id="14" creationId="{4FAE1107-CEC3-4041-8BAA-CDB6F6759B35}"/>
          </ac:spMkLst>
        </pc:spChg>
        <pc:picChg chg="add mod">
          <ac:chgData name="Martin Hardy" userId="18c45b91-9529-4376-afee-15439663c977" providerId="ADAL" clId="{8D5E34AC-4DD0-4CF7-A912-C6EFD630449F}" dt="2021-09-28T11:50:07.704" v="7177" actId="14861"/>
          <ac:picMkLst>
            <pc:docMk/>
            <pc:sldMk cId="1119601418" sldId="270"/>
            <ac:picMk id="3" creationId="{C748CCBD-CE07-4A85-A6B4-27DD020FCB53}"/>
          </ac:picMkLst>
        </pc:picChg>
        <pc:picChg chg="del">
          <ac:chgData name="Martin Hardy" userId="18c45b91-9529-4376-afee-15439663c977" providerId="ADAL" clId="{8D5E34AC-4DD0-4CF7-A912-C6EFD630449F}" dt="2021-09-28T11:49:46.636" v="7172" actId="478"/>
          <ac:picMkLst>
            <pc:docMk/>
            <pc:sldMk cId="1119601418" sldId="270"/>
            <ac:picMk id="7" creationId="{0F9878FE-E617-453F-9830-4E9C2DC8B114}"/>
          </ac:picMkLst>
        </pc:picChg>
        <pc:cxnChg chg="add del">
          <ac:chgData name="Martin Hardy" userId="18c45b91-9529-4376-afee-15439663c977" providerId="ADAL" clId="{8D5E34AC-4DD0-4CF7-A912-C6EFD630449F}" dt="2021-09-23T13:31:14.053" v="977"/>
          <ac:cxnSpMkLst>
            <pc:docMk/>
            <pc:sldMk cId="1119601418" sldId="270"/>
            <ac:cxnSpMk id="16" creationId="{1AEA88FB-F5DD-45CE-AAE1-7B33D0ABDD25}"/>
          </ac:cxnSpMkLst>
        </pc:cxnChg>
      </pc:sldChg>
      <pc:sldChg chg="modSp mod">
        <pc:chgData name="Martin Hardy" userId="18c45b91-9529-4376-afee-15439663c977" providerId="ADAL" clId="{8D5E34AC-4DD0-4CF7-A912-C6EFD630449F}" dt="2021-09-24T15:39:32.701" v="6105" actId="20577"/>
        <pc:sldMkLst>
          <pc:docMk/>
          <pc:sldMk cId="886089098" sldId="284"/>
        </pc:sldMkLst>
        <pc:spChg chg="mod">
          <ac:chgData name="Martin Hardy" userId="18c45b91-9529-4376-afee-15439663c977" providerId="ADAL" clId="{8D5E34AC-4DD0-4CF7-A912-C6EFD630449F}" dt="2021-09-24T15:39:32.701" v="6105" actId="20577"/>
          <ac:spMkLst>
            <pc:docMk/>
            <pc:sldMk cId="886089098" sldId="284"/>
            <ac:spMk id="3" creationId="{FF40BA11-D48C-44C4-AB14-9B66EBE9965D}"/>
          </ac:spMkLst>
        </pc:spChg>
      </pc:sldChg>
      <pc:sldChg chg="del">
        <pc:chgData name="Martin Hardy" userId="18c45b91-9529-4376-afee-15439663c977" providerId="ADAL" clId="{8D5E34AC-4DD0-4CF7-A912-C6EFD630449F}" dt="2021-09-23T11:55:43.328" v="36" actId="47"/>
        <pc:sldMkLst>
          <pc:docMk/>
          <pc:sldMk cId="861711157" sldId="285"/>
        </pc:sldMkLst>
      </pc:sldChg>
      <pc:sldChg chg="del">
        <pc:chgData name="Martin Hardy" userId="18c45b91-9529-4376-afee-15439663c977" providerId="ADAL" clId="{8D5E34AC-4DD0-4CF7-A912-C6EFD630449F}" dt="2021-09-24T15:39:52.862" v="6109" actId="47"/>
        <pc:sldMkLst>
          <pc:docMk/>
          <pc:sldMk cId="1632185092" sldId="298"/>
        </pc:sldMkLst>
      </pc:sldChg>
      <pc:sldChg chg="del">
        <pc:chgData name="Martin Hardy" userId="18c45b91-9529-4376-afee-15439663c977" providerId="ADAL" clId="{8D5E34AC-4DD0-4CF7-A912-C6EFD630449F}" dt="2021-09-23T11:58:19.053" v="102" actId="47"/>
        <pc:sldMkLst>
          <pc:docMk/>
          <pc:sldMk cId="557585967" sldId="299"/>
        </pc:sldMkLst>
      </pc:sldChg>
      <pc:sldChg chg="del">
        <pc:chgData name="Martin Hardy" userId="18c45b91-9529-4376-afee-15439663c977" providerId="ADAL" clId="{8D5E34AC-4DD0-4CF7-A912-C6EFD630449F}" dt="2021-09-23T11:55:01.618" v="31" actId="47"/>
        <pc:sldMkLst>
          <pc:docMk/>
          <pc:sldMk cId="1984450381" sldId="300"/>
        </pc:sldMkLst>
      </pc:sldChg>
      <pc:sldChg chg="del">
        <pc:chgData name="Martin Hardy" userId="18c45b91-9529-4376-afee-15439663c977" providerId="ADAL" clId="{8D5E34AC-4DD0-4CF7-A912-C6EFD630449F}" dt="2021-09-23T11:55:01.618" v="31" actId="47"/>
        <pc:sldMkLst>
          <pc:docMk/>
          <pc:sldMk cId="2062136578" sldId="301"/>
        </pc:sldMkLst>
      </pc:sldChg>
      <pc:sldChg chg="del">
        <pc:chgData name="Martin Hardy" userId="18c45b91-9529-4376-afee-15439663c977" providerId="ADAL" clId="{8D5E34AC-4DD0-4CF7-A912-C6EFD630449F}" dt="2021-09-23T11:55:01.618" v="31" actId="47"/>
        <pc:sldMkLst>
          <pc:docMk/>
          <pc:sldMk cId="2800640575" sldId="302"/>
        </pc:sldMkLst>
      </pc:sldChg>
      <pc:sldChg chg="del">
        <pc:chgData name="Martin Hardy" userId="18c45b91-9529-4376-afee-15439663c977" providerId="ADAL" clId="{8D5E34AC-4DD0-4CF7-A912-C6EFD630449F}" dt="2021-09-23T11:55:01.618" v="31" actId="47"/>
        <pc:sldMkLst>
          <pc:docMk/>
          <pc:sldMk cId="2152512192" sldId="303"/>
        </pc:sldMkLst>
      </pc:sldChg>
      <pc:sldChg chg="del">
        <pc:chgData name="Martin Hardy" userId="18c45b91-9529-4376-afee-15439663c977" providerId="ADAL" clId="{8D5E34AC-4DD0-4CF7-A912-C6EFD630449F}" dt="2021-09-23T11:55:01.618" v="31" actId="47"/>
        <pc:sldMkLst>
          <pc:docMk/>
          <pc:sldMk cId="3412089488" sldId="304"/>
        </pc:sldMkLst>
      </pc:sldChg>
      <pc:sldChg chg="del">
        <pc:chgData name="Martin Hardy" userId="18c45b91-9529-4376-afee-15439663c977" providerId="ADAL" clId="{8D5E34AC-4DD0-4CF7-A912-C6EFD630449F}" dt="2021-09-23T11:55:01.618" v="31" actId="47"/>
        <pc:sldMkLst>
          <pc:docMk/>
          <pc:sldMk cId="160780365" sldId="305"/>
        </pc:sldMkLst>
      </pc:sldChg>
      <pc:sldChg chg="del">
        <pc:chgData name="Martin Hardy" userId="18c45b91-9529-4376-afee-15439663c977" providerId="ADAL" clId="{8D5E34AC-4DD0-4CF7-A912-C6EFD630449F}" dt="2021-09-23T11:56:47.251" v="51" actId="18676"/>
        <pc:sldMkLst>
          <pc:docMk/>
          <pc:sldMk cId="2006542518" sldId="306"/>
        </pc:sldMkLst>
      </pc:sldChg>
      <pc:sldChg chg="modSp mod">
        <pc:chgData name="Martin Hardy" userId="18c45b91-9529-4376-afee-15439663c977" providerId="ADAL" clId="{8D5E34AC-4DD0-4CF7-A912-C6EFD630449F}" dt="2021-09-23T11:57:13.304" v="68" actId="20577"/>
        <pc:sldMkLst>
          <pc:docMk/>
          <pc:sldMk cId="2282098802" sldId="307"/>
        </pc:sldMkLst>
        <pc:spChg chg="mod">
          <ac:chgData name="Martin Hardy" userId="18c45b91-9529-4376-afee-15439663c977" providerId="ADAL" clId="{8D5E34AC-4DD0-4CF7-A912-C6EFD630449F}" dt="2021-09-23T11:57:13.304" v="68" actId="20577"/>
          <ac:spMkLst>
            <pc:docMk/>
            <pc:sldMk cId="2282098802" sldId="307"/>
            <ac:spMk id="2" creationId="{905CDD7D-A2BF-4AA3-8565-D7BACF492C21}"/>
          </ac:spMkLst>
        </pc:spChg>
      </pc:sldChg>
      <pc:sldChg chg="del">
        <pc:chgData name="Martin Hardy" userId="18c45b91-9529-4376-afee-15439663c977" providerId="ADAL" clId="{8D5E34AC-4DD0-4CF7-A912-C6EFD630449F}" dt="2021-09-23T11:55:27.093" v="34" actId="47"/>
        <pc:sldMkLst>
          <pc:docMk/>
          <pc:sldMk cId="975723997" sldId="308"/>
        </pc:sldMkLst>
      </pc:sldChg>
      <pc:sldChg chg="del">
        <pc:chgData name="Martin Hardy" userId="18c45b91-9529-4376-afee-15439663c977" providerId="ADAL" clId="{8D5E34AC-4DD0-4CF7-A912-C6EFD630449F}" dt="2021-09-23T11:55:27.093" v="34" actId="47"/>
        <pc:sldMkLst>
          <pc:docMk/>
          <pc:sldMk cId="1131756743" sldId="309"/>
        </pc:sldMkLst>
      </pc:sldChg>
      <pc:sldChg chg="del">
        <pc:chgData name="Martin Hardy" userId="18c45b91-9529-4376-afee-15439663c977" providerId="ADAL" clId="{8D5E34AC-4DD0-4CF7-A912-C6EFD630449F}" dt="2021-09-23T11:55:33.838" v="35" actId="47"/>
        <pc:sldMkLst>
          <pc:docMk/>
          <pc:sldMk cId="4284517421" sldId="310"/>
        </pc:sldMkLst>
      </pc:sldChg>
      <pc:sldChg chg="del">
        <pc:chgData name="Martin Hardy" userId="18c45b91-9529-4376-afee-15439663c977" providerId="ADAL" clId="{8D5E34AC-4DD0-4CF7-A912-C6EFD630449F}" dt="2021-09-23T11:55:33.838" v="35" actId="47"/>
        <pc:sldMkLst>
          <pc:docMk/>
          <pc:sldMk cId="175153343" sldId="312"/>
        </pc:sldMkLst>
      </pc:sldChg>
      <pc:sldChg chg="del">
        <pc:chgData name="Martin Hardy" userId="18c45b91-9529-4376-afee-15439663c977" providerId="ADAL" clId="{8D5E34AC-4DD0-4CF7-A912-C6EFD630449F}" dt="2021-09-23T11:55:33.838" v="35" actId="47"/>
        <pc:sldMkLst>
          <pc:docMk/>
          <pc:sldMk cId="2984530917" sldId="314"/>
        </pc:sldMkLst>
      </pc:sldChg>
      <pc:sldChg chg="del">
        <pc:chgData name="Martin Hardy" userId="18c45b91-9529-4376-afee-15439663c977" providerId="ADAL" clId="{8D5E34AC-4DD0-4CF7-A912-C6EFD630449F}" dt="2021-09-23T11:55:33.838" v="35" actId="47"/>
        <pc:sldMkLst>
          <pc:docMk/>
          <pc:sldMk cId="3791876793" sldId="315"/>
        </pc:sldMkLst>
      </pc:sldChg>
      <pc:sldChg chg="del">
        <pc:chgData name="Martin Hardy" userId="18c45b91-9529-4376-afee-15439663c977" providerId="ADAL" clId="{8D5E34AC-4DD0-4CF7-A912-C6EFD630449F}" dt="2021-09-23T11:55:33.838" v="35" actId="47"/>
        <pc:sldMkLst>
          <pc:docMk/>
          <pc:sldMk cId="2690787895" sldId="320"/>
        </pc:sldMkLst>
      </pc:sldChg>
      <pc:sldChg chg="del">
        <pc:chgData name="Martin Hardy" userId="18c45b91-9529-4376-afee-15439663c977" providerId="ADAL" clId="{8D5E34AC-4DD0-4CF7-A912-C6EFD630449F}" dt="2021-09-23T11:55:33.838" v="35" actId="47"/>
        <pc:sldMkLst>
          <pc:docMk/>
          <pc:sldMk cId="1464784760" sldId="321"/>
        </pc:sldMkLst>
      </pc:sldChg>
      <pc:sldChg chg="delSp del mod">
        <pc:chgData name="Martin Hardy" userId="18c45b91-9529-4376-afee-15439663c977" providerId="ADAL" clId="{8D5E34AC-4DD0-4CF7-A912-C6EFD630449F}" dt="2021-09-23T11:56:20.754" v="45" actId="47"/>
        <pc:sldMkLst>
          <pc:docMk/>
          <pc:sldMk cId="315730328" sldId="322"/>
        </pc:sldMkLst>
        <pc:picChg chg="del">
          <ac:chgData name="Martin Hardy" userId="18c45b91-9529-4376-afee-15439663c977" providerId="ADAL" clId="{8D5E34AC-4DD0-4CF7-A912-C6EFD630449F}" dt="2021-09-23T11:56:13.939" v="44" actId="478"/>
          <ac:picMkLst>
            <pc:docMk/>
            <pc:sldMk cId="315730328" sldId="322"/>
            <ac:picMk id="20" creationId="{8DB1A7FF-BDCB-4613-8E14-25228A33F837}"/>
          </ac:picMkLst>
        </pc:picChg>
      </pc:sldChg>
      <pc:sldChg chg="del">
        <pc:chgData name="Martin Hardy" userId="18c45b91-9529-4376-afee-15439663c977" providerId="ADAL" clId="{8D5E34AC-4DD0-4CF7-A912-C6EFD630449F}" dt="2021-09-23T11:55:15.369" v="32" actId="47"/>
        <pc:sldMkLst>
          <pc:docMk/>
          <pc:sldMk cId="2624631879" sldId="324"/>
        </pc:sldMkLst>
      </pc:sldChg>
      <pc:sldChg chg="modSp del mod">
        <pc:chgData name="Martin Hardy" userId="18c45b91-9529-4376-afee-15439663c977" providerId="ADAL" clId="{8D5E34AC-4DD0-4CF7-A912-C6EFD630449F}" dt="2021-09-23T11:56:47.251" v="51" actId="18676"/>
        <pc:sldMkLst>
          <pc:docMk/>
          <pc:sldMk cId="1021938089" sldId="325"/>
        </pc:sldMkLst>
        <pc:spChg chg="mod">
          <ac:chgData name="Martin Hardy" userId="18c45b91-9529-4376-afee-15439663c977" providerId="ADAL" clId="{8D5E34AC-4DD0-4CF7-A912-C6EFD630449F}" dt="2021-09-23T11:56:31.601" v="49" actId="27636"/>
          <ac:spMkLst>
            <pc:docMk/>
            <pc:sldMk cId="1021938089" sldId="325"/>
            <ac:spMk id="2" creationId="{F2793D33-0DA4-4161-AFF5-40DBF940E47C}"/>
          </ac:spMkLst>
        </pc:spChg>
        <pc:spChg chg="mod">
          <ac:chgData name="Martin Hardy" userId="18c45b91-9529-4376-afee-15439663c977" providerId="ADAL" clId="{8D5E34AC-4DD0-4CF7-A912-C6EFD630449F}" dt="2021-09-23T11:56:28.603" v="47" actId="6549"/>
          <ac:spMkLst>
            <pc:docMk/>
            <pc:sldMk cId="1021938089" sldId="325"/>
            <ac:spMk id="10" creationId="{D9F38090-7C20-49EA-9871-C6EF9B8E3ACD}"/>
          </ac:spMkLst>
        </pc:spChg>
        <pc:spChg chg="mod">
          <ac:chgData name="Martin Hardy" userId="18c45b91-9529-4376-afee-15439663c977" providerId="ADAL" clId="{8D5E34AC-4DD0-4CF7-A912-C6EFD630449F}" dt="2021-09-23T11:56:27.475" v="46" actId="6549"/>
          <ac:spMkLst>
            <pc:docMk/>
            <pc:sldMk cId="1021938089" sldId="325"/>
            <ac:spMk id="11" creationId="{4572C843-F1A9-4771-B776-E514F04ABF59}"/>
          </ac:spMkLst>
        </pc:spChg>
        <pc:spChg chg="mod">
          <ac:chgData name="Martin Hardy" userId="18c45b91-9529-4376-afee-15439663c977" providerId="ADAL" clId="{8D5E34AC-4DD0-4CF7-A912-C6EFD630449F}" dt="2021-09-23T11:56:36.858" v="50" actId="3626"/>
          <ac:spMkLst>
            <pc:docMk/>
            <pc:sldMk cId="1021938089" sldId="325"/>
            <ac:spMk id="15" creationId="{F955DF4D-F5B6-4A8A-A700-DAA07C192F72}"/>
          </ac:spMkLst>
        </pc:spChg>
      </pc:sldChg>
      <pc:sldChg chg="del">
        <pc:chgData name="Martin Hardy" userId="18c45b91-9529-4376-afee-15439663c977" providerId="ADAL" clId="{8D5E34AC-4DD0-4CF7-A912-C6EFD630449F}" dt="2021-09-23T11:55:33.838" v="35" actId="47"/>
        <pc:sldMkLst>
          <pc:docMk/>
          <pc:sldMk cId="3339830752" sldId="326"/>
        </pc:sldMkLst>
      </pc:sldChg>
      <pc:sldChg chg="del">
        <pc:chgData name="Martin Hardy" userId="18c45b91-9529-4376-afee-15439663c977" providerId="ADAL" clId="{8D5E34AC-4DD0-4CF7-A912-C6EFD630449F}" dt="2021-09-23T11:58:50.940" v="104" actId="47"/>
        <pc:sldMkLst>
          <pc:docMk/>
          <pc:sldMk cId="3163834102" sldId="327"/>
        </pc:sldMkLst>
      </pc:sldChg>
      <pc:sldChg chg="del">
        <pc:chgData name="Martin Hardy" userId="18c45b91-9529-4376-afee-15439663c977" providerId="ADAL" clId="{8D5E34AC-4DD0-4CF7-A912-C6EFD630449F}" dt="2021-09-23T11:55:15.369" v="32" actId="47"/>
        <pc:sldMkLst>
          <pc:docMk/>
          <pc:sldMk cId="1473018475" sldId="328"/>
        </pc:sldMkLst>
      </pc:sldChg>
      <pc:sldChg chg="del">
        <pc:chgData name="Martin Hardy" userId="18c45b91-9529-4376-afee-15439663c977" providerId="ADAL" clId="{8D5E34AC-4DD0-4CF7-A912-C6EFD630449F}" dt="2021-09-23T11:55:01.618" v="31" actId="47"/>
        <pc:sldMkLst>
          <pc:docMk/>
          <pc:sldMk cId="1540640369" sldId="329"/>
        </pc:sldMkLst>
      </pc:sldChg>
      <pc:sldChg chg="del">
        <pc:chgData name="Martin Hardy" userId="18c45b91-9529-4376-afee-15439663c977" providerId="ADAL" clId="{8D5E34AC-4DD0-4CF7-A912-C6EFD630449F}" dt="2021-09-23T11:55:19.895" v="33" actId="47"/>
        <pc:sldMkLst>
          <pc:docMk/>
          <pc:sldMk cId="1141044879" sldId="331"/>
        </pc:sldMkLst>
      </pc:sldChg>
      <pc:sldChg chg="del">
        <pc:chgData name="Martin Hardy" userId="18c45b91-9529-4376-afee-15439663c977" providerId="ADAL" clId="{8D5E34AC-4DD0-4CF7-A912-C6EFD630449F}" dt="2021-09-23T11:55:19.895" v="33" actId="47"/>
        <pc:sldMkLst>
          <pc:docMk/>
          <pc:sldMk cId="916363143" sldId="332"/>
        </pc:sldMkLst>
      </pc:sldChg>
      <pc:sldChg chg="del">
        <pc:chgData name="Martin Hardy" userId="18c45b91-9529-4376-afee-15439663c977" providerId="ADAL" clId="{8D5E34AC-4DD0-4CF7-A912-C6EFD630449F}" dt="2021-09-23T11:55:19.895" v="33" actId="47"/>
        <pc:sldMkLst>
          <pc:docMk/>
          <pc:sldMk cId="190544166" sldId="333"/>
        </pc:sldMkLst>
      </pc:sldChg>
      <pc:sldChg chg="del">
        <pc:chgData name="Martin Hardy" userId="18c45b91-9529-4376-afee-15439663c977" providerId="ADAL" clId="{8D5E34AC-4DD0-4CF7-A912-C6EFD630449F}" dt="2021-09-23T11:55:19.895" v="33" actId="47"/>
        <pc:sldMkLst>
          <pc:docMk/>
          <pc:sldMk cId="4174753743" sldId="334"/>
        </pc:sldMkLst>
      </pc:sldChg>
      <pc:sldChg chg="del">
        <pc:chgData name="Martin Hardy" userId="18c45b91-9529-4376-afee-15439663c977" providerId="ADAL" clId="{8D5E34AC-4DD0-4CF7-A912-C6EFD630449F}" dt="2021-09-23T11:55:19.895" v="33" actId="47"/>
        <pc:sldMkLst>
          <pc:docMk/>
          <pc:sldMk cId="3085438447" sldId="335"/>
        </pc:sldMkLst>
      </pc:sldChg>
      <pc:sldChg chg="addSp delSp modSp mod ord modClrScheme chgLayout modNotesTx">
        <pc:chgData name="Martin Hardy" userId="18c45b91-9529-4376-afee-15439663c977" providerId="ADAL" clId="{8D5E34AC-4DD0-4CF7-A912-C6EFD630449F}" dt="2021-09-23T13:30:52.427" v="974"/>
        <pc:sldMkLst>
          <pc:docMk/>
          <pc:sldMk cId="1432714014" sldId="336"/>
        </pc:sldMkLst>
        <pc:spChg chg="mod ord">
          <ac:chgData name="Martin Hardy" userId="18c45b91-9529-4376-afee-15439663c977" providerId="ADAL" clId="{8D5E34AC-4DD0-4CF7-A912-C6EFD630449F}" dt="2021-09-23T12:07:10.030" v="202" actId="700"/>
          <ac:spMkLst>
            <pc:docMk/>
            <pc:sldMk cId="1432714014" sldId="336"/>
            <ac:spMk id="2" creationId="{843D659D-1AA8-4123-90AC-28CFD9EBAD29}"/>
          </ac:spMkLst>
        </pc:spChg>
        <pc:spChg chg="add del mod ord">
          <ac:chgData name="Martin Hardy" userId="18c45b91-9529-4376-afee-15439663c977" providerId="ADAL" clId="{8D5E34AC-4DD0-4CF7-A912-C6EFD630449F}" dt="2021-09-23T12:04:22.400" v="136" actId="700"/>
          <ac:spMkLst>
            <pc:docMk/>
            <pc:sldMk cId="1432714014" sldId="336"/>
            <ac:spMk id="3" creationId="{F5AFB899-FD3A-4FDA-98E9-7D9D29036C69}"/>
          </ac:spMkLst>
        </pc:spChg>
        <pc:spChg chg="add del mod ord">
          <ac:chgData name="Martin Hardy" userId="18c45b91-9529-4376-afee-15439663c977" providerId="ADAL" clId="{8D5E34AC-4DD0-4CF7-A912-C6EFD630449F}" dt="2021-09-23T12:07:10.030" v="202" actId="700"/>
          <ac:spMkLst>
            <pc:docMk/>
            <pc:sldMk cId="1432714014" sldId="336"/>
            <ac:spMk id="4" creationId="{6912A3AD-DB37-4560-9BC7-CC589C499870}"/>
          </ac:spMkLst>
        </pc:spChg>
        <pc:spChg chg="mod ord">
          <ac:chgData name="Martin Hardy" userId="18c45b91-9529-4376-afee-15439663c977" providerId="ADAL" clId="{8D5E34AC-4DD0-4CF7-A912-C6EFD630449F}" dt="2021-09-23T12:07:10.030" v="202" actId="700"/>
          <ac:spMkLst>
            <pc:docMk/>
            <pc:sldMk cId="1432714014" sldId="336"/>
            <ac:spMk id="5" creationId="{CA79FAA6-E58B-4796-8A10-52358916125D}"/>
          </ac:spMkLst>
        </pc:spChg>
        <pc:spChg chg="mod ord">
          <ac:chgData name="Martin Hardy" userId="18c45b91-9529-4376-afee-15439663c977" providerId="ADAL" clId="{8D5E34AC-4DD0-4CF7-A912-C6EFD630449F}" dt="2021-09-23T12:07:10.030" v="202" actId="700"/>
          <ac:spMkLst>
            <pc:docMk/>
            <pc:sldMk cId="1432714014" sldId="336"/>
            <ac:spMk id="6" creationId="{9059A013-732C-4916-AA11-D93040EFD651}"/>
          </ac:spMkLst>
        </pc:spChg>
        <pc:spChg chg="add del mod ord">
          <ac:chgData name="Martin Hardy" userId="18c45b91-9529-4376-afee-15439663c977" providerId="ADAL" clId="{8D5E34AC-4DD0-4CF7-A912-C6EFD630449F}" dt="2021-09-23T12:07:10.030" v="202" actId="700"/>
          <ac:spMkLst>
            <pc:docMk/>
            <pc:sldMk cId="1432714014" sldId="336"/>
            <ac:spMk id="7" creationId="{0CAF5F9F-FB51-459A-A05B-7B1B997BE7B9}"/>
          </ac:spMkLst>
        </pc:spChg>
        <pc:spChg chg="add del mod ord">
          <ac:chgData name="Martin Hardy" userId="18c45b91-9529-4376-afee-15439663c977" providerId="ADAL" clId="{8D5E34AC-4DD0-4CF7-A912-C6EFD630449F}" dt="2021-09-23T12:31:04.572" v="440" actId="27636"/>
          <ac:spMkLst>
            <pc:docMk/>
            <pc:sldMk cId="1432714014" sldId="336"/>
            <ac:spMk id="8" creationId="{137476C5-E1FF-4AA0-8770-AB92275B90B2}"/>
          </ac:spMkLst>
        </pc:spChg>
        <pc:spChg chg="add mod ord">
          <ac:chgData name="Martin Hardy" userId="18c45b91-9529-4376-afee-15439663c977" providerId="ADAL" clId="{8D5E34AC-4DD0-4CF7-A912-C6EFD630449F}" dt="2021-09-23T12:35:17.905" v="542" actId="207"/>
          <ac:spMkLst>
            <pc:docMk/>
            <pc:sldMk cId="1432714014" sldId="336"/>
            <ac:spMk id="9" creationId="{999FF0F5-110C-47DD-8001-91C26A1CA001}"/>
          </ac:spMkLst>
        </pc:spChg>
        <pc:spChg chg="add del mod">
          <ac:chgData name="Martin Hardy" userId="18c45b91-9529-4376-afee-15439663c977" providerId="ADAL" clId="{8D5E34AC-4DD0-4CF7-A912-C6EFD630449F}" dt="2021-09-23T12:07:15.693" v="206"/>
          <ac:spMkLst>
            <pc:docMk/>
            <pc:sldMk cId="1432714014" sldId="336"/>
            <ac:spMk id="10" creationId="{3B52D661-2B42-4DD9-BEDA-9ED762232F69}"/>
          </ac:spMkLst>
        </pc:spChg>
        <pc:spChg chg="mod ord">
          <ac:chgData name="Martin Hardy" userId="18c45b91-9529-4376-afee-15439663c977" providerId="ADAL" clId="{8D5E34AC-4DD0-4CF7-A912-C6EFD630449F}" dt="2021-09-23T12:32:00.420" v="468" actId="3626"/>
          <ac:spMkLst>
            <pc:docMk/>
            <pc:sldMk cId="1432714014" sldId="336"/>
            <ac:spMk id="14" creationId="{8D34FD3D-ED84-4E88-A476-B1536607FEDB}"/>
          </ac:spMkLst>
        </pc:spChg>
        <pc:spChg chg="del mod ord">
          <ac:chgData name="Martin Hardy" userId="18c45b91-9529-4376-afee-15439663c977" providerId="ADAL" clId="{8D5E34AC-4DD0-4CF7-A912-C6EFD630449F}" dt="2021-09-23T12:03:11.047" v="135" actId="700"/>
          <ac:spMkLst>
            <pc:docMk/>
            <pc:sldMk cId="1432714014" sldId="336"/>
            <ac:spMk id="17" creationId="{9C2B2185-20F0-4CE5-8F15-50294FDABFA4}"/>
          </ac:spMkLst>
        </pc:spChg>
        <pc:spChg chg="del mod">
          <ac:chgData name="Martin Hardy" userId="18c45b91-9529-4376-afee-15439663c977" providerId="ADAL" clId="{8D5E34AC-4DD0-4CF7-A912-C6EFD630449F}" dt="2021-09-23T12:03:11.047" v="135" actId="700"/>
          <ac:spMkLst>
            <pc:docMk/>
            <pc:sldMk cId="1432714014" sldId="336"/>
            <ac:spMk id="18" creationId="{923043FA-59B8-4F7A-831E-6264E6EFA9FF}"/>
          </ac:spMkLst>
        </pc:spChg>
      </pc:sldChg>
      <pc:sldChg chg="del">
        <pc:chgData name="Martin Hardy" userId="18c45b91-9529-4376-afee-15439663c977" providerId="ADAL" clId="{8D5E34AC-4DD0-4CF7-A912-C6EFD630449F}" dt="2021-09-23T11:55:50.791" v="37" actId="47"/>
        <pc:sldMkLst>
          <pc:docMk/>
          <pc:sldMk cId="949993759" sldId="337"/>
        </pc:sldMkLst>
      </pc:sldChg>
      <pc:sldChg chg="del">
        <pc:chgData name="Martin Hardy" userId="18c45b91-9529-4376-afee-15439663c977" providerId="ADAL" clId="{8D5E34AC-4DD0-4CF7-A912-C6EFD630449F}" dt="2021-09-23T11:55:50.791" v="37" actId="47"/>
        <pc:sldMkLst>
          <pc:docMk/>
          <pc:sldMk cId="194616816" sldId="338"/>
        </pc:sldMkLst>
      </pc:sldChg>
      <pc:sldChg chg="del">
        <pc:chgData name="Martin Hardy" userId="18c45b91-9529-4376-afee-15439663c977" providerId="ADAL" clId="{8D5E34AC-4DD0-4CF7-A912-C6EFD630449F}" dt="2021-09-23T11:55:50.791" v="37" actId="47"/>
        <pc:sldMkLst>
          <pc:docMk/>
          <pc:sldMk cId="2450570896" sldId="339"/>
        </pc:sldMkLst>
      </pc:sldChg>
      <pc:sldChg chg="del">
        <pc:chgData name="Martin Hardy" userId="18c45b91-9529-4376-afee-15439663c977" providerId="ADAL" clId="{8D5E34AC-4DD0-4CF7-A912-C6EFD630449F}" dt="2021-09-23T11:55:50.791" v="37" actId="47"/>
        <pc:sldMkLst>
          <pc:docMk/>
          <pc:sldMk cId="2805985485" sldId="340"/>
        </pc:sldMkLst>
      </pc:sldChg>
      <pc:sldChg chg="del">
        <pc:chgData name="Martin Hardy" userId="18c45b91-9529-4376-afee-15439663c977" providerId="ADAL" clId="{8D5E34AC-4DD0-4CF7-A912-C6EFD630449F}" dt="2021-09-23T11:55:50.791" v="37" actId="47"/>
        <pc:sldMkLst>
          <pc:docMk/>
          <pc:sldMk cId="3344128226" sldId="341"/>
        </pc:sldMkLst>
      </pc:sldChg>
      <pc:sldChg chg="del">
        <pc:chgData name="Martin Hardy" userId="18c45b91-9529-4376-afee-15439663c977" providerId="ADAL" clId="{8D5E34AC-4DD0-4CF7-A912-C6EFD630449F}" dt="2021-09-23T11:55:50.791" v="37" actId="47"/>
        <pc:sldMkLst>
          <pc:docMk/>
          <pc:sldMk cId="1260915011" sldId="342"/>
        </pc:sldMkLst>
      </pc:sldChg>
      <pc:sldChg chg="del">
        <pc:chgData name="Martin Hardy" userId="18c45b91-9529-4376-afee-15439663c977" providerId="ADAL" clId="{8D5E34AC-4DD0-4CF7-A912-C6EFD630449F}" dt="2021-09-23T11:55:50.791" v="37" actId="47"/>
        <pc:sldMkLst>
          <pc:docMk/>
          <pc:sldMk cId="3533248875" sldId="343"/>
        </pc:sldMkLst>
      </pc:sldChg>
      <pc:sldChg chg="del">
        <pc:chgData name="Martin Hardy" userId="18c45b91-9529-4376-afee-15439663c977" providerId="ADAL" clId="{8D5E34AC-4DD0-4CF7-A912-C6EFD630449F}" dt="2021-09-23T11:55:50.791" v="37" actId="47"/>
        <pc:sldMkLst>
          <pc:docMk/>
          <pc:sldMk cId="2838054431" sldId="344"/>
        </pc:sldMkLst>
      </pc:sldChg>
      <pc:sldChg chg="del">
        <pc:chgData name="Martin Hardy" userId="18c45b91-9529-4376-afee-15439663c977" providerId="ADAL" clId="{8D5E34AC-4DD0-4CF7-A912-C6EFD630449F}" dt="2021-09-23T11:55:50.791" v="37" actId="47"/>
        <pc:sldMkLst>
          <pc:docMk/>
          <pc:sldMk cId="2755302031" sldId="345"/>
        </pc:sldMkLst>
      </pc:sldChg>
      <pc:sldChg chg="addSp delSp modSp mod">
        <pc:chgData name="Martin Hardy" userId="18c45b91-9529-4376-afee-15439663c977" providerId="ADAL" clId="{8D5E34AC-4DD0-4CF7-A912-C6EFD630449F}" dt="2021-09-28T12:25:16.907" v="7534" actId="20577"/>
        <pc:sldMkLst>
          <pc:docMk/>
          <pc:sldMk cId="303876403" sldId="346"/>
        </pc:sldMkLst>
        <pc:spChg chg="mod">
          <ac:chgData name="Martin Hardy" userId="18c45b91-9529-4376-afee-15439663c977" providerId="ADAL" clId="{8D5E34AC-4DD0-4CF7-A912-C6EFD630449F}" dt="2021-09-24T19:00:28.189" v="6725" actId="20577"/>
          <ac:spMkLst>
            <pc:docMk/>
            <pc:sldMk cId="303876403" sldId="346"/>
            <ac:spMk id="2" creationId="{28121302-8CC0-4962-85A8-8FAE55227E51}"/>
          </ac:spMkLst>
        </pc:spChg>
        <pc:spChg chg="mod">
          <ac:chgData name="Martin Hardy" userId="18c45b91-9529-4376-afee-15439663c977" providerId="ADAL" clId="{8D5E34AC-4DD0-4CF7-A912-C6EFD630449F}" dt="2021-09-28T12:25:16.907" v="7534" actId="20577"/>
          <ac:spMkLst>
            <pc:docMk/>
            <pc:sldMk cId="303876403" sldId="346"/>
            <ac:spMk id="3" creationId="{52AC1559-12EB-4EA3-B5AB-AB41514805D1}"/>
          </ac:spMkLst>
        </pc:spChg>
        <pc:spChg chg="mod">
          <ac:chgData name="Martin Hardy" userId="18c45b91-9529-4376-afee-15439663c977" providerId="ADAL" clId="{8D5E34AC-4DD0-4CF7-A912-C6EFD630449F}" dt="2021-09-24T17:48:50.200" v="6365" actId="20577"/>
          <ac:spMkLst>
            <pc:docMk/>
            <pc:sldMk cId="303876403" sldId="346"/>
            <ac:spMk id="8" creationId="{7632AAB6-5EFF-4AF2-A6A9-7D345442AF56}"/>
          </ac:spMkLst>
        </pc:spChg>
        <pc:spChg chg="add del mod">
          <ac:chgData name="Martin Hardy" userId="18c45b91-9529-4376-afee-15439663c977" providerId="ADAL" clId="{8D5E34AC-4DD0-4CF7-A912-C6EFD630449F}" dt="2021-09-24T17:48:46.040" v="6354"/>
          <ac:spMkLst>
            <pc:docMk/>
            <pc:sldMk cId="303876403" sldId="346"/>
            <ac:spMk id="9" creationId="{6C4755EA-F57D-42FC-B68C-2069BFDA0162}"/>
          </ac:spMkLst>
        </pc:spChg>
      </pc:sldChg>
      <pc:sldChg chg="addSp delSp modSp new mod">
        <pc:chgData name="Martin Hardy" userId="18c45b91-9529-4376-afee-15439663c977" providerId="ADAL" clId="{8D5E34AC-4DD0-4CF7-A912-C6EFD630449F}" dt="2021-09-23T11:58:56.703" v="112" actId="478"/>
        <pc:sldMkLst>
          <pc:docMk/>
          <pc:sldMk cId="2462342193" sldId="347"/>
        </pc:sldMkLst>
        <pc:spChg chg="mod">
          <ac:chgData name="Martin Hardy" userId="18c45b91-9529-4376-afee-15439663c977" providerId="ADAL" clId="{8D5E34AC-4DD0-4CF7-A912-C6EFD630449F}" dt="2021-09-23T11:58:53.680" v="111" actId="20577"/>
          <ac:spMkLst>
            <pc:docMk/>
            <pc:sldMk cId="2462342193" sldId="347"/>
            <ac:spMk id="2" creationId="{387C9DFE-379E-49C6-BA93-249B98A01648}"/>
          </ac:spMkLst>
        </pc:spChg>
        <pc:spChg chg="del">
          <ac:chgData name="Martin Hardy" userId="18c45b91-9529-4376-afee-15439663c977" providerId="ADAL" clId="{8D5E34AC-4DD0-4CF7-A912-C6EFD630449F}" dt="2021-09-23T11:58:56.703" v="112" actId="478"/>
          <ac:spMkLst>
            <pc:docMk/>
            <pc:sldMk cId="2462342193" sldId="347"/>
            <ac:spMk id="6" creationId="{3CED2E66-A4F9-4689-AF97-AD548137230D}"/>
          </ac:spMkLst>
        </pc:spChg>
        <pc:graphicFrameChg chg="add modGraphic">
          <ac:chgData name="Martin Hardy" userId="18c45b91-9529-4376-afee-15439663c977" providerId="ADAL" clId="{8D5E34AC-4DD0-4CF7-A912-C6EFD630449F}" dt="2021-09-23T11:58:46.747" v="103" actId="27022"/>
          <ac:graphicFrameMkLst>
            <pc:docMk/>
            <pc:sldMk cId="2462342193" sldId="347"/>
            <ac:graphicFrameMk id="8" creationId="{68C9C39F-9E42-4FF0-9189-AAD0D7C2002C}"/>
          </ac:graphicFrameMkLst>
        </pc:graphicFrameChg>
      </pc:sldChg>
      <pc:sldChg chg="addSp delSp modSp add mod ord modClrScheme chgLayout">
        <pc:chgData name="Martin Hardy" userId="18c45b91-9529-4376-afee-15439663c977" providerId="ADAL" clId="{8D5E34AC-4DD0-4CF7-A912-C6EFD630449F}" dt="2021-09-28T11:50:34.040" v="7188" actId="1076"/>
        <pc:sldMkLst>
          <pc:docMk/>
          <pc:sldMk cId="206085191" sldId="348"/>
        </pc:sldMkLst>
        <pc:spChg chg="mod ord">
          <ac:chgData name="Martin Hardy" userId="18c45b91-9529-4376-afee-15439663c977" providerId="ADAL" clId="{8D5E34AC-4DD0-4CF7-A912-C6EFD630449F}" dt="2021-09-28T11:50:26.044" v="7187" actId="20577"/>
          <ac:spMkLst>
            <pc:docMk/>
            <pc:sldMk cId="206085191" sldId="348"/>
            <ac:spMk id="2" creationId="{843D659D-1AA8-4123-90AC-28CFD9EBAD29}"/>
          </ac:spMkLst>
        </pc:spChg>
        <pc:spChg chg="mod ord">
          <ac:chgData name="Martin Hardy" userId="18c45b91-9529-4376-afee-15439663c977" providerId="ADAL" clId="{8D5E34AC-4DD0-4CF7-A912-C6EFD630449F}" dt="2021-09-23T12:36:47.372" v="563" actId="700"/>
          <ac:spMkLst>
            <pc:docMk/>
            <pc:sldMk cId="206085191" sldId="348"/>
            <ac:spMk id="4" creationId="{6912A3AD-DB37-4560-9BC7-CC589C499870}"/>
          </ac:spMkLst>
        </pc:spChg>
        <pc:spChg chg="mod ord">
          <ac:chgData name="Martin Hardy" userId="18c45b91-9529-4376-afee-15439663c977" providerId="ADAL" clId="{8D5E34AC-4DD0-4CF7-A912-C6EFD630449F}" dt="2021-09-23T12:36:47.372" v="563" actId="700"/>
          <ac:spMkLst>
            <pc:docMk/>
            <pc:sldMk cId="206085191" sldId="348"/>
            <ac:spMk id="5" creationId="{CA79FAA6-E58B-4796-8A10-52358916125D}"/>
          </ac:spMkLst>
        </pc:spChg>
        <pc:spChg chg="mod ord">
          <ac:chgData name="Martin Hardy" userId="18c45b91-9529-4376-afee-15439663c977" providerId="ADAL" clId="{8D5E34AC-4DD0-4CF7-A912-C6EFD630449F}" dt="2021-09-23T12:36:47.372" v="563" actId="700"/>
          <ac:spMkLst>
            <pc:docMk/>
            <pc:sldMk cId="206085191" sldId="348"/>
            <ac:spMk id="6" creationId="{9059A013-732C-4916-AA11-D93040EFD651}"/>
          </ac:spMkLst>
        </pc:spChg>
        <pc:spChg chg="del mod ord">
          <ac:chgData name="Martin Hardy" userId="18c45b91-9529-4376-afee-15439663c977" providerId="ADAL" clId="{8D5E34AC-4DD0-4CF7-A912-C6EFD630449F}" dt="2021-09-23T12:38:27.846" v="576" actId="1032"/>
          <ac:spMkLst>
            <pc:docMk/>
            <pc:sldMk cId="206085191" sldId="348"/>
            <ac:spMk id="7" creationId="{0CAF5F9F-FB51-459A-A05B-7B1B997BE7B9}"/>
          </ac:spMkLst>
        </pc:spChg>
        <pc:spChg chg="mod ord">
          <ac:chgData name="Martin Hardy" userId="18c45b91-9529-4376-afee-15439663c977" providerId="ADAL" clId="{8D5E34AC-4DD0-4CF7-A912-C6EFD630449F}" dt="2021-09-23T12:36:47.372" v="563" actId="700"/>
          <ac:spMkLst>
            <pc:docMk/>
            <pc:sldMk cId="206085191" sldId="348"/>
            <ac:spMk id="14" creationId="{8D34FD3D-ED84-4E88-A476-B1536607FEDB}"/>
          </ac:spMkLst>
        </pc:spChg>
        <pc:graphicFrameChg chg="add mod modGraphic">
          <ac:chgData name="Martin Hardy" userId="18c45b91-9529-4376-afee-15439663c977" providerId="ADAL" clId="{8D5E34AC-4DD0-4CF7-A912-C6EFD630449F}" dt="2021-09-28T11:50:34.040" v="7188" actId="1076"/>
          <ac:graphicFrameMkLst>
            <pc:docMk/>
            <pc:sldMk cId="206085191" sldId="348"/>
            <ac:graphicFrameMk id="3" creationId="{34BE323A-A308-4CD5-B2C8-2E36FB57E2CD}"/>
          </ac:graphicFrameMkLst>
        </pc:graphicFrameChg>
      </pc:sldChg>
      <pc:sldChg chg="modSp new del mod">
        <pc:chgData name="Martin Hardy" userId="18c45b91-9529-4376-afee-15439663c977" providerId="ADAL" clId="{8D5E34AC-4DD0-4CF7-A912-C6EFD630449F}" dt="2021-09-23T12:37:43.463" v="570" actId="47"/>
        <pc:sldMkLst>
          <pc:docMk/>
          <pc:sldMk cId="204628285" sldId="349"/>
        </pc:sldMkLst>
        <pc:spChg chg="mod">
          <ac:chgData name="Martin Hardy" userId="18c45b91-9529-4376-afee-15439663c977" providerId="ADAL" clId="{8D5E34AC-4DD0-4CF7-A912-C6EFD630449F}" dt="2021-09-23T12:37:39.701" v="569" actId="368"/>
          <ac:spMkLst>
            <pc:docMk/>
            <pc:sldMk cId="204628285" sldId="349"/>
            <ac:spMk id="7" creationId="{0BDD57FE-3251-46F9-B4D6-4E5DD967F7E8}"/>
          </ac:spMkLst>
        </pc:spChg>
      </pc:sldChg>
      <pc:sldChg chg="modSp new mod ord">
        <pc:chgData name="Martin Hardy" userId="18c45b91-9529-4376-afee-15439663c977" providerId="ADAL" clId="{8D5E34AC-4DD0-4CF7-A912-C6EFD630449F}" dt="2021-09-28T12:17:59.897" v="7257" actId="313"/>
        <pc:sldMkLst>
          <pc:docMk/>
          <pc:sldMk cId="3454697485" sldId="349"/>
        </pc:sldMkLst>
        <pc:spChg chg="mod">
          <ac:chgData name="Martin Hardy" userId="18c45b91-9529-4376-afee-15439663c977" providerId="ADAL" clId="{8D5E34AC-4DD0-4CF7-A912-C6EFD630449F}" dt="2021-09-23T12:42:08.131" v="627" actId="20577"/>
          <ac:spMkLst>
            <pc:docMk/>
            <pc:sldMk cId="3454697485" sldId="349"/>
            <ac:spMk id="2" creationId="{92E89BAD-96D3-40AC-B866-E489DB37EFE4}"/>
          </ac:spMkLst>
        </pc:spChg>
        <pc:spChg chg="mod">
          <ac:chgData name="Martin Hardy" userId="18c45b91-9529-4376-afee-15439663c977" providerId="ADAL" clId="{8D5E34AC-4DD0-4CF7-A912-C6EFD630449F}" dt="2021-09-28T12:17:59.897" v="7257" actId="313"/>
          <ac:spMkLst>
            <pc:docMk/>
            <pc:sldMk cId="3454697485" sldId="349"/>
            <ac:spMk id="3" creationId="{D816142B-8344-4274-A921-136EBA67EC6A}"/>
          </ac:spMkLst>
        </pc:spChg>
        <pc:spChg chg="mod">
          <ac:chgData name="Martin Hardy" userId="18c45b91-9529-4376-afee-15439663c977" providerId="ADAL" clId="{8D5E34AC-4DD0-4CF7-A912-C6EFD630449F}" dt="2021-09-24T18:50:42.167" v="6617" actId="20577"/>
          <ac:spMkLst>
            <pc:docMk/>
            <pc:sldMk cId="3454697485" sldId="349"/>
            <ac:spMk id="4" creationId="{A9E6778E-A083-4433-BD82-ABEE9FA61C3A}"/>
          </ac:spMkLst>
        </pc:spChg>
        <pc:spChg chg="mod">
          <ac:chgData name="Martin Hardy" userId="18c45b91-9529-4376-afee-15439663c977" providerId="ADAL" clId="{8D5E34AC-4DD0-4CF7-A912-C6EFD630449F}" dt="2021-09-23T12:42:56.655" v="668" actId="20577"/>
          <ac:spMkLst>
            <pc:docMk/>
            <pc:sldMk cId="3454697485" sldId="349"/>
            <ac:spMk id="7" creationId="{2F7A4639-742C-4624-8855-77F36976D6C5}"/>
          </ac:spMkLst>
        </pc:spChg>
      </pc:sldChg>
      <pc:sldChg chg="modSp add mod ord">
        <pc:chgData name="Martin Hardy" userId="18c45b91-9529-4376-afee-15439663c977" providerId="ADAL" clId="{8D5E34AC-4DD0-4CF7-A912-C6EFD630449F}" dt="2021-09-28T11:56:56.516" v="7212" actId="20577"/>
        <pc:sldMkLst>
          <pc:docMk/>
          <pc:sldMk cId="2819260804" sldId="350"/>
        </pc:sldMkLst>
        <pc:spChg chg="mod">
          <ac:chgData name="Martin Hardy" userId="18c45b91-9529-4376-afee-15439663c977" providerId="ADAL" clId="{8D5E34AC-4DD0-4CF7-A912-C6EFD630449F}" dt="2021-09-23T12:55:48.956" v="864" actId="20577"/>
          <ac:spMkLst>
            <pc:docMk/>
            <pc:sldMk cId="2819260804" sldId="350"/>
            <ac:spMk id="2" creationId="{92E89BAD-96D3-40AC-B866-E489DB37EFE4}"/>
          </ac:spMkLst>
        </pc:spChg>
        <pc:spChg chg="mod">
          <ac:chgData name="Martin Hardy" userId="18c45b91-9529-4376-afee-15439663c977" providerId="ADAL" clId="{8D5E34AC-4DD0-4CF7-A912-C6EFD630449F}" dt="2021-09-28T11:56:56.516" v="7212" actId="20577"/>
          <ac:spMkLst>
            <pc:docMk/>
            <pc:sldMk cId="2819260804" sldId="350"/>
            <ac:spMk id="3" creationId="{D816142B-8344-4274-A921-136EBA67EC6A}"/>
          </ac:spMkLst>
        </pc:spChg>
        <pc:spChg chg="mod">
          <ac:chgData name="Martin Hardy" userId="18c45b91-9529-4376-afee-15439663c977" providerId="ADAL" clId="{8D5E34AC-4DD0-4CF7-A912-C6EFD630449F}" dt="2021-09-23T13:58:23.813" v="1338" actId="27636"/>
          <ac:spMkLst>
            <pc:docMk/>
            <pc:sldMk cId="2819260804" sldId="350"/>
            <ac:spMk id="4" creationId="{A9E6778E-A083-4433-BD82-ABEE9FA61C3A}"/>
          </ac:spMkLst>
        </pc:spChg>
      </pc:sldChg>
      <pc:sldChg chg="modSp new mod modNotesTx">
        <pc:chgData name="Martin Hardy" userId="18c45b91-9529-4376-afee-15439663c977" providerId="ADAL" clId="{8D5E34AC-4DD0-4CF7-A912-C6EFD630449F}" dt="2021-09-23T14:07:23.989" v="1680" actId="6549"/>
        <pc:sldMkLst>
          <pc:docMk/>
          <pc:sldMk cId="2270621459" sldId="351"/>
        </pc:sldMkLst>
        <pc:spChg chg="mod">
          <ac:chgData name="Martin Hardy" userId="18c45b91-9529-4376-afee-15439663c977" providerId="ADAL" clId="{8D5E34AC-4DD0-4CF7-A912-C6EFD630449F}" dt="2021-09-23T14:04:41.070" v="1553" actId="20577"/>
          <ac:spMkLst>
            <pc:docMk/>
            <pc:sldMk cId="2270621459" sldId="351"/>
            <ac:spMk id="2" creationId="{A3310C1E-0F4D-403D-8E5C-C11EEB084A52}"/>
          </ac:spMkLst>
        </pc:spChg>
        <pc:spChg chg="mod">
          <ac:chgData name="Martin Hardy" userId="18c45b91-9529-4376-afee-15439663c977" providerId="ADAL" clId="{8D5E34AC-4DD0-4CF7-A912-C6EFD630449F}" dt="2021-09-23T13:46:06.632" v="1110" actId="20577"/>
          <ac:spMkLst>
            <pc:docMk/>
            <pc:sldMk cId="2270621459" sldId="351"/>
            <ac:spMk id="3" creationId="{A498E431-B69C-43E0-BD87-80D4797B3E25}"/>
          </ac:spMkLst>
        </pc:spChg>
        <pc:spChg chg="mod">
          <ac:chgData name="Martin Hardy" userId="18c45b91-9529-4376-afee-15439663c977" providerId="ADAL" clId="{8D5E34AC-4DD0-4CF7-A912-C6EFD630449F}" dt="2021-09-23T14:07:20.389" v="1678" actId="20577"/>
          <ac:spMkLst>
            <pc:docMk/>
            <pc:sldMk cId="2270621459" sldId="351"/>
            <ac:spMk id="4" creationId="{6DCF5DFA-D8FA-4BF2-8060-BA76C560754D}"/>
          </ac:spMkLst>
        </pc:spChg>
        <pc:spChg chg="mod">
          <ac:chgData name="Martin Hardy" userId="18c45b91-9529-4376-afee-15439663c977" providerId="ADAL" clId="{8D5E34AC-4DD0-4CF7-A912-C6EFD630449F}" dt="2021-09-23T13:46:10.640" v="1116" actId="20577"/>
          <ac:spMkLst>
            <pc:docMk/>
            <pc:sldMk cId="2270621459" sldId="351"/>
            <ac:spMk id="5" creationId="{C83099E7-4A3C-4036-A067-5A4F31B86E65}"/>
          </ac:spMkLst>
        </pc:spChg>
        <pc:spChg chg="mod">
          <ac:chgData name="Martin Hardy" userId="18c45b91-9529-4376-afee-15439663c977" providerId="ADAL" clId="{8D5E34AC-4DD0-4CF7-A912-C6EFD630449F}" dt="2021-09-23T14:07:23.989" v="1680" actId="6549"/>
          <ac:spMkLst>
            <pc:docMk/>
            <pc:sldMk cId="2270621459" sldId="351"/>
            <ac:spMk id="6" creationId="{2157D5C1-428C-4CE5-8B32-8DA4E029DA11}"/>
          </ac:spMkLst>
        </pc:spChg>
        <pc:spChg chg="mod">
          <ac:chgData name="Martin Hardy" userId="18c45b91-9529-4376-afee-15439663c977" providerId="ADAL" clId="{8D5E34AC-4DD0-4CF7-A912-C6EFD630449F}" dt="2021-09-23T14:05:25.718" v="1623" actId="20577"/>
          <ac:spMkLst>
            <pc:docMk/>
            <pc:sldMk cId="2270621459" sldId="351"/>
            <ac:spMk id="9" creationId="{2BC3A8A0-9297-4F1B-87A2-F45F52CCF498}"/>
          </ac:spMkLst>
        </pc:spChg>
      </pc:sldChg>
      <pc:sldChg chg="addSp delSp modSp new mod modClrScheme chgLayout modNotesTx">
        <pc:chgData name="Martin Hardy" userId="18c45b91-9529-4376-afee-15439663c977" providerId="ADAL" clId="{8D5E34AC-4DD0-4CF7-A912-C6EFD630449F}" dt="2021-09-24T15:25:01.084" v="5913" actId="27636"/>
        <pc:sldMkLst>
          <pc:docMk/>
          <pc:sldMk cId="3601201000" sldId="352"/>
        </pc:sldMkLst>
        <pc:spChg chg="mod ord">
          <ac:chgData name="Martin Hardy" userId="18c45b91-9529-4376-afee-15439663c977" providerId="ADAL" clId="{8D5E34AC-4DD0-4CF7-A912-C6EFD630449F}" dt="2021-09-24T15:25:01.076" v="5912" actId="700"/>
          <ac:spMkLst>
            <pc:docMk/>
            <pc:sldMk cId="3601201000" sldId="352"/>
            <ac:spMk id="2" creationId="{299C09F3-219B-4551-87C2-A1671F779AC9}"/>
          </ac:spMkLst>
        </pc:spChg>
        <pc:spChg chg="mod ord">
          <ac:chgData name="Martin Hardy" userId="18c45b91-9529-4376-afee-15439663c977" providerId="ADAL" clId="{8D5E34AC-4DD0-4CF7-A912-C6EFD630449F}" dt="2021-09-24T15:25:01.084" v="5913" actId="27636"/>
          <ac:spMkLst>
            <pc:docMk/>
            <pc:sldMk cId="3601201000" sldId="352"/>
            <ac:spMk id="3" creationId="{C3F1AFFC-3717-4287-BB14-47D1FA99E322}"/>
          </ac:spMkLst>
        </pc:spChg>
        <pc:spChg chg="mod ord">
          <ac:chgData name="Martin Hardy" userId="18c45b91-9529-4376-afee-15439663c977" providerId="ADAL" clId="{8D5E34AC-4DD0-4CF7-A912-C6EFD630449F}" dt="2021-09-24T15:25:01.076" v="5912" actId="700"/>
          <ac:spMkLst>
            <pc:docMk/>
            <pc:sldMk cId="3601201000" sldId="352"/>
            <ac:spMk id="4" creationId="{2C4B5E8D-6938-4654-BCA8-BD80E0F595B9}"/>
          </ac:spMkLst>
        </pc:spChg>
        <pc:spChg chg="mod ord">
          <ac:chgData name="Martin Hardy" userId="18c45b91-9529-4376-afee-15439663c977" providerId="ADAL" clId="{8D5E34AC-4DD0-4CF7-A912-C6EFD630449F}" dt="2021-09-24T15:25:01.076" v="5912" actId="700"/>
          <ac:spMkLst>
            <pc:docMk/>
            <pc:sldMk cId="3601201000" sldId="352"/>
            <ac:spMk id="5" creationId="{ECC91214-5993-419A-97AB-1625E8585817}"/>
          </ac:spMkLst>
        </pc:spChg>
        <pc:spChg chg="mod ord">
          <ac:chgData name="Martin Hardy" userId="18c45b91-9529-4376-afee-15439663c977" providerId="ADAL" clId="{8D5E34AC-4DD0-4CF7-A912-C6EFD630449F}" dt="2021-09-24T15:25:01.076" v="5912" actId="700"/>
          <ac:spMkLst>
            <pc:docMk/>
            <pc:sldMk cId="3601201000" sldId="352"/>
            <ac:spMk id="6" creationId="{02421A9F-E205-4D57-864F-3DAA257F10D5}"/>
          </ac:spMkLst>
        </pc:spChg>
        <pc:spChg chg="add del mod ord">
          <ac:chgData name="Martin Hardy" userId="18c45b91-9529-4376-afee-15439663c977" providerId="ADAL" clId="{8D5E34AC-4DD0-4CF7-A912-C6EFD630449F}" dt="2021-09-24T15:24:58.368" v="5911" actId="478"/>
          <ac:spMkLst>
            <pc:docMk/>
            <pc:sldMk cId="3601201000" sldId="352"/>
            <ac:spMk id="7" creationId="{CFBCA88F-07F1-43C5-9883-E451DC78E1F3}"/>
          </ac:spMkLst>
        </pc:spChg>
        <pc:spChg chg="add del mod">
          <ac:chgData name="Martin Hardy" userId="18c45b91-9529-4376-afee-15439663c977" providerId="ADAL" clId="{8D5E34AC-4DD0-4CF7-A912-C6EFD630449F}" dt="2021-09-24T15:25:01.076" v="5912" actId="700"/>
          <ac:spMkLst>
            <pc:docMk/>
            <pc:sldMk cId="3601201000" sldId="352"/>
            <ac:spMk id="9" creationId="{27F59E60-5276-4D03-86D8-DFA7E5F41187}"/>
          </ac:spMkLst>
        </pc:spChg>
      </pc:sldChg>
      <pc:sldChg chg="addSp delSp modSp new mod modClrScheme chgLayout">
        <pc:chgData name="Martin Hardy" userId="18c45b91-9529-4376-afee-15439663c977" providerId="ADAL" clId="{8D5E34AC-4DD0-4CF7-A912-C6EFD630449F}" dt="2021-09-24T18:56:02.013" v="6665" actId="207"/>
        <pc:sldMkLst>
          <pc:docMk/>
          <pc:sldMk cId="3039078064" sldId="353"/>
        </pc:sldMkLst>
        <pc:spChg chg="mod ord">
          <ac:chgData name="Martin Hardy" userId="18c45b91-9529-4376-afee-15439663c977" providerId="ADAL" clId="{8D5E34AC-4DD0-4CF7-A912-C6EFD630449F}" dt="2021-09-24T13:33:55.061" v="4601" actId="404"/>
          <ac:spMkLst>
            <pc:docMk/>
            <pc:sldMk cId="3039078064" sldId="353"/>
            <ac:spMk id="2" creationId="{B885BB29-2EC4-47D1-AD74-4347EFAC639F}"/>
          </ac:spMkLst>
        </pc:spChg>
        <pc:spChg chg="del mod">
          <ac:chgData name="Martin Hardy" userId="18c45b91-9529-4376-afee-15439663c977" providerId="ADAL" clId="{8D5E34AC-4DD0-4CF7-A912-C6EFD630449F}" dt="2021-09-24T13:16:59.864" v="4211" actId="478"/>
          <ac:spMkLst>
            <pc:docMk/>
            <pc:sldMk cId="3039078064" sldId="353"/>
            <ac:spMk id="3" creationId="{EE281ABE-D610-40AB-9693-06A636F66EEE}"/>
          </ac:spMkLst>
        </pc:spChg>
        <pc:spChg chg="del mod">
          <ac:chgData name="Martin Hardy" userId="18c45b91-9529-4376-afee-15439663c977" providerId="ADAL" clId="{8D5E34AC-4DD0-4CF7-A912-C6EFD630449F}" dt="2021-09-24T13:16:48.235" v="4205" actId="478"/>
          <ac:spMkLst>
            <pc:docMk/>
            <pc:sldMk cId="3039078064" sldId="353"/>
            <ac:spMk id="4" creationId="{FE51EA99-9531-4EE3-B306-9BE1FC524867}"/>
          </ac:spMkLst>
        </pc:spChg>
        <pc:spChg chg="del">
          <ac:chgData name="Martin Hardy" userId="18c45b91-9529-4376-afee-15439663c977" providerId="ADAL" clId="{8D5E34AC-4DD0-4CF7-A912-C6EFD630449F}" dt="2021-09-23T14:18:09.151" v="1824" actId="478"/>
          <ac:spMkLst>
            <pc:docMk/>
            <pc:sldMk cId="3039078064" sldId="353"/>
            <ac:spMk id="5" creationId="{7908A2E8-CC01-4A54-959F-8C4969A15B1B}"/>
          </ac:spMkLst>
        </pc:spChg>
        <pc:spChg chg="add del mod ord">
          <ac:chgData name="Martin Hardy" userId="18c45b91-9529-4376-afee-15439663c977" providerId="ADAL" clId="{8D5E34AC-4DD0-4CF7-A912-C6EFD630449F}" dt="2021-09-24T13:17:07.529" v="4212" actId="700"/>
          <ac:spMkLst>
            <pc:docMk/>
            <pc:sldMk cId="3039078064" sldId="353"/>
            <ac:spMk id="6" creationId="{43FAC8DE-6B3F-4141-AE9F-5BEF1E2A1BCE}"/>
          </ac:spMkLst>
        </pc:spChg>
        <pc:spChg chg="del">
          <ac:chgData name="Martin Hardy" userId="18c45b91-9529-4376-afee-15439663c977" providerId="ADAL" clId="{8D5E34AC-4DD0-4CF7-A912-C6EFD630449F}" dt="2021-09-23T14:18:09.151" v="1824" actId="478"/>
          <ac:spMkLst>
            <pc:docMk/>
            <pc:sldMk cId="3039078064" sldId="353"/>
            <ac:spMk id="6" creationId="{D317EA74-AEB7-48CA-9F16-4E00DC233F8D}"/>
          </ac:spMkLst>
        </pc:spChg>
        <pc:spChg chg="mod ord">
          <ac:chgData name="Martin Hardy" userId="18c45b91-9529-4376-afee-15439663c977" providerId="ADAL" clId="{8D5E34AC-4DD0-4CF7-A912-C6EFD630449F}" dt="2021-09-24T13:17:07.529" v="4212" actId="700"/>
          <ac:spMkLst>
            <pc:docMk/>
            <pc:sldMk cId="3039078064" sldId="353"/>
            <ac:spMk id="7" creationId="{328153EE-4AC1-41CD-8DAD-D66AAB7D35BE}"/>
          </ac:spMkLst>
        </pc:spChg>
        <pc:spChg chg="mod ord">
          <ac:chgData name="Martin Hardy" userId="18c45b91-9529-4376-afee-15439663c977" providerId="ADAL" clId="{8D5E34AC-4DD0-4CF7-A912-C6EFD630449F}" dt="2021-09-24T13:17:07.529" v="4212" actId="700"/>
          <ac:spMkLst>
            <pc:docMk/>
            <pc:sldMk cId="3039078064" sldId="353"/>
            <ac:spMk id="8" creationId="{188B6818-D9F7-4BB0-8880-CB4A4425BBE9}"/>
          </ac:spMkLst>
        </pc:spChg>
        <pc:spChg chg="del mod">
          <ac:chgData name="Martin Hardy" userId="18c45b91-9529-4376-afee-15439663c977" providerId="ADAL" clId="{8D5E34AC-4DD0-4CF7-A912-C6EFD630449F}" dt="2021-09-23T14:41:57.173" v="2393" actId="478"/>
          <ac:spMkLst>
            <pc:docMk/>
            <pc:sldMk cId="3039078064" sldId="353"/>
            <ac:spMk id="9" creationId="{3C0DBB82-A366-498F-8E93-6369779E1176}"/>
          </ac:spMkLst>
        </pc:spChg>
        <pc:spChg chg="add mod">
          <ac:chgData name="Martin Hardy" userId="18c45b91-9529-4376-afee-15439663c977" providerId="ADAL" clId="{8D5E34AC-4DD0-4CF7-A912-C6EFD630449F}" dt="2021-09-23T14:18:20.081" v="1825" actId="571"/>
          <ac:spMkLst>
            <pc:docMk/>
            <pc:sldMk cId="3039078064" sldId="353"/>
            <ac:spMk id="10" creationId="{3C199616-2BBB-4060-835D-A68E80688053}"/>
          </ac:spMkLst>
        </pc:spChg>
        <pc:spChg chg="add mod">
          <ac:chgData name="Martin Hardy" userId="18c45b91-9529-4376-afee-15439663c977" providerId="ADAL" clId="{8D5E34AC-4DD0-4CF7-A912-C6EFD630449F}" dt="2021-09-23T14:18:20.081" v="1825" actId="571"/>
          <ac:spMkLst>
            <pc:docMk/>
            <pc:sldMk cId="3039078064" sldId="353"/>
            <ac:spMk id="11" creationId="{135DB77F-2F5A-450C-BA8C-4C799AACA72F}"/>
          </ac:spMkLst>
        </pc:spChg>
        <pc:spChg chg="add mod">
          <ac:chgData name="Martin Hardy" userId="18c45b91-9529-4376-afee-15439663c977" providerId="ADAL" clId="{8D5E34AC-4DD0-4CF7-A912-C6EFD630449F}" dt="2021-09-23T14:18:24.192" v="1827" actId="571"/>
          <ac:spMkLst>
            <pc:docMk/>
            <pc:sldMk cId="3039078064" sldId="353"/>
            <ac:spMk id="12" creationId="{2C2E275C-C56A-400D-BD68-60B71F4A9A8D}"/>
          </ac:spMkLst>
        </pc:spChg>
        <pc:spChg chg="add del mod">
          <ac:chgData name="Martin Hardy" userId="18c45b91-9529-4376-afee-15439663c977" providerId="ADAL" clId="{8D5E34AC-4DD0-4CF7-A912-C6EFD630449F}" dt="2021-09-24T13:45:10.240" v="4740" actId="478"/>
          <ac:spMkLst>
            <pc:docMk/>
            <pc:sldMk cId="3039078064" sldId="353"/>
            <ac:spMk id="13" creationId="{95098DA8-63EC-4401-B4B6-917F3FA9712D}"/>
          </ac:spMkLst>
        </pc:spChg>
        <pc:spChg chg="add mod">
          <ac:chgData name="Martin Hardy" userId="18c45b91-9529-4376-afee-15439663c977" providerId="ADAL" clId="{8D5E34AC-4DD0-4CF7-A912-C6EFD630449F}" dt="2021-09-23T14:18:29.520" v="1828" actId="571"/>
          <ac:spMkLst>
            <pc:docMk/>
            <pc:sldMk cId="3039078064" sldId="353"/>
            <ac:spMk id="14" creationId="{FE270483-EE7A-4415-8F76-053BB2D888DA}"/>
          </ac:spMkLst>
        </pc:spChg>
        <pc:spChg chg="add mod">
          <ac:chgData name="Martin Hardy" userId="18c45b91-9529-4376-afee-15439663c977" providerId="ADAL" clId="{8D5E34AC-4DD0-4CF7-A912-C6EFD630449F}" dt="2021-09-23T14:18:29.520" v="1828" actId="571"/>
          <ac:spMkLst>
            <pc:docMk/>
            <pc:sldMk cId="3039078064" sldId="353"/>
            <ac:spMk id="15" creationId="{429D935E-9A07-4EF4-8C5C-E1A0109EC403}"/>
          </ac:spMkLst>
        </pc:spChg>
        <pc:spChg chg="add del mod">
          <ac:chgData name="Martin Hardy" userId="18c45b91-9529-4376-afee-15439663c977" providerId="ADAL" clId="{8D5E34AC-4DD0-4CF7-A912-C6EFD630449F}" dt="2021-09-24T13:16:56.765" v="4210" actId="478"/>
          <ac:spMkLst>
            <pc:docMk/>
            <pc:sldMk cId="3039078064" sldId="353"/>
            <ac:spMk id="16" creationId="{63533EA6-3BE7-434B-B5B6-8F4E9EF4577E}"/>
          </ac:spMkLst>
        </pc:spChg>
        <pc:spChg chg="add del mod">
          <ac:chgData name="Martin Hardy" userId="18c45b91-9529-4376-afee-15439663c977" providerId="ADAL" clId="{8D5E34AC-4DD0-4CF7-A912-C6EFD630449F}" dt="2021-09-24T13:16:51.718" v="4207" actId="478"/>
          <ac:spMkLst>
            <pc:docMk/>
            <pc:sldMk cId="3039078064" sldId="353"/>
            <ac:spMk id="17" creationId="{A7E99FAF-398A-4901-B223-6F4CAA919213}"/>
          </ac:spMkLst>
        </pc:spChg>
        <pc:spChg chg="add del mod">
          <ac:chgData name="Martin Hardy" userId="18c45b91-9529-4376-afee-15439663c977" providerId="ADAL" clId="{8D5E34AC-4DD0-4CF7-A912-C6EFD630449F}" dt="2021-09-24T13:16:55.486" v="4209" actId="478"/>
          <ac:spMkLst>
            <pc:docMk/>
            <pc:sldMk cId="3039078064" sldId="353"/>
            <ac:spMk id="18" creationId="{9A946B54-5C9A-48F6-8148-AA7A84AB5AD7}"/>
          </ac:spMkLst>
        </pc:spChg>
        <pc:spChg chg="add del mod">
          <ac:chgData name="Martin Hardy" userId="18c45b91-9529-4376-afee-15439663c977" providerId="ADAL" clId="{8D5E34AC-4DD0-4CF7-A912-C6EFD630449F}" dt="2021-09-24T13:16:50.278" v="4206" actId="478"/>
          <ac:spMkLst>
            <pc:docMk/>
            <pc:sldMk cId="3039078064" sldId="353"/>
            <ac:spMk id="19" creationId="{1BD394DA-184B-4764-92D3-A997FE812FCC}"/>
          </ac:spMkLst>
        </pc:spChg>
        <pc:spChg chg="add del mod ord">
          <ac:chgData name="Martin Hardy" userId="18c45b91-9529-4376-afee-15439663c977" providerId="ADAL" clId="{8D5E34AC-4DD0-4CF7-A912-C6EFD630449F}" dt="2021-09-24T13:17:07.529" v="4212" actId="700"/>
          <ac:spMkLst>
            <pc:docMk/>
            <pc:sldMk cId="3039078064" sldId="353"/>
            <ac:spMk id="20" creationId="{81EF85E1-9A13-4C5B-985B-3DDFC25889BD}"/>
          </ac:spMkLst>
        </pc:spChg>
        <pc:spChg chg="add mod ord">
          <ac:chgData name="Martin Hardy" userId="18c45b91-9529-4376-afee-15439663c977" providerId="ADAL" clId="{8D5E34AC-4DD0-4CF7-A912-C6EFD630449F}" dt="2021-09-24T13:17:07.529" v="4212" actId="700"/>
          <ac:spMkLst>
            <pc:docMk/>
            <pc:sldMk cId="3039078064" sldId="353"/>
            <ac:spMk id="21" creationId="{2B38033C-8FD2-46CF-835D-294645D3DF2D}"/>
          </ac:spMkLst>
        </pc:spChg>
        <pc:spChg chg="add del mod ord">
          <ac:chgData name="Martin Hardy" userId="18c45b91-9529-4376-afee-15439663c977" providerId="ADAL" clId="{8D5E34AC-4DD0-4CF7-A912-C6EFD630449F}" dt="2021-09-24T13:18:20.308" v="4213" actId="3680"/>
          <ac:spMkLst>
            <pc:docMk/>
            <pc:sldMk cId="3039078064" sldId="353"/>
            <ac:spMk id="22" creationId="{D3E77ECF-FA87-41DA-827E-DFD8B166A8AC}"/>
          </ac:spMkLst>
        </pc:spChg>
        <pc:graphicFrameChg chg="add mod ord modGraphic">
          <ac:chgData name="Martin Hardy" userId="18c45b91-9529-4376-afee-15439663c977" providerId="ADAL" clId="{8D5E34AC-4DD0-4CF7-A912-C6EFD630449F}" dt="2021-09-24T18:56:02.013" v="6665" actId="207"/>
          <ac:graphicFrameMkLst>
            <pc:docMk/>
            <pc:sldMk cId="3039078064" sldId="353"/>
            <ac:graphicFrameMk id="24" creationId="{A224D66A-3B65-4495-8816-AAF1132BA676}"/>
          </ac:graphicFrameMkLst>
        </pc:graphicFrameChg>
        <pc:picChg chg="add del mod">
          <ac:chgData name="Martin Hardy" userId="18c45b91-9529-4376-afee-15439663c977" providerId="ADAL" clId="{8D5E34AC-4DD0-4CF7-A912-C6EFD630449F}" dt="2021-09-24T13:16:53.447" v="4208" actId="478"/>
          <ac:picMkLst>
            <pc:docMk/>
            <pc:sldMk cId="3039078064" sldId="353"/>
            <ac:picMk id="23" creationId="{AAE3C56C-7AA3-45A0-B14C-D30B38587A83}"/>
          </ac:picMkLst>
        </pc:picChg>
      </pc:sldChg>
      <pc:sldChg chg="modSp add mod ord modNotesTx">
        <pc:chgData name="Martin Hardy" userId="18c45b91-9529-4376-afee-15439663c977" providerId="ADAL" clId="{8D5E34AC-4DD0-4CF7-A912-C6EFD630449F}" dt="2021-09-24T15:28:37.385" v="6036" actId="27636"/>
        <pc:sldMkLst>
          <pc:docMk/>
          <pc:sldMk cId="1109708352" sldId="354"/>
        </pc:sldMkLst>
        <pc:spChg chg="mod">
          <ac:chgData name="Martin Hardy" userId="18c45b91-9529-4376-afee-15439663c977" providerId="ADAL" clId="{8D5E34AC-4DD0-4CF7-A912-C6EFD630449F}" dt="2021-09-24T14:35:51.995" v="5390" actId="6549"/>
          <ac:spMkLst>
            <pc:docMk/>
            <pc:sldMk cId="1109708352" sldId="354"/>
            <ac:spMk id="2" creationId="{92E89BAD-96D3-40AC-B866-E489DB37EFE4}"/>
          </ac:spMkLst>
        </pc:spChg>
        <pc:spChg chg="mod">
          <ac:chgData name="Martin Hardy" userId="18c45b91-9529-4376-afee-15439663c977" providerId="ADAL" clId="{8D5E34AC-4DD0-4CF7-A912-C6EFD630449F}" dt="2021-09-24T15:28:37.385" v="6036" actId="27636"/>
          <ac:spMkLst>
            <pc:docMk/>
            <pc:sldMk cId="1109708352" sldId="354"/>
            <ac:spMk id="3" creationId="{D816142B-8344-4274-A921-136EBA67EC6A}"/>
          </ac:spMkLst>
        </pc:spChg>
        <pc:spChg chg="mod">
          <ac:chgData name="Martin Hardy" userId="18c45b91-9529-4376-afee-15439663c977" providerId="ADAL" clId="{8D5E34AC-4DD0-4CF7-A912-C6EFD630449F}" dt="2021-09-23T14:52:42.162" v="2658" actId="113"/>
          <ac:spMkLst>
            <pc:docMk/>
            <pc:sldMk cId="1109708352" sldId="354"/>
            <ac:spMk id="4" creationId="{A9E6778E-A083-4433-BD82-ABEE9FA61C3A}"/>
          </ac:spMkLst>
        </pc:spChg>
        <pc:spChg chg="mod">
          <ac:chgData name="Martin Hardy" userId="18c45b91-9529-4376-afee-15439663c977" providerId="ADAL" clId="{8D5E34AC-4DD0-4CF7-A912-C6EFD630449F}" dt="2021-09-23T14:41:51.563" v="2392" actId="20577"/>
          <ac:spMkLst>
            <pc:docMk/>
            <pc:sldMk cId="1109708352" sldId="354"/>
            <ac:spMk id="7" creationId="{2F7A4639-742C-4624-8855-77F36976D6C5}"/>
          </ac:spMkLst>
        </pc:spChg>
      </pc:sldChg>
      <pc:sldChg chg="modSp add mod">
        <pc:chgData name="Martin Hardy" userId="18c45b91-9529-4376-afee-15439663c977" providerId="ADAL" clId="{8D5E34AC-4DD0-4CF7-A912-C6EFD630449F}" dt="2021-09-24T19:33:55.782" v="7171" actId="20578"/>
        <pc:sldMkLst>
          <pc:docMk/>
          <pc:sldMk cId="1657268346" sldId="355"/>
        </pc:sldMkLst>
        <pc:spChg chg="mod">
          <ac:chgData name="Martin Hardy" userId="18c45b91-9529-4376-afee-15439663c977" providerId="ADAL" clId="{8D5E34AC-4DD0-4CF7-A912-C6EFD630449F}" dt="2021-09-24T14:42:33.274" v="5483" actId="27636"/>
          <ac:spMkLst>
            <pc:docMk/>
            <pc:sldMk cId="1657268346" sldId="355"/>
            <ac:spMk id="2" creationId="{92E89BAD-96D3-40AC-B866-E489DB37EFE4}"/>
          </ac:spMkLst>
        </pc:spChg>
        <pc:spChg chg="mod">
          <ac:chgData name="Martin Hardy" userId="18c45b91-9529-4376-afee-15439663c977" providerId="ADAL" clId="{8D5E34AC-4DD0-4CF7-A912-C6EFD630449F}" dt="2021-09-24T15:29:23.544" v="6070" actId="113"/>
          <ac:spMkLst>
            <pc:docMk/>
            <pc:sldMk cId="1657268346" sldId="355"/>
            <ac:spMk id="3" creationId="{D816142B-8344-4274-A921-136EBA67EC6A}"/>
          </ac:spMkLst>
        </pc:spChg>
        <pc:spChg chg="mod">
          <ac:chgData name="Martin Hardy" userId="18c45b91-9529-4376-afee-15439663c977" providerId="ADAL" clId="{8D5E34AC-4DD0-4CF7-A912-C6EFD630449F}" dt="2021-09-24T19:33:55.782" v="7171" actId="20578"/>
          <ac:spMkLst>
            <pc:docMk/>
            <pc:sldMk cId="1657268346" sldId="355"/>
            <ac:spMk id="4" creationId="{A9E6778E-A083-4433-BD82-ABEE9FA61C3A}"/>
          </ac:spMkLst>
        </pc:spChg>
      </pc:sldChg>
      <pc:sldChg chg="modSp add mod">
        <pc:chgData name="Martin Hardy" userId="18c45b91-9529-4376-afee-15439663c977" providerId="ADAL" clId="{8D5E34AC-4DD0-4CF7-A912-C6EFD630449F}" dt="2021-09-28T12:10:11.572" v="7251" actId="207"/>
        <pc:sldMkLst>
          <pc:docMk/>
          <pc:sldMk cId="587549209" sldId="356"/>
        </pc:sldMkLst>
        <pc:spChg chg="mod">
          <ac:chgData name="Martin Hardy" userId="18c45b91-9529-4376-afee-15439663c977" providerId="ADAL" clId="{8D5E34AC-4DD0-4CF7-A912-C6EFD630449F}" dt="2021-09-24T14:36:34.530" v="5412" actId="20577"/>
          <ac:spMkLst>
            <pc:docMk/>
            <pc:sldMk cId="587549209" sldId="356"/>
            <ac:spMk id="2" creationId="{92E89BAD-96D3-40AC-B866-E489DB37EFE4}"/>
          </ac:spMkLst>
        </pc:spChg>
        <pc:spChg chg="mod">
          <ac:chgData name="Martin Hardy" userId="18c45b91-9529-4376-afee-15439663c977" providerId="ADAL" clId="{8D5E34AC-4DD0-4CF7-A912-C6EFD630449F}" dt="2021-09-28T12:10:11.572" v="7251" actId="207"/>
          <ac:spMkLst>
            <pc:docMk/>
            <pc:sldMk cId="587549209" sldId="356"/>
            <ac:spMk id="3" creationId="{D816142B-8344-4274-A921-136EBA67EC6A}"/>
          </ac:spMkLst>
        </pc:spChg>
        <pc:spChg chg="mod">
          <ac:chgData name="Martin Hardy" userId="18c45b91-9529-4376-afee-15439663c977" providerId="ADAL" clId="{8D5E34AC-4DD0-4CF7-A912-C6EFD630449F}" dt="2021-09-24T14:09:37.096" v="5034" actId="6549"/>
          <ac:spMkLst>
            <pc:docMk/>
            <pc:sldMk cId="587549209" sldId="356"/>
            <ac:spMk id="4" creationId="{A9E6778E-A083-4433-BD82-ABEE9FA61C3A}"/>
          </ac:spMkLst>
        </pc:spChg>
        <pc:spChg chg="mod">
          <ac:chgData name="Martin Hardy" userId="18c45b91-9529-4376-afee-15439663c977" providerId="ADAL" clId="{8D5E34AC-4DD0-4CF7-A912-C6EFD630449F}" dt="2021-09-23T23:28:13.814" v="4197" actId="20577"/>
          <ac:spMkLst>
            <pc:docMk/>
            <pc:sldMk cId="587549209" sldId="356"/>
            <ac:spMk id="7" creationId="{2F7A4639-742C-4624-8855-77F36976D6C5}"/>
          </ac:spMkLst>
        </pc:spChg>
      </pc:sldChg>
      <pc:sldChg chg="addSp delSp modSp new mod modClrScheme chgLayout">
        <pc:chgData name="Martin Hardy" userId="18c45b91-9529-4376-afee-15439663c977" providerId="ADAL" clId="{8D5E34AC-4DD0-4CF7-A912-C6EFD630449F}" dt="2021-09-24T14:36:00.194" v="5392" actId="6549"/>
        <pc:sldMkLst>
          <pc:docMk/>
          <pc:sldMk cId="3215082676" sldId="357"/>
        </pc:sldMkLst>
        <pc:spChg chg="mod ord">
          <ac:chgData name="Martin Hardy" userId="18c45b91-9529-4376-afee-15439663c977" providerId="ADAL" clId="{8D5E34AC-4DD0-4CF7-A912-C6EFD630449F}" dt="2021-09-24T14:36:00.194" v="5392" actId="6549"/>
          <ac:spMkLst>
            <pc:docMk/>
            <pc:sldMk cId="3215082676" sldId="357"/>
            <ac:spMk id="2" creationId="{FA8D4F33-9636-452A-868B-6B26FD7B6DCE}"/>
          </ac:spMkLst>
        </pc:spChg>
        <pc:spChg chg="del mod ord">
          <ac:chgData name="Martin Hardy" userId="18c45b91-9529-4376-afee-15439663c977" providerId="ADAL" clId="{8D5E34AC-4DD0-4CF7-A912-C6EFD630449F}" dt="2021-09-23T14:55:30.655" v="2854" actId="700"/>
          <ac:spMkLst>
            <pc:docMk/>
            <pc:sldMk cId="3215082676" sldId="357"/>
            <ac:spMk id="3" creationId="{52EACE77-55AE-4E41-B3E5-DEECCD8E7D71}"/>
          </ac:spMkLst>
        </pc:spChg>
        <pc:spChg chg="mod ord">
          <ac:chgData name="Martin Hardy" userId="18c45b91-9529-4376-afee-15439663c977" providerId="ADAL" clId="{8D5E34AC-4DD0-4CF7-A912-C6EFD630449F}" dt="2021-09-23T14:58:06.975" v="2915" actId="700"/>
          <ac:spMkLst>
            <pc:docMk/>
            <pc:sldMk cId="3215082676" sldId="357"/>
            <ac:spMk id="4" creationId="{D172ED39-E7CB-4847-A44C-D803471D93C7}"/>
          </ac:spMkLst>
        </pc:spChg>
        <pc:spChg chg="mod ord">
          <ac:chgData name="Martin Hardy" userId="18c45b91-9529-4376-afee-15439663c977" providerId="ADAL" clId="{8D5E34AC-4DD0-4CF7-A912-C6EFD630449F}" dt="2021-09-23T14:58:06.975" v="2915" actId="700"/>
          <ac:spMkLst>
            <pc:docMk/>
            <pc:sldMk cId="3215082676" sldId="357"/>
            <ac:spMk id="5" creationId="{BB381C4E-4F0A-4FF8-B998-65E61420F8ED}"/>
          </ac:spMkLst>
        </pc:spChg>
        <pc:spChg chg="del mod ord">
          <ac:chgData name="Martin Hardy" userId="18c45b91-9529-4376-afee-15439663c977" providerId="ADAL" clId="{8D5E34AC-4DD0-4CF7-A912-C6EFD630449F}" dt="2021-09-23T14:55:30.655" v="2854" actId="700"/>
          <ac:spMkLst>
            <pc:docMk/>
            <pc:sldMk cId="3215082676" sldId="357"/>
            <ac:spMk id="6" creationId="{6311B00E-2783-4660-828F-7CCEAAFEBC32}"/>
          </ac:spMkLst>
        </pc:spChg>
        <pc:spChg chg="add mod ord">
          <ac:chgData name="Martin Hardy" userId="18c45b91-9529-4376-afee-15439663c977" providerId="ADAL" clId="{8D5E34AC-4DD0-4CF7-A912-C6EFD630449F}" dt="2021-09-23T14:58:56.413" v="2931" actId="6549"/>
          <ac:spMkLst>
            <pc:docMk/>
            <pc:sldMk cId="3215082676" sldId="357"/>
            <ac:spMk id="7" creationId="{94789CFD-99F8-444E-B653-6074C903CDB0}"/>
          </ac:spMkLst>
        </pc:spChg>
        <pc:spChg chg="add del mod ord">
          <ac:chgData name="Martin Hardy" userId="18c45b91-9529-4376-afee-15439663c977" providerId="ADAL" clId="{8D5E34AC-4DD0-4CF7-A912-C6EFD630449F}" dt="2021-09-23T14:58:06.975" v="2915" actId="700"/>
          <ac:spMkLst>
            <pc:docMk/>
            <pc:sldMk cId="3215082676" sldId="357"/>
            <ac:spMk id="8" creationId="{69C2DEE0-29BA-452C-9988-F560D2534527}"/>
          </ac:spMkLst>
        </pc:spChg>
        <pc:spChg chg="add del mod ord">
          <ac:chgData name="Martin Hardy" userId="18c45b91-9529-4376-afee-15439663c977" providerId="ADAL" clId="{8D5E34AC-4DD0-4CF7-A912-C6EFD630449F}" dt="2021-09-23T14:58:06.975" v="2915" actId="700"/>
          <ac:spMkLst>
            <pc:docMk/>
            <pc:sldMk cId="3215082676" sldId="357"/>
            <ac:spMk id="9" creationId="{729B9ACF-52C2-4C48-8F66-2B26CFB343D5}"/>
          </ac:spMkLst>
        </pc:spChg>
        <pc:spChg chg="add mod ord">
          <ac:chgData name="Martin Hardy" userId="18c45b91-9529-4376-afee-15439663c977" providerId="ADAL" clId="{8D5E34AC-4DD0-4CF7-A912-C6EFD630449F}" dt="2021-09-23T14:58:06.983" v="2916" actId="27636"/>
          <ac:spMkLst>
            <pc:docMk/>
            <pc:sldMk cId="3215082676" sldId="357"/>
            <ac:spMk id="10" creationId="{2573E38A-5687-49CF-B1D6-D4FEAF9770D8}"/>
          </ac:spMkLst>
        </pc:spChg>
      </pc:sldChg>
      <pc:sldChg chg="addSp delSp modSp new mod">
        <pc:chgData name="Martin Hardy" userId="18c45b91-9529-4376-afee-15439663c977" providerId="ADAL" clId="{8D5E34AC-4DD0-4CF7-A912-C6EFD630449F}" dt="2021-09-28T11:59:40.899" v="7216" actId="20577"/>
        <pc:sldMkLst>
          <pc:docMk/>
          <pc:sldMk cId="3542990876" sldId="358"/>
        </pc:sldMkLst>
        <pc:spChg chg="mod">
          <ac:chgData name="Martin Hardy" userId="18c45b91-9529-4376-afee-15439663c977" providerId="ADAL" clId="{8D5E34AC-4DD0-4CF7-A912-C6EFD630449F}" dt="2021-09-24T15:29:04.126" v="6055" actId="20577"/>
          <ac:spMkLst>
            <pc:docMk/>
            <pc:sldMk cId="3542990876" sldId="358"/>
            <ac:spMk id="2" creationId="{797916D1-6CCC-483F-B88F-F62DDD56671A}"/>
          </ac:spMkLst>
        </pc:spChg>
        <pc:spChg chg="mod">
          <ac:chgData name="Martin Hardy" userId="18c45b91-9529-4376-afee-15439663c977" providerId="ADAL" clId="{8D5E34AC-4DD0-4CF7-A912-C6EFD630449F}" dt="2021-09-24T14:37:49.167" v="5416"/>
          <ac:spMkLst>
            <pc:docMk/>
            <pc:sldMk cId="3542990876" sldId="358"/>
            <ac:spMk id="3" creationId="{0ACBC9A6-E291-4C26-BC55-96D6C341BCF9}"/>
          </ac:spMkLst>
        </pc:spChg>
        <pc:spChg chg="mod">
          <ac:chgData name="Martin Hardy" userId="18c45b91-9529-4376-afee-15439663c977" providerId="ADAL" clId="{8D5E34AC-4DD0-4CF7-A912-C6EFD630449F}" dt="2021-09-28T11:59:40.899" v="7216" actId="20577"/>
          <ac:spMkLst>
            <pc:docMk/>
            <pc:sldMk cId="3542990876" sldId="358"/>
            <ac:spMk id="4" creationId="{33BB02A0-752A-41DE-868F-3C9AECBE8528}"/>
          </ac:spMkLst>
        </pc:spChg>
        <pc:spChg chg="mod">
          <ac:chgData name="Martin Hardy" userId="18c45b91-9529-4376-afee-15439663c977" providerId="ADAL" clId="{8D5E34AC-4DD0-4CF7-A912-C6EFD630449F}" dt="2021-09-23T15:00:47.416" v="2970" actId="27636"/>
          <ac:spMkLst>
            <pc:docMk/>
            <pc:sldMk cId="3542990876" sldId="358"/>
            <ac:spMk id="7" creationId="{653ABB0C-7A4A-4AF8-AAD5-1ABB5D4C5DC0}"/>
          </ac:spMkLst>
        </pc:spChg>
        <pc:spChg chg="add del mod">
          <ac:chgData name="Martin Hardy" userId="18c45b91-9529-4376-afee-15439663c977" providerId="ADAL" clId="{8D5E34AC-4DD0-4CF7-A912-C6EFD630449F}" dt="2021-09-23T15:00:47.385" v="2969"/>
          <ac:spMkLst>
            <pc:docMk/>
            <pc:sldMk cId="3542990876" sldId="358"/>
            <ac:spMk id="8" creationId="{06F11CA1-484A-4DAA-B0AD-F23C1C6D4C1C}"/>
          </ac:spMkLst>
        </pc:spChg>
      </pc:sldChg>
      <pc:sldChg chg="addSp delSp modSp new mod modClrScheme chgLayout modNotesTx">
        <pc:chgData name="Martin Hardy" userId="18c45b91-9529-4376-afee-15439663c977" providerId="ADAL" clId="{8D5E34AC-4DD0-4CF7-A912-C6EFD630449F}" dt="2021-09-24T14:41:41.122" v="5450" actId="14100"/>
        <pc:sldMkLst>
          <pc:docMk/>
          <pc:sldMk cId="1583292946" sldId="359"/>
        </pc:sldMkLst>
        <pc:spChg chg="del mod ord">
          <ac:chgData name="Martin Hardy" userId="18c45b91-9529-4376-afee-15439663c977" providerId="ADAL" clId="{8D5E34AC-4DD0-4CF7-A912-C6EFD630449F}" dt="2021-09-23T15:08:53.138" v="3115" actId="700"/>
          <ac:spMkLst>
            <pc:docMk/>
            <pc:sldMk cId="1583292946" sldId="359"/>
            <ac:spMk id="2" creationId="{F256077D-E5DC-4802-9FB3-BDEEC566C7E1}"/>
          </ac:spMkLst>
        </pc:spChg>
        <pc:spChg chg="mod ord">
          <ac:chgData name="Martin Hardy" userId="18c45b91-9529-4376-afee-15439663c977" providerId="ADAL" clId="{8D5E34AC-4DD0-4CF7-A912-C6EFD630449F}" dt="2021-09-24T14:41:37.626" v="5449" actId="14100"/>
          <ac:spMkLst>
            <pc:docMk/>
            <pc:sldMk cId="1583292946" sldId="359"/>
            <ac:spMk id="3" creationId="{F69E2A38-3626-45CC-9161-6A884DC34855}"/>
          </ac:spMkLst>
        </pc:spChg>
        <pc:spChg chg="mod ord">
          <ac:chgData name="Martin Hardy" userId="18c45b91-9529-4376-afee-15439663c977" providerId="ADAL" clId="{8D5E34AC-4DD0-4CF7-A912-C6EFD630449F}" dt="2021-09-23T15:08:53.138" v="3115" actId="700"/>
          <ac:spMkLst>
            <pc:docMk/>
            <pc:sldMk cId="1583292946" sldId="359"/>
            <ac:spMk id="4" creationId="{A1AA3349-1BA7-47DF-9BB6-D7E66EFD7270}"/>
          </ac:spMkLst>
        </pc:spChg>
        <pc:spChg chg="mod ord">
          <ac:chgData name="Martin Hardy" userId="18c45b91-9529-4376-afee-15439663c977" providerId="ADAL" clId="{8D5E34AC-4DD0-4CF7-A912-C6EFD630449F}" dt="2021-09-23T15:08:53.138" v="3115" actId="700"/>
          <ac:spMkLst>
            <pc:docMk/>
            <pc:sldMk cId="1583292946" sldId="359"/>
            <ac:spMk id="5" creationId="{EEFC6870-61F4-49E0-AC60-E775E48EDF55}"/>
          </ac:spMkLst>
        </pc:spChg>
        <pc:spChg chg="del mod ord">
          <ac:chgData name="Martin Hardy" userId="18c45b91-9529-4376-afee-15439663c977" providerId="ADAL" clId="{8D5E34AC-4DD0-4CF7-A912-C6EFD630449F}" dt="2021-09-23T15:08:53.138" v="3115" actId="700"/>
          <ac:spMkLst>
            <pc:docMk/>
            <pc:sldMk cId="1583292946" sldId="359"/>
            <ac:spMk id="6" creationId="{2600EE3D-11DD-4A11-AE36-12CEB94E5B02}"/>
          </ac:spMkLst>
        </pc:spChg>
        <pc:spChg chg="add mod ord">
          <ac:chgData name="Martin Hardy" userId="18c45b91-9529-4376-afee-15439663c977" providerId="ADAL" clId="{8D5E34AC-4DD0-4CF7-A912-C6EFD630449F}" dt="2021-09-24T14:36:08.795" v="5397" actId="6549"/>
          <ac:spMkLst>
            <pc:docMk/>
            <pc:sldMk cId="1583292946" sldId="359"/>
            <ac:spMk id="7" creationId="{A987FD47-B3C4-4C73-9CF2-34E54F73FCE2}"/>
          </ac:spMkLst>
        </pc:spChg>
        <pc:spChg chg="add mod ord">
          <ac:chgData name="Martin Hardy" userId="18c45b91-9529-4376-afee-15439663c977" providerId="ADAL" clId="{8D5E34AC-4DD0-4CF7-A912-C6EFD630449F}" dt="2021-09-23T15:19:37.542" v="3337" actId="20577"/>
          <ac:spMkLst>
            <pc:docMk/>
            <pc:sldMk cId="1583292946" sldId="359"/>
            <ac:spMk id="8" creationId="{379530C6-801A-42BA-8891-83B6721A514B}"/>
          </ac:spMkLst>
        </pc:spChg>
        <pc:spChg chg="add mod ord">
          <ac:chgData name="Martin Hardy" userId="18c45b91-9529-4376-afee-15439663c977" providerId="ADAL" clId="{8D5E34AC-4DD0-4CF7-A912-C6EFD630449F}" dt="2021-09-24T14:41:41.122" v="5450" actId="14100"/>
          <ac:spMkLst>
            <pc:docMk/>
            <pc:sldMk cId="1583292946" sldId="359"/>
            <ac:spMk id="9" creationId="{5DDABE48-ABB2-4E72-B023-9CBE74A68B03}"/>
          </ac:spMkLst>
        </pc:spChg>
      </pc:sldChg>
      <pc:sldChg chg="modSp new mod">
        <pc:chgData name="Martin Hardy" userId="18c45b91-9529-4376-afee-15439663c977" providerId="ADAL" clId="{8D5E34AC-4DD0-4CF7-A912-C6EFD630449F}" dt="2021-09-28T12:08:57.156" v="7250" actId="20577"/>
        <pc:sldMkLst>
          <pc:docMk/>
          <pc:sldMk cId="2302801499" sldId="360"/>
        </pc:sldMkLst>
        <pc:spChg chg="mod">
          <ac:chgData name="Martin Hardy" userId="18c45b91-9529-4376-afee-15439663c977" providerId="ADAL" clId="{8D5E34AC-4DD0-4CF7-A912-C6EFD630449F}" dt="2021-09-24T14:36:24.010" v="5404" actId="6549"/>
          <ac:spMkLst>
            <pc:docMk/>
            <pc:sldMk cId="2302801499" sldId="360"/>
            <ac:spMk id="2" creationId="{511C6488-6D2E-463B-B59C-98A2331CBFB4}"/>
          </ac:spMkLst>
        </pc:spChg>
        <pc:spChg chg="mod">
          <ac:chgData name="Martin Hardy" userId="18c45b91-9529-4376-afee-15439663c977" providerId="ADAL" clId="{8D5E34AC-4DD0-4CF7-A912-C6EFD630449F}" dt="2021-09-24T14:46:57.170" v="5558" actId="113"/>
          <ac:spMkLst>
            <pc:docMk/>
            <pc:sldMk cId="2302801499" sldId="360"/>
            <ac:spMk id="3" creationId="{04B9E5D4-078F-4A14-8614-AC434492CEFF}"/>
          </ac:spMkLst>
        </pc:spChg>
        <pc:spChg chg="mod">
          <ac:chgData name="Martin Hardy" userId="18c45b91-9529-4376-afee-15439663c977" providerId="ADAL" clId="{8D5E34AC-4DD0-4CF7-A912-C6EFD630449F}" dt="2021-09-23T23:25:55.310" v="4132" actId="27636"/>
          <ac:spMkLst>
            <pc:docMk/>
            <pc:sldMk cId="2302801499" sldId="360"/>
            <ac:spMk id="6" creationId="{75594B16-EE72-4154-86AF-FC36752590BC}"/>
          </ac:spMkLst>
        </pc:spChg>
        <pc:spChg chg="mod">
          <ac:chgData name="Martin Hardy" userId="18c45b91-9529-4376-afee-15439663c977" providerId="ADAL" clId="{8D5E34AC-4DD0-4CF7-A912-C6EFD630449F}" dt="2021-09-28T12:08:57.156" v="7250" actId="20577"/>
          <ac:spMkLst>
            <pc:docMk/>
            <pc:sldMk cId="2302801499" sldId="360"/>
            <ac:spMk id="7" creationId="{DBBB3113-DC85-447F-AE3B-D0A4EDDB3C9C}"/>
          </ac:spMkLst>
        </pc:spChg>
      </pc:sldChg>
      <pc:sldChg chg="modSp add del mod">
        <pc:chgData name="Martin Hardy" userId="18c45b91-9529-4376-afee-15439663c977" providerId="ADAL" clId="{8D5E34AC-4DD0-4CF7-A912-C6EFD630449F}" dt="2021-09-24T15:14:01.265" v="5597" actId="47"/>
        <pc:sldMkLst>
          <pc:docMk/>
          <pc:sldMk cId="2071222377" sldId="361"/>
        </pc:sldMkLst>
        <pc:spChg chg="mod">
          <ac:chgData name="Martin Hardy" userId="18c45b91-9529-4376-afee-15439663c977" providerId="ADAL" clId="{8D5E34AC-4DD0-4CF7-A912-C6EFD630449F}" dt="2021-09-24T14:36:28.587" v="5406" actId="6549"/>
          <ac:spMkLst>
            <pc:docMk/>
            <pc:sldMk cId="2071222377" sldId="361"/>
            <ac:spMk id="2" creationId="{511C6488-6D2E-463B-B59C-98A2331CBFB4}"/>
          </ac:spMkLst>
        </pc:spChg>
        <pc:spChg chg="mod">
          <ac:chgData name="Martin Hardy" userId="18c45b91-9529-4376-afee-15439663c977" providerId="ADAL" clId="{8D5E34AC-4DD0-4CF7-A912-C6EFD630449F}" dt="2021-09-23T23:16:26.056" v="3967" actId="20577"/>
          <ac:spMkLst>
            <pc:docMk/>
            <pc:sldMk cId="2071222377" sldId="361"/>
            <ac:spMk id="3" creationId="{04B9E5D4-078F-4A14-8614-AC434492CEFF}"/>
          </ac:spMkLst>
        </pc:spChg>
        <pc:spChg chg="mod">
          <ac:chgData name="Martin Hardy" userId="18c45b91-9529-4376-afee-15439663c977" providerId="ADAL" clId="{8D5E34AC-4DD0-4CF7-A912-C6EFD630449F}" dt="2021-09-23T22:37:25.966" v="3894" actId="27636"/>
          <ac:spMkLst>
            <pc:docMk/>
            <pc:sldMk cId="2071222377" sldId="361"/>
            <ac:spMk id="6" creationId="{75594B16-EE72-4154-86AF-FC36752590BC}"/>
          </ac:spMkLst>
        </pc:spChg>
        <pc:spChg chg="mod">
          <ac:chgData name="Martin Hardy" userId="18c45b91-9529-4376-afee-15439663c977" providerId="ADAL" clId="{8D5E34AC-4DD0-4CF7-A912-C6EFD630449F}" dt="2021-09-23T22:57:56.463" v="3946" actId="114"/>
          <ac:spMkLst>
            <pc:docMk/>
            <pc:sldMk cId="2071222377" sldId="361"/>
            <ac:spMk id="7" creationId="{DBBB3113-DC85-447F-AE3B-D0A4EDDB3C9C}"/>
          </ac:spMkLst>
        </pc:spChg>
      </pc:sldChg>
      <pc:sldChg chg="addSp delSp modSp add mod ord">
        <pc:chgData name="Martin Hardy" userId="18c45b91-9529-4376-afee-15439663c977" providerId="ADAL" clId="{8D5E34AC-4DD0-4CF7-A912-C6EFD630449F}" dt="2021-09-28T12:10:52.373" v="7253"/>
        <pc:sldMkLst>
          <pc:docMk/>
          <pc:sldMk cId="2265354228" sldId="361"/>
        </pc:sldMkLst>
        <pc:spChg chg="mod">
          <ac:chgData name="Martin Hardy" userId="18c45b91-9529-4376-afee-15439663c977" providerId="ADAL" clId="{8D5E34AC-4DD0-4CF7-A912-C6EFD630449F}" dt="2021-09-24T15:40:03.101" v="6126" actId="20577"/>
          <ac:spMkLst>
            <pc:docMk/>
            <pc:sldMk cId="2265354228" sldId="361"/>
            <ac:spMk id="11" creationId="{69BD5008-D72F-4BC9-A557-903A00542760}"/>
          </ac:spMkLst>
        </pc:spChg>
        <pc:picChg chg="del">
          <ac:chgData name="Martin Hardy" userId="18c45b91-9529-4376-afee-15439663c977" providerId="ADAL" clId="{8D5E34AC-4DD0-4CF7-A912-C6EFD630449F}" dt="2021-09-28T12:10:52.137" v="7252" actId="478"/>
          <ac:picMkLst>
            <pc:docMk/>
            <pc:sldMk cId="2265354228" sldId="361"/>
            <ac:picMk id="7" creationId="{0F9878FE-E617-453F-9830-4E9C2DC8B114}"/>
          </ac:picMkLst>
        </pc:picChg>
        <pc:picChg chg="add mod">
          <ac:chgData name="Martin Hardy" userId="18c45b91-9529-4376-afee-15439663c977" providerId="ADAL" clId="{8D5E34AC-4DD0-4CF7-A912-C6EFD630449F}" dt="2021-09-28T12:10:52.373" v="7253"/>
          <ac:picMkLst>
            <pc:docMk/>
            <pc:sldMk cId="2265354228" sldId="361"/>
            <ac:picMk id="8" creationId="{BA16A6C1-80D6-4B58-B15D-FBE5188FB80B}"/>
          </ac:picMkLst>
        </pc:picChg>
      </pc:sldChg>
      <pc:sldChg chg="modSp add mod">
        <pc:chgData name="Martin Hardy" userId="18c45b91-9529-4376-afee-15439663c977" providerId="ADAL" clId="{8D5E34AC-4DD0-4CF7-A912-C6EFD630449F}" dt="2021-09-28T12:23:00.998" v="7484" actId="20577"/>
        <pc:sldMkLst>
          <pc:docMk/>
          <pc:sldMk cId="3377851912" sldId="362"/>
        </pc:sldMkLst>
        <pc:spChg chg="mod">
          <ac:chgData name="Martin Hardy" userId="18c45b91-9529-4376-afee-15439663c977" providerId="ADAL" clId="{8D5E34AC-4DD0-4CF7-A912-C6EFD630449F}" dt="2021-09-24T19:00:24.469" v="6722" actId="20577"/>
          <ac:spMkLst>
            <pc:docMk/>
            <pc:sldMk cId="3377851912" sldId="362"/>
            <ac:spMk id="2" creationId="{28121302-8CC0-4962-85A8-8FAE55227E51}"/>
          </ac:spMkLst>
        </pc:spChg>
        <pc:spChg chg="mod">
          <ac:chgData name="Martin Hardy" userId="18c45b91-9529-4376-afee-15439663c977" providerId="ADAL" clId="{8D5E34AC-4DD0-4CF7-A912-C6EFD630449F}" dt="2021-09-28T12:23:00.998" v="7484" actId="20577"/>
          <ac:spMkLst>
            <pc:docMk/>
            <pc:sldMk cId="3377851912" sldId="362"/>
            <ac:spMk id="3" creationId="{52AC1559-12EB-4EA3-B5AB-AB41514805D1}"/>
          </ac:spMkLst>
        </pc:spChg>
        <pc:spChg chg="mod">
          <ac:chgData name="Martin Hardy" userId="18c45b91-9529-4376-afee-15439663c977" providerId="ADAL" clId="{8D5E34AC-4DD0-4CF7-A912-C6EFD630449F}" dt="2021-09-24T18:33:29.448" v="6426"/>
          <ac:spMkLst>
            <pc:docMk/>
            <pc:sldMk cId="3377851912" sldId="362"/>
            <ac:spMk id="9" creationId="{6C4755EA-F57D-42FC-B68C-2069BFDA0162}"/>
          </ac:spMkLst>
        </pc:spChg>
      </pc:sldChg>
      <pc:sldChg chg="modSp add mod">
        <pc:chgData name="Martin Hardy" userId="18c45b91-9529-4376-afee-15439663c977" providerId="ADAL" clId="{8D5E34AC-4DD0-4CF7-A912-C6EFD630449F}" dt="2021-09-28T12:24:28.259" v="7528" actId="20577"/>
        <pc:sldMkLst>
          <pc:docMk/>
          <pc:sldMk cId="119500809" sldId="363"/>
        </pc:sldMkLst>
        <pc:spChg chg="mod">
          <ac:chgData name="Martin Hardy" userId="18c45b91-9529-4376-afee-15439663c977" providerId="ADAL" clId="{8D5E34AC-4DD0-4CF7-A912-C6EFD630449F}" dt="2021-09-24T19:00:16.957" v="6718" actId="6549"/>
          <ac:spMkLst>
            <pc:docMk/>
            <pc:sldMk cId="119500809" sldId="363"/>
            <ac:spMk id="2" creationId="{28121302-8CC0-4962-85A8-8FAE55227E51}"/>
          </ac:spMkLst>
        </pc:spChg>
        <pc:spChg chg="mod">
          <ac:chgData name="Martin Hardy" userId="18c45b91-9529-4376-afee-15439663c977" providerId="ADAL" clId="{8D5E34AC-4DD0-4CF7-A912-C6EFD630449F}" dt="2021-09-28T12:24:28.259" v="7528" actId="20577"/>
          <ac:spMkLst>
            <pc:docMk/>
            <pc:sldMk cId="119500809" sldId="363"/>
            <ac:spMk id="3" creationId="{52AC1559-12EB-4EA3-B5AB-AB41514805D1}"/>
          </ac:spMkLst>
        </pc:spChg>
        <pc:spChg chg="mod">
          <ac:chgData name="Martin Hardy" userId="18c45b91-9529-4376-afee-15439663c977" providerId="ADAL" clId="{8D5E34AC-4DD0-4CF7-A912-C6EFD630449F}" dt="2021-09-24T19:01:41.296" v="6902" actId="6549"/>
          <ac:spMkLst>
            <pc:docMk/>
            <pc:sldMk cId="119500809" sldId="363"/>
            <ac:spMk id="9" creationId="{6C4755EA-F57D-42FC-B68C-2069BFDA0162}"/>
          </ac:spMkLst>
        </pc:spChg>
      </pc:sldChg>
      <pc:sldChg chg="modSp add mod">
        <pc:chgData name="Martin Hardy" userId="18c45b91-9529-4376-afee-15439663c977" providerId="ADAL" clId="{8D5E34AC-4DD0-4CF7-A912-C6EFD630449F}" dt="2021-09-28T12:19:58.619" v="7346" actId="6549"/>
        <pc:sldMkLst>
          <pc:docMk/>
          <pc:sldMk cId="1602459533" sldId="364"/>
        </pc:sldMkLst>
        <pc:spChg chg="mod">
          <ac:chgData name="Martin Hardy" userId="18c45b91-9529-4376-afee-15439663c977" providerId="ADAL" clId="{8D5E34AC-4DD0-4CF7-A912-C6EFD630449F}" dt="2021-09-24T18:59:58.099" v="6712" actId="27636"/>
          <ac:spMkLst>
            <pc:docMk/>
            <pc:sldMk cId="1602459533" sldId="364"/>
            <ac:spMk id="2" creationId="{28121302-8CC0-4962-85A8-8FAE55227E51}"/>
          </ac:spMkLst>
        </pc:spChg>
        <pc:spChg chg="mod">
          <ac:chgData name="Martin Hardy" userId="18c45b91-9529-4376-afee-15439663c977" providerId="ADAL" clId="{8D5E34AC-4DD0-4CF7-A912-C6EFD630449F}" dt="2021-09-28T12:19:58.619" v="7346" actId="6549"/>
          <ac:spMkLst>
            <pc:docMk/>
            <pc:sldMk cId="1602459533" sldId="364"/>
            <ac:spMk id="3" creationId="{52AC1559-12EB-4EA3-B5AB-AB41514805D1}"/>
          </ac:spMkLst>
        </pc:spChg>
        <pc:spChg chg="mod">
          <ac:chgData name="Martin Hardy" userId="18c45b91-9529-4376-afee-15439663c977" providerId="ADAL" clId="{8D5E34AC-4DD0-4CF7-A912-C6EFD630449F}" dt="2021-09-24T19:00:54.977" v="6810" actId="6549"/>
          <ac:spMkLst>
            <pc:docMk/>
            <pc:sldMk cId="1602459533" sldId="364"/>
            <ac:spMk id="9" creationId="{6C4755EA-F57D-42FC-B68C-2069BFDA0162}"/>
          </ac:spMkLst>
        </pc:spChg>
      </pc:sldChg>
      <pc:sldMasterChg chg="modSldLayout">
        <pc:chgData name="Martin Hardy" userId="18c45b91-9529-4376-afee-15439663c977" providerId="ADAL" clId="{8D5E34AC-4DD0-4CF7-A912-C6EFD630449F}" dt="2021-09-23T12:37:07.166" v="565" actId="1076"/>
        <pc:sldMasterMkLst>
          <pc:docMk/>
          <pc:sldMasterMk cId="655748020" sldId="2147483736"/>
        </pc:sldMasterMkLst>
        <pc:sldLayoutChg chg="modSp mod">
          <pc:chgData name="Martin Hardy" userId="18c45b91-9529-4376-afee-15439663c977" providerId="ADAL" clId="{8D5E34AC-4DD0-4CF7-A912-C6EFD630449F}" dt="2021-09-23T12:37:07.166" v="565" actId="1076"/>
          <pc:sldLayoutMkLst>
            <pc:docMk/>
            <pc:sldMasterMk cId="655748020" sldId="2147483736"/>
            <pc:sldLayoutMk cId="4231823770" sldId="2147483751"/>
          </pc:sldLayoutMkLst>
          <pc:spChg chg="mod">
            <ac:chgData name="Martin Hardy" userId="18c45b91-9529-4376-afee-15439663c977" providerId="ADAL" clId="{8D5E34AC-4DD0-4CF7-A912-C6EFD630449F}" dt="2021-09-23T12:37:07.166" v="565" actId="1076"/>
            <ac:spMkLst>
              <pc:docMk/>
              <pc:sldMasterMk cId="655748020" sldId="2147483736"/>
              <pc:sldLayoutMk cId="4231823770" sldId="2147483751"/>
              <ac:spMk id="4" creationId="{00000000-0000-0000-0000-000000000000}"/>
            </ac:spMkLst>
          </pc:spChg>
        </pc:sldLayoutChg>
      </pc:sldMasterChg>
    </pc:docChg>
  </pc:docChgLst>
  <pc:docChgLst>
    <pc:chgData name="Martin Hardy" userId="18c45b91-9529-4376-afee-15439663c977" providerId="ADAL" clId="{0ADA46AE-A52F-42C8-AB64-334E4A2FE1F8}"/>
    <pc:docChg chg="undo redo custSel addSld delSld modSld sldOrd addSection delSection modSection">
      <pc:chgData name="Martin Hardy" userId="18c45b91-9529-4376-afee-15439663c977" providerId="ADAL" clId="{0ADA46AE-A52F-42C8-AB64-334E4A2FE1F8}" dt="2021-10-25T22:39:55.737" v="7365" actId="20577"/>
      <pc:docMkLst>
        <pc:docMk/>
      </pc:docMkLst>
      <pc:sldChg chg="modSp mod">
        <pc:chgData name="Martin Hardy" userId="18c45b91-9529-4376-afee-15439663c977" providerId="ADAL" clId="{0ADA46AE-A52F-42C8-AB64-334E4A2FE1F8}" dt="2021-10-07T12:48:09.517" v="28" actId="20577"/>
        <pc:sldMkLst>
          <pc:docMk/>
          <pc:sldMk cId="3737331811" sldId="257"/>
        </pc:sldMkLst>
        <pc:spChg chg="mod">
          <ac:chgData name="Martin Hardy" userId="18c45b91-9529-4376-afee-15439663c977" providerId="ADAL" clId="{0ADA46AE-A52F-42C8-AB64-334E4A2FE1F8}" dt="2021-10-07T12:48:09.517" v="28" actId="20577"/>
          <ac:spMkLst>
            <pc:docMk/>
            <pc:sldMk cId="3737331811" sldId="257"/>
            <ac:spMk id="5" creationId="{9E480E55-15FD-4515-A046-9DB8D47B9CF5}"/>
          </ac:spMkLst>
        </pc:spChg>
      </pc:sldChg>
      <pc:sldChg chg="modSp mod">
        <pc:chgData name="Martin Hardy" userId="18c45b91-9529-4376-afee-15439663c977" providerId="ADAL" clId="{0ADA46AE-A52F-42C8-AB64-334E4A2FE1F8}" dt="2021-10-07T12:48:52.188" v="41" actId="20577"/>
        <pc:sldMkLst>
          <pc:docMk/>
          <pc:sldMk cId="3809762583" sldId="266"/>
        </pc:sldMkLst>
        <pc:spChg chg="mod">
          <ac:chgData name="Martin Hardy" userId="18c45b91-9529-4376-afee-15439663c977" providerId="ADAL" clId="{0ADA46AE-A52F-42C8-AB64-334E4A2FE1F8}" dt="2021-10-07T12:48:52.188" v="41" actId="20577"/>
          <ac:spMkLst>
            <pc:docMk/>
            <pc:sldMk cId="3809762583" sldId="266"/>
            <ac:spMk id="2" creationId="{905CDD7D-A2BF-4AA3-8565-D7BACF492C21}"/>
          </ac:spMkLst>
        </pc:spChg>
      </pc:sldChg>
      <pc:sldChg chg="modSp del mod">
        <pc:chgData name="Martin Hardy" userId="18c45b91-9529-4376-afee-15439663c977" providerId="ADAL" clId="{0ADA46AE-A52F-42C8-AB64-334E4A2FE1F8}" dt="2021-10-07T13:31:42.448" v="944" actId="47"/>
        <pc:sldMkLst>
          <pc:docMk/>
          <pc:sldMk cId="1119601418" sldId="270"/>
        </pc:sldMkLst>
        <pc:spChg chg="mod">
          <ac:chgData name="Martin Hardy" userId="18c45b91-9529-4376-afee-15439663c977" providerId="ADAL" clId="{0ADA46AE-A52F-42C8-AB64-334E4A2FE1F8}" dt="2021-10-07T13:00:51.160" v="458" actId="790"/>
          <ac:spMkLst>
            <pc:docMk/>
            <pc:sldMk cId="1119601418" sldId="270"/>
            <ac:spMk id="11" creationId="{69BD5008-D72F-4BC9-A557-903A00542760}"/>
          </ac:spMkLst>
        </pc:spChg>
      </pc:sldChg>
      <pc:sldChg chg="modSp mod">
        <pc:chgData name="Martin Hardy" userId="18c45b91-9529-4376-afee-15439663c977" providerId="ADAL" clId="{0ADA46AE-A52F-42C8-AB64-334E4A2FE1F8}" dt="2021-10-07T12:49:53.924" v="67" actId="20577"/>
        <pc:sldMkLst>
          <pc:docMk/>
          <pc:sldMk cId="2282098802" sldId="307"/>
        </pc:sldMkLst>
        <pc:spChg chg="mod">
          <ac:chgData name="Martin Hardy" userId="18c45b91-9529-4376-afee-15439663c977" providerId="ADAL" clId="{0ADA46AE-A52F-42C8-AB64-334E4A2FE1F8}" dt="2021-10-07T12:49:53.924" v="67" actId="20577"/>
          <ac:spMkLst>
            <pc:docMk/>
            <pc:sldMk cId="2282098802" sldId="307"/>
            <ac:spMk id="2" creationId="{905CDD7D-A2BF-4AA3-8565-D7BACF492C21}"/>
          </ac:spMkLst>
        </pc:spChg>
      </pc:sldChg>
      <pc:sldChg chg="del">
        <pc:chgData name="Martin Hardy" userId="18c45b91-9529-4376-afee-15439663c977" providerId="ADAL" clId="{0ADA46AE-A52F-42C8-AB64-334E4A2FE1F8}" dt="2021-10-07T12:48:20.017" v="29" actId="47"/>
        <pc:sldMkLst>
          <pc:docMk/>
          <pc:sldMk cId="1432714014" sldId="336"/>
        </pc:sldMkLst>
      </pc:sldChg>
      <pc:sldChg chg="modSp mod">
        <pc:chgData name="Martin Hardy" userId="18c45b91-9529-4376-afee-15439663c977" providerId="ADAL" clId="{0ADA46AE-A52F-42C8-AB64-334E4A2FE1F8}" dt="2021-10-25T22:23:09.806" v="7040" actId="20577"/>
        <pc:sldMkLst>
          <pc:docMk/>
          <pc:sldMk cId="303876403" sldId="346"/>
        </pc:sldMkLst>
        <pc:spChg chg="mod">
          <ac:chgData name="Martin Hardy" userId="18c45b91-9529-4376-afee-15439663c977" providerId="ADAL" clId="{0ADA46AE-A52F-42C8-AB64-334E4A2FE1F8}" dt="2021-10-14T16:46:45.290" v="2615" actId="20577"/>
          <ac:spMkLst>
            <pc:docMk/>
            <pc:sldMk cId="303876403" sldId="346"/>
            <ac:spMk id="2" creationId="{28121302-8CC0-4962-85A8-8FAE55227E51}"/>
          </ac:spMkLst>
        </pc:spChg>
        <pc:spChg chg="mod">
          <ac:chgData name="Martin Hardy" userId="18c45b91-9529-4376-afee-15439663c977" providerId="ADAL" clId="{0ADA46AE-A52F-42C8-AB64-334E4A2FE1F8}" dt="2021-10-25T22:23:09.806" v="7040" actId="20577"/>
          <ac:spMkLst>
            <pc:docMk/>
            <pc:sldMk cId="303876403" sldId="346"/>
            <ac:spMk id="3" creationId="{52AC1559-12EB-4EA3-B5AB-AB41514805D1}"/>
          </ac:spMkLst>
        </pc:spChg>
        <pc:spChg chg="mod">
          <ac:chgData name="Martin Hardy" userId="18c45b91-9529-4376-afee-15439663c977" providerId="ADAL" clId="{0ADA46AE-A52F-42C8-AB64-334E4A2FE1F8}" dt="2021-10-07T12:50:38.437" v="90" actId="6549"/>
          <ac:spMkLst>
            <pc:docMk/>
            <pc:sldMk cId="303876403" sldId="346"/>
            <ac:spMk id="9" creationId="{6C4755EA-F57D-42FC-B68C-2069BFDA0162}"/>
          </ac:spMkLst>
        </pc:spChg>
      </pc:sldChg>
      <pc:sldChg chg="del">
        <pc:chgData name="Martin Hardy" userId="18c45b91-9529-4376-afee-15439663c977" providerId="ADAL" clId="{0ADA46AE-A52F-42C8-AB64-334E4A2FE1F8}" dt="2021-10-07T12:51:24.418" v="100" actId="47"/>
        <pc:sldMkLst>
          <pc:docMk/>
          <pc:sldMk cId="2462342193" sldId="347"/>
        </pc:sldMkLst>
      </pc:sldChg>
      <pc:sldChg chg="del">
        <pc:chgData name="Martin Hardy" userId="18c45b91-9529-4376-afee-15439663c977" providerId="ADAL" clId="{0ADA46AE-A52F-42C8-AB64-334E4A2FE1F8}" dt="2021-10-07T12:48:20.017" v="29" actId="47"/>
        <pc:sldMkLst>
          <pc:docMk/>
          <pc:sldMk cId="206085191" sldId="348"/>
        </pc:sldMkLst>
      </pc:sldChg>
      <pc:sldChg chg="del">
        <pc:chgData name="Martin Hardy" userId="18c45b91-9529-4376-afee-15439663c977" providerId="ADAL" clId="{0ADA46AE-A52F-42C8-AB64-334E4A2FE1F8}" dt="2021-10-07T12:48:20.017" v="29" actId="47"/>
        <pc:sldMkLst>
          <pc:docMk/>
          <pc:sldMk cId="3454697485" sldId="349"/>
        </pc:sldMkLst>
      </pc:sldChg>
      <pc:sldChg chg="addSp delSp modSp mod modClrScheme chgLayout modNotesTx">
        <pc:chgData name="Martin Hardy" userId="18c45b91-9529-4376-afee-15439663c977" providerId="ADAL" clId="{0ADA46AE-A52F-42C8-AB64-334E4A2FE1F8}" dt="2021-10-16T13:54:34.812" v="6593" actId="20577"/>
        <pc:sldMkLst>
          <pc:docMk/>
          <pc:sldMk cId="2819260804" sldId="350"/>
        </pc:sldMkLst>
        <pc:spChg chg="del mod ord">
          <ac:chgData name="Martin Hardy" userId="18c45b91-9529-4376-afee-15439663c977" providerId="ADAL" clId="{0ADA46AE-A52F-42C8-AB64-334E4A2FE1F8}" dt="2021-10-07T13:05:00.462" v="494" actId="700"/>
          <ac:spMkLst>
            <pc:docMk/>
            <pc:sldMk cId="2819260804" sldId="350"/>
            <ac:spMk id="2" creationId="{92E89BAD-96D3-40AC-B866-E489DB37EFE4}"/>
          </ac:spMkLst>
        </pc:spChg>
        <pc:spChg chg="del mod ord">
          <ac:chgData name="Martin Hardy" userId="18c45b91-9529-4376-afee-15439663c977" providerId="ADAL" clId="{0ADA46AE-A52F-42C8-AB64-334E4A2FE1F8}" dt="2021-10-07T13:05:00.462" v="494" actId="700"/>
          <ac:spMkLst>
            <pc:docMk/>
            <pc:sldMk cId="2819260804" sldId="350"/>
            <ac:spMk id="3" creationId="{D816142B-8344-4274-A921-136EBA67EC6A}"/>
          </ac:spMkLst>
        </pc:spChg>
        <pc:spChg chg="del mod">
          <ac:chgData name="Martin Hardy" userId="18c45b91-9529-4376-afee-15439663c977" providerId="ADAL" clId="{0ADA46AE-A52F-42C8-AB64-334E4A2FE1F8}" dt="2021-10-07T13:05:00.462" v="494" actId="700"/>
          <ac:spMkLst>
            <pc:docMk/>
            <pc:sldMk cId="2819260804" sldId="350"/>
            <ac:spMk id="4" creationId="{A9E6778E-A083-4433-BD82-ABEE9FA61C3A}"/>
          </ac:spMkLst>
        </pc:spChg>
        <pc:spChg chg="mod ord">
          <ac:chgData name="Martin Hardy" userId="18c45b91-9529-4376-afee-15439663c977" providerId="ADAL" clId="{0ADA46AE-A52F-42C8-AB64-334E4A2FE1F8}" dt="2021-10-07T13:05:00.462" v="494" actId="700"/>
          <ac:spMkLst>
            <pc:docMk/>
            <pc:sldMk cId="2819260804" sldId="350"/>
            <ac:spMk id="5" creationId="{002C7BD4-5B95-414A-AA19-34958466D6C5}"/>
          </ac:spMkLst>
        </pc:spChg>
        <pc:spChg chg="mod ord">
          <ac:chgData name="Martin Hardy" userId="18c45b91-9529-4376-afee-15439663c977" providerId="ADAL" clId="{0ADA46AE-A52F-42C8-AB64-334E4A2FE1F8}" dt="2021-10-07T13:05:00.462" v="494" actId="700"/>
          <ac:spMkLst>
            <pc:docMk/>
            <pc:sldMk cId="2819260804" sldId="350"/>
            <ac:spMk id="6" creationId="{1AA1EEE4-7720-4E49-85F2-BF9C09D359D1}"/>
          </ac:spMkLst>
        </pc:spChg>
        <pc:spChg chg="del mod ord">
          <ac:chgData name="Martin Hardy" userId="18c45b91-9529-4376-afee-15439663c977" providerId="ADAL" clId="{0ADA46AE-A52F-42C8-AB64-334E4A2FE1F8}" dt="2021-10-07T13:05:00.462" v="494" actId="700"/>
          <ac:spMkLst>
            <pc:docMk/>
            <pc:sldMk cId="2819260804" sldId="350"/>
            <ac:spMk id="7" creationId="{2F7A4639-742C-4624-8855-77F36976D6C5}"/>
          </ac:spMkLst>
        </pc:spChg>
        <pc:spChg chg="add mod ord">
          <ac:chgData name="Martin Hardy" userId="18c45b91-9529-4376-afee-15439663c977" providerId="ADAL" clId="{0ADA46AE-A52F-42C8-AB64-334E4A2FE1F8}" dt="2021-10-15T15:26:23.143" v="6304" actId="20577"/>
          <ac:spMkLst>
            <pc:docMk/>
            <pc:sldMk cId="2819260804" sldId="350"/>
            <ac:spMk id="8" creationId="{A9204AAB-0324-4CE6-BFBB-5AC042882832}"/>
          </ac:spMkLst>
        </pc:spChg>
        <pc:spChg chg="add mod ord">
          <ac:chgData name="Martin Hardy" userId="18c45b91-9529-4376-afee-15439663c977" providerId="ADAL" clId="{0ADA46AE-A52F-42C8-AB64-334E4A2FE1F8}" dt="2021-10-16T13:54:34.812" v="6593" actId="20577"/>
          <ac:spMkLst>
            <pc:docMk/>
            <pc:sldMk cId="2819260804" sldId="350"/>
            <ac:spMk id="9" creationId="{FEF29BB8-F5F1-4FE3-93A8-DD72F23B2DED}"/>
          </ac:spMkLst>
        </pc:spChg>
        <pc:spChg chg="add mod ord">
          <ac:chgData name="Martin Hardy" userId="18c45b91-9529-4376-afee-15439663c977" providerId="ADAL" clId="{0ADA46AE-A52F-42C8-AB64-334E4A2FE1F8}" dt="2021-10-14T12:46:59.788" v="1470" actId="20577"/>
          <ac:spMkLst>
            <pc:docMk/>
            <pc:sldMk cId="2819260804" sldId="350"/>
            <ac:spMk id="10" creationId="{A5C0824A-DF9E-42C5-9ED3-278512C95D60}"/>
          </ac:spMkLst>
        </pc:spChg>
      </pc:sldChg>
      <pc:sldChg chg="modSp del mod modNotesTx">
        <pc:chgData name="Martin Hardy" userId="18c45b91-9529-4376-afee-15439663c977" providerId="ADAL" clId="{0ADA46AE-A52F-42C8-AB64-334E4A2FE1F8}" dt="2021-10-07T13:31:31.300" v="943" actId="47"/>
        <pc:sldMkLst>
          <pc:docMk/>
          <pc:sldMk cId="2270621459" sldId="351"/>
        </pc:sldMkLst>
        <pc:spChg chg="mod">
          <ac:chgData name="Martin Hardy" userId="18c45b91-9529-4376-afee-15439663c977" providerId="ADAL" clId="{0ADA46AE-A52F-42C8-AB64-334E4A2FE1F8}" dt="2021-10-07T12:49:38.879" v="56" actId="6549"/>
          <ac:spMkLst>
            <pc:docMk/>
            <pc:sldMk cId="2270621459" sldId="351"/>
            <ac:spMk id="3" creationId="{A498E431-B69C-43E0-BD87-80D4797B3E25}"/>
          </ac:spMkLst>
        </pc:spChg>
        <pc:spChg chg="mod">
          <ac:chgData name="Martin Hardy" userId="18c45b91-9529-4376-afee-15439663c977" providerId="ADAL" clId="{0ADA46AE-A52F-42C8-AB64-334E4A2FE1F8}" dt="2021-10-07T12:49:32.149" v="52" actId="6549"/>
          <ac:spMkLst>
            <pc:docMk/>
            <pc:sldMk cId="2270621459" sldId="351"/>
            <ac:spMk id="4" creationId="{6DCF5DFA-D8FA-4BF2-8060-BA76C560754D}"/>
          </ac:spMkLst>
        </pc:spChg>
        <pc:spChg chg="mod">
          <ac:chgData name="Martin Hardy" userId="18c45b91-9529-4376-afee-15439663c977" providerId="ADAL" clId="{0ADA46AE-A52F-42C8-AB64-334E4A2FE1F8}" dt="2021-10-07T12:49:37.488" v="55" actId="6549"/>
          <ac:spMkLst>
            <pc:docMk/>
            <pc:sldMk cId="2270621459" sldId="351"/>
            <ac:spMk id="5" creationId="{C83099E7-4A3C-4036-A067-5A4F31B86E65}"/>
          </ac:spMkLst>
        </pc:spChg>
        <pc:spChg chg="mod">
          <ac:chgData name="Martin Hardy" userId="18c45b91-9529-4376-afee-15439663c977" providerId="ADAL" clId="{0ADA46AE-A52F-42C8-AB64-334E4A2FE1F8}" dt="2021-10-07T12:49:35.981" v="54" actId="6549"/>
          <ac:spMkLst>
            <pc:docMk/>
            <pc:sldMk cId="2270621459" sldId="351"/>
            <ac:spMk id="6" creationId="{2157D5C1-428C-4CE5-8B32-8DA4E029DA11}"/>
          </ac:spMkLst>
        </pc:spChg>
        <pc:spChg chg="mod">
          <ac:chgData name="Martin Hardy" userId="18c45b91-9529-4376-afee-15439663c977" providerId="ADAL" clId="{0ADA46AE-A52F-42C8-AB64-334E4A2FE1F8}" dt="2021-10-07T12:49:29.053" v="51" actId="5793"/>
          <ac:spMkLst>
            <pc:docMk/>
            <pc:sldMk cId="2270621459" sldId="351"/>
            <ac:spMk id="9" creationId="{2BC3A8A0-9297-4F1B-87A2-F45F52CCF498}"/>
          </ac:spMkLst>
        </pc:spChg>
      </pc:sldChg>
      <pc:sldChg chg="del">
        <pc:chgData name="Martin Hardy" userId="18c45b91-9529-4376-afee-15439663c977" providerId="ADAL" clId="{0ADA46AE-A52F-42C8-AB64-334E4A2FE1F8}" dt="2021-10-07T12:48:29.323" v="30" actId="47"/>
        <pc:sldMkLst>
          <pc:docMk/>
          <pc:sldMk cId="3601201000" sldId="352"/>
        </pc:sldMkLst>
      </pc:sldChg>
      <pc:sldChg chg="del">
        <pc:chgData name="Martin Hardy" userId="18c45b91-9529-4376-afee-15439663c977" providerId="ADAL" clId="{0ADA46AE-A52F-42C8-AB64-334E4A2FE1F8}" dt="2021-10-07T12:48:29.323" v="30" actId="47"/>
        <pc:sldMkLst>
          <pc:docMk/>
          <pc:sldMk cId="3039078064" sldId="353"/>
        </pc:sldMkLst>
      </pc:sldChg>
      <pc:sldChg chg="del">
        <pc:chgData name="Martin Hardy" userId="18c45b91-9529-4376-afee-15439663c977" providerId="ADAL" clId="{0ADA46AE-A52F-42C8-AB64-334E4A2FE1F8}" dt="2021-10-07T12:48:29.323" v="30" actId="47"/>
        <pc:sldMkLst>
          <pc:docMk/>
          <pc:sldMk cId="1109708352" sldId="354"/>
        </pc:sldMkLst>
      </pc:sldChg>
      <pc:sldChg chg="del">
        <pc:chgData name="Martin Hardy" userId="18c45b91-9529-4376-afee-15439663c977" providerId="ADAL" clId="{0ADA46AE-A52F-42C8-AB64-334E4A2FE1F8}" dt="2021-10-07T12:48:29.323" v="30" actId="47"/>
        <pc:sldMkLst>
          <pc:docMk/>
          <pc:sldMk cId="1657268346" sldId="355"/>
        </pc:sldMkLst>
      </pc:sldChg>
      <pc:sldChg chg="modSp mod">
        <pc:chgData name="Martin Hardy" userId="18c45b91-9529-4376-afee-15439663c977" providerId="ADAL" clId="{0ADA46AE-A52F-42C8-AB64-334E4A2FE1F8}" dt="2021-10-16T13:58:38.096" v="6600" actId="207"/>
        <pc:sldMkLst>
          <pc:docMk/>
          <pc:sldMk cId="587549209" sldId="356"/>
        </pc:sldMkLst>
        <pc:spChg chg="mod">
          <ac:chgData name="Martin Hardy" userId="18c45b91-9529-4376-afee-15439663c977" providerId="ADAL" clId="{0ADA46AE-A52F-42C8-AB64-334E4A2FE1F8}" dt="2021-10-15T17:25:28.076" v="6548" actId="404"/>
          <ac:spMkLst>
            <pc:docMk/>
            <pc:sldMk cId="587549209" sldId="356"/>
            <ac:spMk id="2" creationId="{92E89BAD-96D3-40AC-B866-E489DB37EFE4}"/>
          </ac:spMkLst>
        </pc:spChg>
        <pc:spChg chg="mod">
          <ac:chgData name="Martin Hardy" userId="18c45b91-9529-4376-afee-15439663c977" providerId="ADAL" clId="{0ADA46AE-A52F-42C8-AB64-334E4A2FE1F8}" dt="2021-10-14T13:14:15.829" v="2124" actId="20577"/>
          <ac:spMkLst>
            <pc:docMk/>
            <pc:sldMk cId="587549209" sldId="356"/>
            <ac:spMk id="3" creationId="{D816142B-8344-4274-A921-136EBA67EC6A}"/>
          </ac:spMkLst>
        </pc:spChg>
        <pc:spChg chg="mod">
          <ac:chgData name="Martin Hardy" userId="18c45b91-9529-4376-afee-15439663c977" providerId="ADAL" clId="{0ADA46AE-A52F-42C8-AB64-334E4A2FE1F8}" dt="2021-10-16T13:58:38.096" v="6600" actId="207"/>
          <ac:spMkLst>
            <pc:docMk/>
            <pc:sldMk cId="587549209" sldId="356"/>
            <ac:spMk id="4" creationId="{A9E6778E-A083-4433-BD82-ABEE9FA61C3A}"/>
          </ac:spMkLst>
        </pc:spChg>
        <pc:spChg chg="mod">
          <ac:chgData name="Martin Hardy" userId="18c45b91-9529-4376-afee-15439663c977" providerId="ADAL" clId="{0ADA46AE-A52F-42C8-AB64-334E4A2FE1F8}" dt="2021-10-07T12:50:23.605" v="85" actId="20577"/>
          <ac:spMkLst>
            <pc:docMk/>
            <pc:sldMk cId="587549209" sldId="356"/>
            <ac:spMk id="7" creationId="{2F7A4639-742C-4624-8855-77F36976D6C5}"/>
          </ac:spMkLst>
        </pc:spChg>
      </pc:sldChg>
      <pc:sldChg chg="del">
        <pc:chgData name="Martin Hardy" userId="18c45b91-9529-4376-afee-15439663c977" providerId="ADAL" clId="{0ADA46AE-A52F-42C8-AB64-334E4A2FE1F8}" dt="2021-10-07T12:48:29.323" v="30" actId="47"/>
        <pc:sldMkLst>
          <pc:docMk/>
          <pc:sldMk cId="3215082676" sldId="357"/>
        </pc:sldMkLst>
      </pc:sldChg>
      <pc:sldChg chg="del">
        <pc:chgData name="Martin Hardy" userId="18c45b91-9529-4376-afee-15439663c977" providerId="ADAL" clId="{0ADA46AE-A52F-42C8-AB64-334E4A2FE1F8}" dt="2021-10-07T12:48:29.323" v="30" actId="47"/>
        <pc:sldMkLst>
          <pc:docMk/>
          <pc:sldMk cId="3542990876" sldId="358"/>
        </pc:sldMkLst>
      </pc:sldChg>
      <pc:sldChg chg="del">
        <pc:chgData name="Martin Hardy" userId="18c45b91-9529-4376-afee-15439663c977" providerId="ADAL" clId="{0ADA46AE-A52F-42C8-AB64-334E4A2FE1F8}" dt="2021-10-07T12:48:29.323" v="30" actId="47"/>
        <pc:sldMkLst>
          <pc:docMk/>
          <pc:sldMk cId="1583292946" sldId="359"/>
        </pc:sldMkLst>
      </pc:sldChg>
      <pc:sldChg chg="del">
        <pc:chgData name="Martin Hardy" userId="18c45b91-9529-4376-afee-15439663c977" providerId="ADAL" clId="{0ADA46AE-A52F-42C8-AB64-334E4A2FE1F8}" dt="2021-10-07T12:48:29.323" v="30" actId="47"/>
        <pc:sldMkLst>
          <pc:docMk/>
          <pc:sldMk cId="2302801499" sldId="360"/>
        </pc:sldMkLst>
      </pc:sldChg>
      <pc:sldChg chg="modSp mod">
        <pc:chgData name="Martin Hardy" userId="18c45b91-9529-4376-afee-15439663c977" providerId="ADAL" clId="{0ADA46AE-A52F-42C8-AB64-334E4A2FE1F8}" dt="2021-10-16T15:27:58.624" v="6951" actId="790"/>
        <pc:sldMkLst>
          <pc:docMk/>
          <pc:sldMk cId="2265354228" sldId="361"/>
        </pc:sldMkLst>
        <pc:spChg chg="mod">
          <ac:chgData name="Martin Hardy" userId="18c45b91-9529-4376-afee-15439663c977" providerId="ADAL" clId="{0ADA46AE-A52F-42C8-AB64-334E4A2FE1F8}" dt="2021-10-16T15:27:58.624" v="6951" actId="790"/>
          <ac:spMkLst>
            <pc:docMk/>
            <pc:sldMk cId="2265354228" sldId="361"/>
            <ac:spMk id="11" creationId="{69BD5008-D72F-4BC9-A557-903A00542760}"/>
          </ac:spMkLst>
        </pc:spChg>
      </pc:sldChg>
      <pc:sldChg chg="addSp modSp new mod">
        <pc:chgData name="Martin Hardy" userId="18c45b91-9529-4376-afee-15439663c977" providerId="ADAL" clId="{0ADA46AE-A52F-42C8-AB64-334E4A2FE1F8}" dt="2021-10-07T13:51:36.381" v="1055" actId="27636"/>
        <pc:sldMkLst>
          <pc:docMk/>
          <pc:sldMk cId="2145162004" sldId="362"/>
        </pc:sldMkLst>
        <pc:spChg chg="mod">
          <ac:chgData name="Martin Hardy" userId="18c45b91-9529-4376-afee-15439663c977" providerId="ADAL" clId="{0ADA46AE-A52F-42C8-AB64-334E4A2FE1F8}" dt="2021-10-07T12:51:21.749" v="99" actId="20577"/>
          <ac:spMkLst>
            <pc:docMk/>
            <pc:sldMk cId="2145162004" sldId="362"/>
            <ac:spMk id="2" creationId="{D2628F0E-4866-4A5A-B709-278ACB611330}"/>
          </ac:spMkLst>
        </pc:spChg>
        <pc:spChg chg="mod">
          <ac:chgData name="Martin Hardy" userId="18c45b91-9529-4376-afee-15439663c977" providerId="ADAL" clId="{0ADA46AE-A52F-42C8-AB64-334E4A2FE1F8}" dt="2021-10-07T13:51:36.381" v="1055" actId="27636"/>
          <ac:spMkLst>
            <pc:docMk/>
            <pc:sldMk cId="2145162004" sldId="362"/>
            <ac:spMk id="6" creationId="{EF99475C-52CD-4B00-AE59-EE8AF873032B}"/>
          </ac:spMkLst>
        </pc:spChg>
        <pc:graphicFrameChg chg="add modGraphic">
          <ac:chgData name="Martin Hardy" userId="18c45b91-9529-4376-afee-15439663c977" providerId="ADAL" clId="{0ADA46AE-A52F-42C8-AB64-334E4A2FE1F8}" dt="2021-10-07T12:51:14.060" v="92" actId="27022"/>
          <ac:graphicFrameMkLst>
            <pc:docMk/>
            <pc:sldMk cId="2145162004" sldId="362"/>
            <ac:graphicFrameMk id="8" creationId="{6594765E-BAB5-4D75-BC04-A1FF78669CB7}"/>
          </ac:graphicFrameMkLst>
        </pc:graphicFrameChg>
      </pc:sldChg>
      <pc:sldChg chg="del">
        <pc:chgData name="Martin Hardy" userId="18c45b91-9529-4376-afee-15439663c977" providerId="ADAL" clId="{0ADA46AE-A52F-42C8-AB64-334E4A2FE1F8}" dt="2021-10-07T12:48:36.843" v="31" actId="47"/>
        <pc:sldMkLst>
          <pc:docMk/>
          <pc:sldMk cId="3377851912" sldId="362"/>
        </pc:sldMkLst>
      </pc:sldChg>
      <pc:sldChg chg="del">
        <pc:chgData name="Martin Hardy" userId="18c45b91-9529-4376-afee-15439663c977" providerId="ADAL" clId="{0ADA46AE-A52F-42C8-AB64-334E4A2FE1F8}" dt="2021-10-07T12:48:36.843" v="31" actId="47"/>
        <pc:sldMkLst>
          <pc:docMk/>
          <pc:sldMk cId="119500809" sldId="363"/>
        </pc:sldMkLst>
      </pc:sldChg>
      <pc:sldChg chg="addSp delSp modSp new mod ord modClrScheme chgLayout modNotesTx">
        <pc:chgData name="Martin Hardy" userId="18c45b91-9529-4376-afee-15439663c977" providerId="ADAL" clId="{0ADA46AE-A52F-42C8-AB64-334E4A2FE1F8}" dt="2021-10-16T13:53:11.768" v="6584" actId="6549"/>
        <pc:sldMkLst>
          <pc:docMk/>
          <pc:sldMk cId="1230129519" sldId="363"/>
        </pc:sldMkLst>
        <pc:spChg chg="mod ord">
          <ac:chgData name="Martin Hardy" userId="18c45b91-9529-4376-afee-15439663c977" providerId="ADAL" clId="{0ADA46AE-A52F-42C8-AB64-334E4A2FE1F8}" dt="2021-10-07T12:58:01.876" v="423" actId="700"/>
          <ac:spMkLst>
            <pc:docMk/>
            <pc:sldMk cId="1230129519" sldId="363"/>
            <ac:spMk id="2" creationId="{0109CAD9-3BC1-483A-A4A2-0D10055BDDC2}"/>
          </ac:spMkLst>
        </pc:spChg>
        <pc:spChg chg="mod ord">
          <ac:chgData name="Martin Hardy" userId="18c45b91-9529-4376-afee-15439663c977" providerId="ADAL" clId="{0ADA46AE-A52F-42C8-AB64-334E4A2FE1F8}" dt="2021-10-07T12:59:55.854" v="454" actId="6549"/>
          <ac:spMkLst>
            <pc:docMk/>
            <pc:sldMk cId="1230129519" sldId="363"/>
            <ac:spMk id="3" creationId="{82B41275-935B-496F-8435-E639E424644D}"/>
          </ac:spMkLst>
        </pc:spChg>
        <pc:spChg chg="mod ord">
          <ac:chgData name="Martin Hardy" userId="18c45b91-9529-4376-afee-15439663c977" providerId="ADAL" clId="{0ADA46AE-A52F-42C8-AB64-334E4A2FE1F8}" dt="2021-10-07T12:58:01.876" v="423" actId="700"/>
          <ac:spMkLst>
            <pc:docMk/>
            <pc:sldMk cId="1230129519" sldId="363"/>
            <ac:spMk id="4" creationId="{6EFA9B23-7A5E-4982-88F6-EFAD9D161733}"/>
          </ac:spMkLst>
        </pc:spChg>
        <pc:spChg chg="mod ord">
          <ac:chgData name="Martin Hardy" userId="18c45b91-9529-4376-afee-15439663c977" providerId="ADAL" clId="{0ADA46AE-A52F-42C8-AB64-334E4A2FE1F8}" dt="2021-10-07T12:58:01.876" v="423" actId="700"/>
          <ac:spMkLst>
            <pc:docMk/>
            <pc:sldMk cId="1230129519" sldId="363"/>
            <ac:spMk id="5" creationId="{435355CB-5799-4A2E-A5CC-FFF8C0E497D7}"/>
          </ac:spMkLst>
        </pc:spChg>
        <pc:spChg chg="del mod ord">
          <ac:chgData name="Martin Hardy" userId="18c45b91-9529-4376-afee-15439663c977" providerId="ADAL" clId="{0ADA46AE-A52F-42C8-AB64-334E4A2FE1F8}" dt="2021-10-07T12:54:35.970" v="188" actId="700"/>
          <ac:spMkLst>
            <pc:docMk/>
            <pc:sldMk cId="1230129519" sldId="363"/>
            <ac:spMk id="6" creationId="{B20167FD-5C6F-4913-A1EF-8A63225B3737}"/>
          </ac:spMkLst>
        </pc:spChg>
        <pc:spChg chg="add mod ord">
          <ac:chgData name="Martin Hardy" userId="18c45b91-9529-4376-afee-15439663c977" providerId="ADAL" clId="{0ADA46AE-A52F-42C8-AB64-334E4A2FE1F8}" dt="2021-10-16T13:53:09.238" v="6583" actId="6549"/>
          <ac:spMkLst>
            <pc:docMk/>
            <pc:sldMk cId="1230129519" sldId="363"/>
            <ac:spMk id="7" creationId="{08DB35FF-43E8-4A1C-B55C-6A6C7C1D6AEA}"/>
          </ac:spMkLst>
        </pc:spChg>
        <pc:spChg chg="add del mod ord">
          <ac:chgData name="Martin Hardy" userId="18c45b91-9529-4376-afee-15439663c977" providerId="ADAL" clId="{0ADA46AE-A52F-42C8-AB64-334E4A2FE1F8}" dt="2021-10-07T12:58:01.876" v="423" actId="700"/>
          <ac:spMkLst>
            <pc:docMk/>
            <pc:sldMk cId="1230129519" sldId="363"/>
            <ac:spMk id="8" creationId="{02BF7973-0959-49D1-BBF7-60C29182BE75}"/>
          </ac:spMkLst>
        </pc:spChg>
        <pc:spChg chg="add mod ord">
          <ac:chgData name="Martin Hardy" userId="18c45b91-9529-4376-afee-15439663c977" providerId="ADAL" clId="{0ADA46AE-A52F-42C8-AB64-334E4A2FE1F8}" dt="2021-10-07T12:58:27.230" v="439" actId="14100"/>
          <ac:spMkLst>
            <pc:docMk/>
            <pc:sldMk cId="1230129519" sldId="363"/>
            <ac:spMk id="9" creationId="{E7BEEA85-2361-4C55-96FA-C813F47B8371}"/>
          </ac:spMkLst>
        </pc:spChg>
        <pc:spChg chg="add mod ord">
          <ac:chgData name="Martin Hardy" userId="18c45b91-9529-4376-afee-15439663c977" providerId="ADAL" clId="{0ADA46AE-A52F-42C8-AB64-334E4A2FE1F8}" dt="2021-10-07T12:59:02.758" v="448" actId="14100"/>
          <ac:spMkLst>
            <pc:docMk/>
            <pc:sldMk cId="1230129519" sldId="363"/>
            <ac:spMk id="10" creationId="{DFC7B002-DB5E-4CE2-A59C-E3CC4BF3F7E7}"/>
          </ac:spMkLst>
        </pc:spChg>
        <pc:spChg chg="add mod ord">
          <ac:chgData name="Martin Hardy" userId="18c45b91-9529-4376-afee-15439663c977" providerId="ADAL" clId="{0ADA46AE-A52F-42C8-AB64-334E4A2FE1F8}" dt="2021-10-16T13:51:48.734" v="6577" actId="20577"/>
          <ac:spMkLst>
            <pc:docMk/>
            <pc:sldMk cId="1230129519" sldId="363"/>
            <ac:spMk id="11" creationId="{A620DAAD-E53B-4487-84D3-1305AF03A090}"/>
          </ac:spMkLst>
        </pc:spChg>
      </pc:sldChg>
      <pc:sldChg chg="delSp modSp add mod modNotesTx">
        <pc:chgData name="Martin Hardy" userId="18c45b91-9529-4376-afee-15439663c977" providerId="ADAL" clId="{0ADA46AE-A52F-42C8-AB64-334E4A2FE1F8}" dt="2021-10-15T15:26:27.455" v="6307" actId="20577"/>
        <pc:sldMkLst>
          <pc:docMk/>
          <pc:sldMk cId="563387432" sldId="364"/>
        </pc:sldMkLst>
        <pc:spChg chg="mod">
          <ac:chgData name="Martin Hardy" userId="18c45b91-9529-4376-afee-15439663c977" providerId="ADAL" clId="{0ADA46AE-A52F-42C8-AB64-334E4A2FE1F8}" dt="2021-10-15T15:26:27.455" v="6307" actId="20577"/>
          <ac:spMkLst>
            <pc:docMk/>
            <pc:sldMk cId="563387432" sldId="364"/>
            <ac:spMk id="2" creationId="{92E89BAD-96D3-40AC-B866-E489DB37EFE4}"/>
          </ac:spMkLst>
        </pc:spChg>
        <pc:spChg chg="del mod">
          <ac:chgData name="Martin Hardy" userId="18c45b91-9529-4376-afee-15439663c977" providerId="ADAL" clId="{0ADA46AE-A52F-42C8-AB64-334E4A2FE1F8}" dt="2021-10-07T13:09:01.773" v="725" actId="478"/>
          <ac:spMkLst>
            <pc:docMk/>
            <pc:sldMk cId="563387432" sldId="364"/>
            <ac:spMk id="3" creationId="{D816142B-8344-4274-A921-136EBA67EC6A}"/>
          </ac:spMkLst>
        </pc:spChg>
        <pc:spChg chg="mod">
          <ac:chgData name="Martin Hardy" userId="18c45b91-9529-4376-afee-15439663c977" providerId="ADAL" clId="{0ADA46AE-A52F-42C8-AB64-334E4A2FE1F8}" dt="2021-10-14T16:06:36.678" v="2362" actId="114"/>
          <ac:spMkLst>
            <pc:docMk/>
            <pc:sldMk cId="563387432" sldId="364"/>
            <ac:spMk id="4" creationId="{A9E6778E-A083-4433-BD82-ABEE9FA61C3A}"/>
          </ac:spMkLst>
        </pc:spChg>
        <pc:spChg chg="mod">
          <ac:chgData name="Martin Hardy" userId="18c45b91-9529-4376-afee-15439663c977" providerId="ADAL" clId="{0ADA46AE-A52F-42C8-AB64-334E4A2FE1F8}" dt="2021-10-07T13:12:18.495" v="777" actId="12"/>
          <ac:spMkLst>
            <pc:docMk/>
            <pc:sldMk cId="563387432" sldId="364"/>
            <ac:spMk id="7" creationId="{2F7A4639-742C-4624-8855-77F36976D6C5}"/>
          </ac:spMkLst>
        </pc:spChg>
      </pc:sldChg>
      <pc:sldChg chg="del">
        <pc:chgData name="Martin Hardy" userId="18c45b91-9529-4376-afee-15439663c977" providerId="ADAL" clId="{0ADA46AE-A52F-42C8-AB64-334E4A2FE1F8}" dt="2021-10-07T12:48:36.843" v="31" actId="47"/>
        <pc:sldMkLst>
          <pc:docMk/>
          <pc:sldMk cId="1602459533" sldId="364"/>
        </pc:sldMkLst>
      </pc:sldChg>
      <pc:sldChg chg="modSp add mod modNotesTx">
        <pc:chgData name="Martin Hardy" userId="18c45b91-9529-4376-afee-15439663c977" providerId="ADAL" clId="{0ADA46AE-A52F-42C8-AB64-334E4A2FE1F8}" dt="2021-10-15T15:28:40.409" v="6341" actId="207"/>
        <pc:sldMkLst>
          <pc:docMk/>
          <pc:sldMk cId="1124303352" sldId="365"/>
        </pc:sldMkLst>
        <pc:spChg chg="mod">
          <ac:chgData name="Martin Hardy" userId="18c45b91-9529-4376-afee-15439663c977" providerId="ADAL" clId="{0ADA46AE-A52F-42C8-AB64-334E4A2FE1F8}" dt="2021-10-15T15:26:34.645" v="6308"/>
          <ac:spMkLst>
            <pc:docMk/>
            <pc:sldMk cId="1124303352" sldId="365"/>
            <ac:spMk id="2" creationId="{92E89BAD-96D3-40AC-B866-E489DB37EFE4}"/>
          </ac:spMkLst>
        </pc:spChg>
        <pc:spChg chg="mod">
          <ac:chgData name="Martin Hardy" userId="18c45b91-9529-4376-afee-15439663c977" providerId="ADAL" clId="{0ADA46AE-A52F-42C8-AB64-334E4A2FE1F8}" dt="2021-10-15T15:28:40.409" v="6341" actId="207"/>
          <ac:spMkLst>
            <pc:docMk/>
            <pc:sldMk cId="1124303352" sldId="365"/>
            <ac:spMk id="4" creationId="{A9E6778E-A083-4433-BD82-ABEE9FA61C3A}"/>
          </ac:spMkLst>
        </pc:spChg>
      </pc:sldChg>
      <pc:sldChg chg="modSp add mod modNotesTx">
        <pc:chgData name="Martin Hardy" userId="18c45b91-9529-4376-afee-15439663c977" providerId="ADAL" clId="{0ADA46AE-A52F-42C8-AB64-334E4A2FE1F8}" dt="2021-10-15T15:27:39.193" v="6329" actId="113"/>
        <pc:sldMkLst>
          <pc:docMk/>
          <pc:sldMk cId="3020232192" sldId="366"/>
        </pc:sldMkLst>
        <pc:spChg chg="mod">
          <ac:chgData name="Martin Hardy" userId="18c45b91-9529-4376-afee-15439663c977" providerId="ADAL" clId="{0ADA46AE-A52F-42C8-AB64-334E4A2FE1F8}" dt="2021-10-15T15:26:51.560" v="6319" actId="27636"/>
          <ac:spMkLst>
            <pc:docMk/>
            <pc:sldMk cId="3020232192" sldId="366"/>
            <ac:spMk id="2" creationId="{92E89BAD-96D3-40AC-B866-E489DB37EFE4}"/>
          </ac:spMkLst>
        </pc:spChg>
        <pc:spChg chg="mod">
          <ac:chgData name="Martin Hardy" userId="18c45b91-9529-4376-afee-15439663c977" providerId="ADAL" clId="{0ADA46AE-A52F-42C8-AB64-334E4A2FE1F8}" dt="2021-10-15T15:27:39.193" v="6329" actId="113"/>
          <ac:spMkLst>
            <pc:docMk/>
            <pc:sldMk cId="3020232192" sldId="366"/>
            <ac:spMk id="4" creationId="{A9E6778E-A083-4433-BD82-ABEE9FA61C3A}"/>
          </ac:spMkLst>
        </pc:spChg>
      </pc:sldChg>
      <pc:sldChg chg="modSp add mod modNotesTx">
        <pc:chgData name="Martin Hardy" userId="18c45b91-9529-4376-afee-15439663c977" providerId="ADAL" clId="{0ADA46AE-A52F-42C8-AB64-334E4A2FE1F8}" dt="2021-10-15T15:42:25.201" v="6534" actId="27636"/>
        <pc:sldMkLst>
          <pc:docMk/>
          <pc:sldMk cId="846957072" sldId="367"/>
        </pc:sldMkLst>
        <pc:spChg chg="mod">
          <ac:chgData name="Martin Hardy" userId="18c45b91-9529-4376-afee-15439663c977" providerId="ADAL" clId="{0ADA46AE-A52F-42C8-AB64-334E4A2FE1F8}" dt="2021-10-15T15:42:25.201" v="6534" actId="27636"/>
          <ac:spMkLst>
            <pc:docMk/>
            <pc:sldMk cId="846957072" sldId="367"/>
            <ac:spMk id="2" creationId="{92E89BAD-96D3-40AC-B866-E489DB37EFE4}"/>
          </ac:spMkLst>
        </pc:spChg>
        <pc:spChg chg="mod">
          <ac:chgData name="Martin Hardy" userId="18c45b91-9529-4376-afee-15439663c977" providerId="ADAL" clId="{0ADA46AE-A52F-42C8-AB64-334E4A2FE1F8}" dt="2021-10-15T15:29:32.901" v="6344" actId="207"/>
          <ac:spMkLst>
            <pc:docMk/>
            <pc:sldMk cId="846957072" sldId="367"/>
            <ac:spMk id="4" creationId="{A9E6778E-A083-4433-BD82-ABEE9FA61C3A}"/>
          </ac:spMkLst>
        </pc:spChg>
      </pc:sldChg>
      <pc:sldChg chg="addSp delSp modSp add mod chgLayout">
        <pc:chgData name="Martin Hardy" userId="18c45b91-9529-4376-afee-15439663c977" providerId="ADAL" clId="{0ADA46AE-A52F-42C8-AB64-334E4A2FE1F8}" dt="2021-10-15T15:41:57.245" v="6527" actId="1076"/>
        <pc:sldMkLst>
          <pc:docMk/>
          <pc:sldMk cId="2121084723" sldId="368"/>
        </pc:sldMkLst>
        <pc:spChg chg="mod ord">
          <ac:chgData name="Martin Hardy" userId="18c45b91-9529-4376-afee-15439663c977" providerId="ADAL" clId="{0ADA46AE-A52F-42C8-AB64-334E4A2FE1F8}" dt="2021-10-15T15:39:10.494" v="6498" actId="6549"/>
          <ac:spMkLst>
            <pc:docMk/>
            <pc:sldMk cId="2121084723" sldId="368"/>
            <ac:spMk id="2" creationId="{92E89BAD-96D3-40AC-B866-E489DB37EFE4}"/>
          </ac:spMkLst>
        </pc:spChg>
        <pc:spChg chg="add del mod ord">
          <ac:chgData name="Martin Hardy" userId="18c45b91-9529-4376-afee-15439663c977" providerId="ADAL" clId="{0ADA46AE-A52F-42C8-AB64-334E4A2FE1F8}" dt="2021-10-07T15:00:45.120" v="1351" actId="700"/>
          <ac:spMkLst>
            <pc:docMk/>
            <pc:sldMk cId="2121084723" sldId="368"/>
            <ac:spMk id="3" creationId="{0BEB4DDB-98C1-4B46-AF57-D678978DB8DA}"/>
          </ac:spMkLst>
        </pc:spChg>
        <pc:spChg chg="mod ord">
          <ac:chgData name="Martin Hardy" userId="18c45b91-9529-4376-afee-15439663c977" providerId="ADAL" clId="{0ADA46AE-A52F-42C8-AB64-334E4A2FE1F8}" dt="2021-10-15T15:33:52.355" v="6377" actId="207"/>
          <ac:spMkLst>
            <pc:docMk/>
            <pc:sldMk cId="2121084723" sldId="368"/>
            <ac:spMk id="4" creationId="{A9E6778E-A083-4433-BD82-ABEE9FA61C3A}"/>
          </ac:spMkLst>
        </pc:spChg>
        <pc:spChg chg="mod ord">
          <ac:chgData name="Martin Hardy" userId="18c45b91-9529-4376-afee-15439663c977" providerId="ADAL" clId="{0ADA46AE-A52F-42C8-AB64-334E4A2FE1F8}" dt="2021-10-07T15:00:45.120" v="1351" actId="700"/>
          <ac:spMkLst>
            <pc:docMk/>
            <pc:sldMk cId="2121084723" sldId="368"/>
            <ac:spMk id="5" creationId="{002C7BD4-5B95-414A-AA19-34958466D6C5}"/>
          </ac:spMkLst>
        </pc:spChg>
        <pc:spChg chg="mod ord">
          <ac:chgData name="Martin Hardy" userId="18c45b91-9529-4376-afee-15439663c977" providerId="ADAL" clId="{0ADA46AE-A52F-42C8-AB64-334E4A2FE1F8}" dt="2021-10-07T15:00:45.120" v="1351" actId="700"/>
          <ac:spMkLst>
            <pc:docMk/>
            <pc:sldMk cId="2121084723" sldId="368"/>
            <ac:spMk id="6" creationId="{1AA1EEE4-7720-4E49-85F2-BF9C09D359D1}"/>
          </ac:spMkLst>
        </pc:spChg>
        <pc:spChg chg="mod ord">
          <ac:chgData name="Martin Hardy" userId="18c45b91-9529-4376-afee-15439663c977" providerId="ADAL" clId="{0ADA46AE-A52F-42C8-AB64-334E4A2FE1F8}" dt="2021-10-07T15:00:45.120" v="1351" actId="700"/>
          <ac:spMkLst>
            <pc:docMk/>
            <pc:sldMk cId="2121084723" sldId="368"/>
            <ac:spMk id="7" creationId="{2F7A4639-742C-4624-8855-77F36976D6C5}"/>
          </ac:spMkLst>
        </pc:spChg>
        <pc:spChg chg="add mod">
          <ac:chgData name="Martin Hardy" userId="18c45b91-9529-4376-afee-15439663c977" providerId="ADAL" clId="{0ADA46AE-A52F-42C8-AB64-334E4A2FE1F8}" dt="2021-10-15T15:39:31.455" v="6502" actId="1076"/>
          <ac:spMkLst>
            <pc:docMk/>
            <pc:sldMk cId="2121084723" sldId="368"/>
            <ac:spMk id="8" creationId="{3281811F-48C9-48D3-B66B-C881E32832CD}"/>
          </ac:spMkLst>
        </pc:spChg>
        <pc:spChg chg="add mod">
          <ac:chgData name="Martin Hardy" userId="18c45b91-9529-4376-afee-15439663c977" providerId="ADAL" clId="{0ADA46AE-A52F-42C8-AB64-334E4A2FE1F8}" dt="2021-10-15T15:39:36.941" v="6506" actId="20577"/>
          <ac:spMkLst>
            <pc:docMk/>
            <pc:sldMk cId="2121084723" sldId="368"/>
            <ac:spMk id="9" creationId="{947DB1F8-4E3F-4CFB-9872-E99588CEC512}"/>
          </ac:spMkLst>
        </pc:spChg>
        <pc:spChg chg="add mod">
          <ac:chgData name="Martin Hardy" userId="18c45b91-9529-4376-afee-15439663c977" providerId="ADAL" clId="{0ADA46AE-A52F-42C8-AB64-334E4A2FE1F8}" dt="2021-10-15T15:41:44.621" v="6525" actId="14100"/>
          <ac:spMkLst>
            <pc:docMk/>
            <pc:sldMk cId="2121084723" sldId="368"/>
            <ac:spMk id="10" creationId="{85E45C34-13E6-41C7-9A14-BB2F72C09212}"/>
          </ac:spMkLst>
        </pc:spChg>
        <pc:spChg chg="add mod">
          <ac:chgData name="Martin Hardy" userId="18c45b91-9529-4376-afee-15439663c977" providerId="ADAL" clId="{0ADA46AE-A52F-42C8-AB64-334E4A2FE1F8}" dt="2021-10-15T15:41:57.245" v="6527" actId="1076"/>
          <ac:spMkLst>
            <pc:docMk/>
            <pc:sldMk cId="2121084723" sldId="368"/>
            <ac:spMk id="11" creationId="{D72AF05F-D044-40AA-8579-2AEB126C3175}"/>
          </ac:spMkLst>
        </pc:spChg>
      </pc:sldChg>
      <pc:sldChg chg="modSp add mod ord modNotesTx">
        <pc:chgData name="Martin Hardy" userId="18c45b91-9529-4376-afee-15439663c977" providerId="ADAL" clId="{0ADA46AE-A52F-42C8-AB64-334E4A2FE1F8}" dt="2021-10-16T13:57:38.776" v="6596" actId="20577"/>
        <pc:sldMkLst>
          <pc:docMk/>
          <pc:sldMk cId="3199947644" sldId="369"/>
        </pc:sldMkLst>
        <pc:spChg chg="mod">
          <ac:chgData name="Martin Hardy" userId="18c45b91-9529-4376-afee-15439663c977" providerId="ADAL" clId="{0ADA46AE-A52F-42C8-AB64-334E4A2FE1F8}" dt="2021-10-15T17:20:41.380" v="6540" actId="20577"/>
          <ac:spMkLst>
            <pc:docMk/>
            <pc:sldMk cId="3199947644" sldId="369"/>
            <ac:spMk id="8" creationId="{A9204AAB-0324-4CE6-BFBB-5AC042882832}"/>
          </ac:spMkLst>
        </pc:spChg>
        <pc:spChg chg="mod">
          <ac:chgData name="Martin Hardy" userId="18c45b91-9529-4376-afee-15439663c977" providerId="ADAL" clId="{0ADA46AE-A52F-42C8-AB64-334E4A2FE1F8}" dt="2021-10-16T13:57:38.776" v="6596" actId="20577"/>
          <ac:spMkLst>
            <pc:docMk/>
            <pc:sldMk cId="3199947644" sldId="369"/>
            <ac:spMk id="9" creationId="{FEF29BB8-F5F1-4FE3-93A8-DD72F23B2DED}"/>
          </ac:spMkLst>
        </pc:spChg>
        <pc:spChg chg="mod">
          <ac:chgData name="Martin Hardy" userId="18c45b91-9529-4376-afee-15439663c977" providerId="ADAL" clId="{0ADA46AE-A52F-42C8-AB64-334E4A2FE1F8}" dt="2021-10-16T13:57:25.886" v="6594" actId="6549"/>
          <ac:spMkLst>
            <pc:docMk/>
            <pc:sldMk cId="3199947644" sldId="369"/>
            <ac:spMk id="10" creationId="{A5C0824A-DF9E-42C5-9ED3-278512C95D60}"/>
          </ac:spMkLst>
        </pc:spChg>
      </pc:sldChg>
      <pc:sldChg chg="add del ord">
        <pc:chgData name="Martin Hardy" userId="18c45b91-9529-4376-afee-15439663c977" providerId="ADAL" clId="{0ADA46AE-A52F-42C8-AB64-334E4A2FE1F8}" dt="2021-10-14T12:49:51.272" v="1569" actId="2890"/>
        <pc:sldMkLst>
          <pc:docMk/>
          <pc:sldMk cId="3768709758" sldId="369"/>
        </pc:sldMkLst>
      </pc:sldChg>
      <pc:sldChg chg="modSp add mod ord modNotesTx">
        <pc:chgData name="Martin Hardy" userId="18c45b91-9529-4376-afee-15439663c977" providerId="ADAL" clId="{0ADA46AE-A52F-42C8-AB64-334E4A2FE1F8}" dt="2021-10-16T13:57:56.275" v="6598" actId="207"/>
        <pc:sldMkLst>
          <pc:docMk/>
          <pc:sldMk cId="191608788" sldId="370"/>
        </pc:sldMkLst>
        <pc:spChg chg="mod">
          <ac:chgData name="Martin Hardy" userId="18c45b91-9529-4376-afee-15439663c977" providerId="ADAL" clId="{0ADA46AE-A52F-42C8-AB64-334E4A2FE1F8}" dt="2021-10-15T17:23:01.115" v="6543" actId="20577"/>
          <ac:spMkLst>
            <pc:docMk/>
            <pc:sldMk cId="191608788" sldId="370"/>
            <ac:spMk id="2" creationId="{92E89BAD-96D3-40AC-B866-E489DB37EFE4}"/>
          </ac:spMkLst>
        </pc:spChg>
        <pc:spChg chg="mod">
          <ac:chgData name="Martin Hardy" userId="18c45b91-9529-4376-afee-15439663c977" providerId="ADAL" clId="{0ADA46AE-A52F-42C8-AB64-334E4A2FE1F8}" dt="2021-10-16T13:57:56.275" v="6598" actId="207"/>
          <ac:spMkLst>
            <pc:docMk/>
            <pc:sldMk cId="191608788" sldId="370"/>
            <ac:spMk id="4" creationId="{A9E6778E-A083-4433-BD82-ABEE9FA61C3A}"/>
          </ac:spMkLst>
        </pc:spChg>
        <pc:spChg chg="mod">
          <ac:chgData name="Martin Hardy" userId="18c45b91-9529-4376-afee-15439663c977" providerId="ADAL" clId="{0ADA46AE-A52F-42C8-AB64-334E4A2FE1F8}" dt="2021-10-14T13:04:51.676" v="1886" actId="20577"/>
          <ac:spMkLst>
            <pc:docMk/>
            <pc:sldMk cId="191608788" sldId="370"/>
            <ac:spMk id="7" creationId="{2F7A4639-742C-4624-8855-77F36976D6C5}"/>
          </ac:spMkLst>
        </pc:spChg>
      </pc:sldChg>
      <pc:sldChg chg="modSp add mod">
        <pc:chgData name="Martin Hardy" userId="18c45b91-9529-4376-afee-15439663c977" providerId="ADAL" clId="{0ADA46AE-A52F-42C8-AB64-334E4A2FE1F8}" dt="2021-10-16T13:59:11.132" v="6623" actId="404"/>
        <pc:sldMkLst>
          <pc:docMk/>
          <pc:sldMk cId="516800720" sldId="371"/>
        </pc:sldMkLst>
        <pc:spChg chg="mod">
          <ac:chgData name="Martin Hardy" userId="18c45b91-9529-4376-afee-15439663c977" providerId="ADAL" clId="{0ADA46AE-A52F-42C8-AB64-334E4A2FE1F8}" dt="2021-10-16T13:59:11.132" v="6623" actId="404"/>
          <ac:spMkLst>
            <pc:docMk/>
            <pc:sldMk cId="516800720" sldId="371"/>
            <ac:spMk id="2" creationId="{92E89BAD-96D3-40AC-B866-E489DB37EFE4}"/>
          </ac:spMkLst>
        </pc:spChg>
        <pc:spChg chg="mod">
          <ac:chgData name="Martin Hardy" userId="18c45b91-9529-4376-afee-15439663c977" providerId="ADAL" clId="{0ADA46AE-A52F-42C8-AB64-334E4A2FE1F8}" dt="2021-10-14T15:32:48.548" v="2265" actId="27636"/>
          <ac:spMkLst>
            <pc:docMk/>
            <pc:sldMk cId="516800720" sldId="371"/>
            <ac:spMk id="3" creationId="{D816142B-8344-4274-A921-136EBA67EC6A}"/>
          </ac:spMkLst>
        </pc:spChg>
        <pc:spChg chg="mod">
          <ac:chgData name="Martin Hardy" userId="18c45b91-9529-4376-afee-15439663c977" providerId="ADAL" clId="{0ADA46AE-A52F-42C8-AB64-334E4A2FE1F8}" dt="2021-10-14T16:21:03.566" v="2404" actId="20577"/>
          <ac:spMkLst>
            <pc:docMk/>
            <pc:sldMk cId="516800720" sldId="371"/>
            <ac:spMk id="4" creationId="{A9E6778E-A083-4433-BD82-ABEE9FA61C3A}"/>
          </ac:spMkLst>
        </pc:spChg>
      </pc:sldChg>
      <pc:sldChg chg="addSp delSp modSp add mod">
        <pc:chgData name="Martin Hardy" userId="18c45b91-9529-4376-afee-15439663c977" providerId="ADAL" clId="{0ADA46AE-A52F-42C8-AB64-334E4A2FE1F8}" dt="2021-10-16T13:59:38.751" v="6627" actId="20577"/>
        <pc:sldMkLst>
          <pc:docMk/>
          <pc:sldMk cId="3447595608" sldId="372"/>
        </pc:sldMkLst>
        <pc:spChg chg="mod">
          <ac:chgData name="Martin Hardy" userId="18c45b91-9529-4376-afee-15439663c977" providerId="ADAL" clId="{0ADA46AE-A52F-42C8-AB64-334E4A2FE1F8}" dt="2021-10-16T13:59:38.751" v="6627" actId="20577"/>
          <ac:spMkLst>
            <pc:docMk/>
            <pc:sldMk cId="3447595608" sldId="372"/>
            <ac:spMk id="2" creationId="{92E89BAD-96D3-40AC-B866-E489DB37EFE4}"/>
          </ac:spMkLst>
        </pc:spChg>
        <pc:spChg chg="mod">
          <ac:chgData name="Martin Hardy" userId="18c45b91-9529-4376-afee-15439663c977" providerId="ADAL" clId="{0ADA46AE-A52F-42C8-AB64-334E4A2FE1F8}" dt="2021-10-14T15:34:06.544" v="2296" actId="6549"/>
          <ac:spMkLst>
            <pc:docMk/>
            <pc:sldMk cId="3447595608" sldId="372"/>
            <ac:spMk id="3" creationId="{D816142B-8344-4274-A921-136EBA67EC6A}"/>
          </ac:spMkLst>
        </pc:spChg>
        <pc:spChg chg="add del mod">
          <ac:chgData name="Martin Hardy" userId="18c45b91-9529-4376-afee-15439663c977" providerId="ADAL" clId="{0ADA46AE-A52F-42C8-AB64-334E4A2FE1F8}" dt="2021-10-14T16:36:41.765" v="2454" actId="20577"/>
          <ac:spMkLst>
            <pc:docMk/>
            <pc:sldMk cId="3447595608" sldId="372"/>
            <ac:spMk id="4" creationId="{A9E6778E-A083-4433-BD82-ABEE9FA61C3A}"/>
          </ac:spMkLst>
        </pc:spChg>
        <pc:spChg chg="add del mod">
          <ac:chgData name="Martin Hardy" userId="18c45b91-9529-4376-afee-15439663c977" providerId="ADAL" clId="{0ADA46AE-A52F-42C8-AB64-334E4A2FE1F8}" dt="2021-10-14T15:33:33.963" v="2277"/>
          <ac:spMkLst>
            <pc:docMk/>
            <pc:sldMk cId="3447595608" sldId="372"/>
            <ac:spMk id="8" creationId="{C4241BA1-F780-46A4-8EA6-91D9177A9944}"/>
          </ac:spMkLst>
        </pc:spChg>
      </pc:sldChg>
      <pc:sldChg chg="modSp add mod">
        <pc:chgData name="Martin Hardy" userId="18c45b91-9529-4376-afee-15439663c977" providerId="ADAL" clId="{0ADA46AE-A52F-42C8-AB64-334E4A2FE1F8}" dt="2021-10-16T14:06:43.779" v="6820" actId="207"/>
        <pc:sldMkLst>
          <pc:docMk/>
          <pc:sldMk cId="1269152246" sldId="373"/>
        </pc:sldMkLst>
        <pc:spChg chg="mod">
          <ac:chgData name="Martin Hardy" userId="18c45b91-9529-4376-afee-15439663c977" providerId="ADAL" clId="{0ADA46AE-A52F-42C8-AB64-334E4A2FE1F8}" dt="2021-10-16T14:05:23.727" v="6741" actId="20577"/>
          <ac:spMkLst>
            <pc:docMk/>
            <pc:sldMk cId="1269152246" sldId="373"/>
            <ac:spMk id="2" creationId="{28121302-8CC0-4962-85A8-8FAE55227E51}"/>
          </ac:spMkLst>
        </pc:spChg>
        <pc:spChg chg="mod">
          <ac:chgData name="Martin Hardy" userId="18c45b91-9529-4376-afee-15439663c977" providerId="ADAL" clId="{0ADA46AE-A52F-42C8-AB64-334E4A2FE1F8}" dt="2021-10-16T14:06:43.779" v="6820" actId="207"/>
          <ac:spMkLst>
            <pc:docMk/>
            <pc:sldMk cId="1269152246" sldId="373"/>
            <ac:spMk id="3" creationId="{52AC1559-12EB-4EA3-B5AB-AB41514805D1}"/>
          </ac:spMkLst>
        </pc:spChg>
        <pc:spChg chg="mod">
          <ac:chgData name="Martin Hardy" userId="18c45b91-9529-4376-afee-15439663c977" providerId="ADAL" clId="{0ADA46AE-A52F-42C8-AB64-334E4A2FE1F8}" dt="2021-10-14T18:22:49.500" v="3510" actId="20577"/>
          <ac:spMkLst>
            <pc:docMk/>
            <pc:sldMk cId="1269152246" sldId="373"/>
            <ac:spMk id="8" creationId="{7632AAB6-5EFF-4AF2-A6A9-7D345442AF56}"/>
          </ac:spMkLst>
        </pc:spChg>
      </pc:sldChg>
      <pc:sldChg chg="modSp add mod">
        <pc:chgData name="Martin Hardy" userId="18c45b91-9529-4376-afee-15439663c977" providerId="ADAL" clId="{0ADA46AE-A52F-42C8-AB64-334E4A2FE1F8}" dt="2021-10-16T14:05:48.596" v="6743" actId="113"/>
        <pc:sldMkLst>
          <pc:docMk/>
          <pc:sldMk cId="1814493640" sldId="374"/>
        </pc:sldMkLst>
        <pc:spChg chg="mod">
          <ac:chgData name="Martin Hardy" userId="18c45b91-9529-4376-afee-15439663c977" providerId="ADAL" clId="{0ADA46AE-A52F-42C8-AB64-334E4A2FE1F8}" dt="2021-10-14T18:07:48.343" v="3011" actId="20577"/>
          <ac:spMkLst>
            <pc:docMk/>
            <pc:sldMk cId="1814493640" sldId="374"/>
            <ac:spMk id="2" creationId="{28121302-8CC0-4962-85A8-8FAE55227E51}"/>
          </ac:spMkLst>
        </pc:spChg>
        <pc:spChg chg="mod">
          <ac:chgData name="Martin Hardy" userId="18c45b91-9529-4376-afee-15439663c977" providerId="ADAL" clId="{0ADA46AE-A52F-42C8-AB64-334E4A2FE1F8}" dt="2021-10-16T14:05:48.596" v="6743" actId="113"/>
          <ac:spMkLst>
            <pc:docMk/>
            <pc:sldMk cId="1814493640" sldId="374"/>
            <ac:spMk id="3" creationId="{52AC1559-12EB-4EA3-B5AB-AB41514805D1}"/>
          </ac:spMkLst>
        </pc:spChg>
        <pc:spChg chg="mod">
          <ac:chgData name="Martin Hardy" userId="18c45b91-9529-4376-afee-15439663c977" providerId="ADAL" clId="{0ADA46AE-A52F-42C8-AB64-334E4A2FE1F8}" dt="2021-10-14T18:22:39.317" v="3501" actId="20577"/>
          <ac:spMkLst>
            <pc:docMk/>
            <pc:sldMk cId="1814493640" sldId="374"/>
            <ac:spMk id="8" creationId="{7632AAB6-5EFF-4AF2-A6A9-7D345442AF56}"/>
          </ac:spMkLst>
        </pc:spChg>
      </pc:sldChg>
      <pc:sldChg chg="modSp add mod">
        <pc:chgData name="Martin Hardy" userId="18c45b91-9529-4376-afee-15439663c977" providerId="ADAL" clId="{0ADA46AE-A52F-42C8-AB64-334E4A2FE1F8}" dt="2021-10-16T14:11:04.005" v="6860" actId="20577"/>
        <pc:sldMkLst>
          <pc:docMk/>
          <pc:sldMk cId="2433657433" sldId="375"/>
        </pc:sldMkLst>
        <pc:spChg chg="mod">
          <ac:chgData name="Martin Hardy" userId="18c45b91-9529-4376-afee-15439663c977" providerId="ADAL" clId="{0ADA46AE-A52F-42C8-AB64-334E4A2FE1F8}" dt="2021-10-14T18:27:15.853" v="3622" actId="404"/>
          <ac:spMkLst>
            <pc:docMk/>
            <pc:sldMk cId="2433657433" sldId="375"/>
            <ac:spMk id="2" creationId="{28121302-8CC0-4962-85A8-8FAE55227E51}"/>
          </ac:spMkLst>
        </pc:spChg>
        <pc:spChg chg="mod">
          <ac:chgData name="Martin Hardy" userId="18c45b91-9529-4376-afee-15439663c977" providerId="ADAL" clId="{0ADA46AE-A52F-42C8-AB64-334E4A2FE1F8}" dt="2021-10-16T14:11:04.005" v="6860" actId="20577"/>
          <ac:spMkLst>
            <pc:docMk/>
            <pc:sldMk cId="2433657433" sldId="375"/>
            <ac:spMk id="3" creationId="{52AC1559-12EB-4EA3-B5AB-AB41514805D1}"/>
          </ac:spMkLst>
        </pc:spChg>
      </pc:sldChg>
      <pc:sldChg chg="modSp add mod">
        <pc:chgData name="Martin Hardy" userId="18c45b91-9529-4376-afee-15439663c977" providerId="ADAL" clId="{0ADA46AE-A52F-42C8-AB64-334E4A2FE1F8}" dt="2021-10-14T21:03:28.510" v="4665" actId="20577"/>
        <pc:sldMkLst>
          <pc:docMk/>
          <pc:sldMk cId="1165486213" sldId="376"/>
        </pc:sldMkLst>
        <pc:spChg chg="mod">
          <ac:chgData name="Martin Hardy" userId="18c45b91-9529-4376-afee-15439663c977" providerId="ADAL" clId="{0ADA46AE-A52F-42C8-AB64-334E4A2FE1F8}" dt="2021-10-14T21:03:28.510" v="4665" actId="20577"/>
          <ac:spMkLst>
            <pc:docMk/>
            <pc:sldMk cId="1165486213" sldId="376"/>
            <ac:spMk id="2" creationId="{28121302-8CC0-4962-85A8-8FAE55227E51}"/>
          </ac:spMkLst>
        </pc:spChg>
        <pc:spChg chg="mod">
          <ac:chgData name="Martin Hardy" userId="18c45b91-9529-4376-afee-15439663c977" providerId="ADAL" clId="{0ADA46AE-A52F-42C8-AB64-334E4A2FE1F8}" dt="2021-10-14T20:57:13.930" v="4664" actId="20577"/>
          <ac:spMkLst>
            <pc:docMk/>
            <pc:sldMk cId="1165486213" sldId="376"/>
            <ac:spMk id="3" creationId="{52AC1559-12EB-4EA3-B5AB-AB41514805D1}"/>
          </ac:spMkLst>
        </pc:spChg>
      </pc:sldChg>
      <pc:sldChg chg="modSp add mod">
        <pc:chgData name="Martin Hardy" userId="18c45b91-9529-4376-afee-15439663c977" providerId="ADAL" clId="{0ADA46AE-A52F-42C8-AB64-334E4A2FE1F8}" dt="2021-10-14T21:03:30.918" v="4666" actId="20577"/>
        <pc:sldMkLst>
          <pc:docMk/>
          <pc:sldMk cId="225131732" sldId="377"/>
        </pc:sldMkLst>
        <pc:spChg chg="mod">
          <ac:chgData name="Martin Hardy" userId="18c45b91-9529-4376-afee-15439663c977" providerId="ADAL" clId="{0ADA46AE-A52F-42C8-AB64-334E4A2FE1F8}" dt="2021-10-14T21:03:30.918" v="4666" actId="20577"/>
          <ac:spMkLst>
            <pc:docMk/>
            <pc:sldMk cId="225131732" sldId="377"/>
            <ac:spMk id="2" creationId="{28121302-8CC0-4962-85A8-8FAE55227E51}"/>
          </ac:spMkLst>
        </pc:spChg>
        <pc:spChg chg="mod">
          <ac:chgData name="Martin Hardy" userId="18c45b91-9529-4376-afee-15439663c977" providerId="ADAL" clId="{0ADA46AE-A52F-42C8-AB64-334E4A2FE1F8}" dt="2021-10-14T20:53:44.443" v="4502" actId="20577"/>
          <ac:spMkLst>
            <pc:docMk/>
            <pc:sldMk cId="225131732" sldId="377"/>
            <ac:spMk id="3" creationId="{52AC1559-12EB-4EA3-B5AB-AB41514805D1}"/>
          </ac:spMkLst>
        </pc:spChg>
      </pc:sldChg>
      <pc:sldChg chg="modSp add mod">
        <pc:chgData name="Martin Hardy" userId="18c45b91-9529-4376-afee-15439663c977" providerId="ADAL" clId="{0ADA46AE-A52F-42C8-AB64-334E4A2FE1F8}" dt="2021-10-16T14:36:06.886" v="6950" actId="13926"/>
        <pc:sldMkLst>
          <pc:docMk/>
          <pc:sldMk cId="1852330462" sldId="378"/>
        </pc:sldMkLst>
        <pc:spChg chg="mod">
          <ac:chgData name="Martin Hardy" userId="18c45b91-9529-4376-afee-15439663c977" providerId="ADAL" clId="{0ADA46AE-A52F-42C8-AB64-334E4A2FE1F8}" dt="2021-10-16T14:24:11.232" v="6862" actId="20577"/>
          <ac:spMkLst>
            <pc:docMk/>
            <pc:sldMk cId="1852330462" sldId="378"/>
            <ac:spMk id="2" creationId="{28121302-8CC0-4962-85A8-8FAE55227E51}"/>
          </ac:spMkLst>
        </pc:spChg>
        <pc:spChg chg="mod">
          <ac:chgData name="Martin Hardy" userId="18c45b91-9529-4376-afee-15439663c977" providerId="ADAL" clId="{0ADA46AE-A52F-42C8-AB64-334E4A2FE1F8}" dt="2021-10-16T14:36:06.886" v="6950" actId="13926"/>
          <ac:spMkLst>
            <pc:docMk/>
            <pc:sldMk cId="1852330462" sldId="378"/>
            <ac:spMk id="3" creationId="{52AC1559-12EB-4EA3-B5AB-AB41514805D1}"/>
          </ac:spMkLst>
        </pc:spChg>
        <pc:spChg chg="mod">
          <ac:chgData name="Martin Hardy" userId="18c45b91-9529-4376-afee-15439663c977" providerId="ADAL" clId="{0ADA46AE-A52F-42C8-AB64-334E4A2FE1F8}" dt="2021-10-15T14:57:43.792" v="5955" actId="14100"/>
          <ac:spMkLst>
            <pc:docMk/>
            <pc:sldMk cId="1852330462" sldId="378"/>
            <ac:spMk id="7" creationId="{D0C379DD-AAAE-4A42-92D8-5145241CBF73}"/>
          </ac:spMkLst>
        </pc:spChg>
        <pc:spChg chg="mod">
          <ac:chgData name="Martin Hardy" userId="18c45b91-9529-4376-afee-15439663c977" providerId="ADAL" clId="{0ADA46AE-A52F-42C8-AB64-334E4A2FE1F8}" dt="2021-10-15T14:57:27.544" v="5951" actId="1076"/>
          <ac:spMkLst>
            <pc:docMk/>
            <pc:sldMk cId="1852330462" sldId="378"/>
            <ac:spMk id="8" creationId="{7632AAB6-5EFF-4AF2-A6A9-7D345442AF56}"/>
          </ac:spMkLst>
        </pc:spChg>
        <pc:spChg chg="mod">
          <ac:chgData name="Martin Hardy" userId="18c45b91-9529-4376-afee-15439663c977" providerId="ADAL" clId="{0ADA46AE-A52F-42C8-AB64-334E4A2FE1F8}" dt="2021-10-16T14:25:29.040" v="6870" actId="20577"/>
          <ac:spMkLst>
            <pc:docMk/>
            <pc:sldMk cId="1852330462" sldId="378"/>
            <ac:spMk id="9" creationId="{6C4755EA-F57D-42FC-B68C-2069BFDA0162}"/>
          </ac:spMkLst>
        </pc:spChg>
      </pc:sldChg>
      <pc:sldChg chg="modSp add mod ord">
        <pc:chgData name="Martin Hardy" userId="18c45b91-9529-4376-afee-15439663c977" providerId="ADAL" clId="{0ADA46AE-A52F-42C8-AB64-334E4A2FE1F8}" dt="2021-10-15T15:27:48.418" v="6330" actId="207"/>
        <pc:sldMkLst>
          <pc:docMk/>
          <pc:sldMk cId="2951734965" sldId="379"/>
        </pc:sldMkLst>
        <pc:spChg chg="mod">
          <ac:chgData name="Martin Hardy" userId="18c45b91-9529-4376-afee-15439663c977" providerId="ADAL" clId="{0ADA46AE-A52F-42C8-AB64-334E4A2FE1F8}" dt="2021-10-15T15:26:42.142" v="6316" actId="20577"/>
          <ac:spMkLst>
            <pc:docMk/>
            <pc:sldMk cId="2951734965" sldId="379"/>
            <ac:spMk id="2" creationId="{92E89BAD-96D3-40AC-B866-E489DB37EFE4}"/>
          </ac:spMkLst>
        </pc:spChg>
        <pc:spChg chg="mod">
          <ac:chgData name="Martin Hardy" userId="18c45b91-9529-4376-afee-15439663c977" providerId="ADAL" clId="{0ADA46AE-A52F-42C8-AB64-334E4A2FE1F8}" dt="2021-10-15T15:27:48.418" v="6330" actId="207"/>
          <ac:spMkLst>
            <pc:docMk/>
            <pc:sldMk cId="2951734965" sldId="379"/>
            <ac:spMk id="4" creationId="{A9E6778E-A083-4433-BD82-ABEE9FA61C3A}"/>
          </ac:spMkLst>
        </pc:spChg>
      </pc:sldChg>
      <pc:sldChg chg="addSp delSp modSp add mod ord">
        <pc:chgData name="Martin Hardy" userId="18c45b91-9529-4376-afee-15439663c977" providerId="ADAL" clId="{0ADA46AE-A52F-42C8-AB64-334E4A2FE1F8}" dt="2021-10-15T15:42:10.121" v="6528" actId="255"/>
        <pc:sldMkLst>
          <pc:docMk/>
          <pc:sldMk cId="4116169771" sldId="380"/>
        </pc:sldMkLst>
        <pc:spChg chg="mod">
          <ac:chgData name="Martin Hardy" userId="18c45b91-9529-4376-afee-15439663c977" providerId="ADAL" clId="{0ADA46AE-A52F-42C8-AB64-334E4A2FE1F8}" dt="2021-10-15T15:42:10.121" v="6528" actId="255"/>
          <ac:spMkLst>
            <pc:docMk/>
            <pc:sldMk cId="4116169771" sldId="380"/>
            <ac:spMk id="2" creationId="{92E89BAD-96D3-40AC-B866-E489DB37EFE4}"/>
          </ac:spMkLst>
        </pc:spChg>
        <pc:spChg chg="mod">
          <ac:chgData name="Martin Hardy" userId="18c45b91-9529-4376-afee-15439663c977" providerId="ADAL" clId="{0ADA46AE-A52F-42C8-AB64-334E4A2FE1F8}" dt="2021-10-15T15:35:08.131" v="6440" actId="207"/>
          <ac:spMkLst>
            <pc:docMk/>
            <pc:sldMk cId="4116169771" sldId="380"/>
            <ac:spMk id="4" creationId="{A9E6778E-A083-4433-BD82-ABEE9FA61C3A}"/>
          </ac:spMkLst>
        </pc:spChg>
        <pc:spChg chg="add del mod">
          <ac:chgData name="Martin Hardy" userId="18c45b91-9529-4376-afee-15439663c977" providerId="ADAL" clId="{0ADA46AE-A52F-42C8-AB64-334E4A2FE1F8}" dt="2021-10-15T15:39:23.690" v="6500" actId="21"/>
          <ac:spMkLst>
            <pc:docMk/>
            <pc:sldMk cId="4116169771" sldId="380"/>
            <ac:spMk id="10" creationId="{37438D00-AE20-40B1-BB6B-92CCFA9D877F}"/>
          </ac:spMkLst>
        </pc:spChg>
        <pc:spChg chg="add del mod">
          <ac:chgData name="Martin Hardy" userId="18c45b91-9529-4376-afee-15439663c977" providerId="ADAL" clId="{0ADA46AE-A52F-42C8-AB64-334E4A2FE1F8}" dt="2021-10-15T15:39:23.690" v="6500" actId="21"/>
          <ac:spMkLst>
            <pc:docMk/>
            <pc:sldMk cId="4116169771" sldId="380"/>
            <ac:spMk id="11" creationId="{F4061786-911B-431D-8BFF-DDC9FAFFE36D}"/>
          </ac:spMkLst>
        </pc:spChg>
        <pc:spChg chg="add del mod">
          <ac:chgData name="Martin Hardy" userId="18c45b91-9529-4376-afee-15439663c977" providerId="ADAL" clId="{0ADA46AE-A52F-42C8-AB64-334E4A2FE1F8}" dt="2021-10-15T15:38:17.023" v="6467" actId="478"/>
          <ac:spMkLst>
            <pc:docMk/>
            <pc:sldMk cId="4116169771" sldId="380"/>
            <ac:spMk id="12" creationId="{378D6C36-DD22-4620-8610-E34DA71EE30F}"/>
          </ac:spMkLst>
        </pc:spChg>
        <pc:spChg chg="add mod">
          <ac:chgData name="Martin Hardy" userId="18c45b91-9529-4376-afee-15439663c977" providerId="ADAL" clId="{0ADA46AE-A52F-42C8-AB64-334E4A2FE1F8}" dt="2021-10-15T15:40:30.877" v="6514" actId="1076"/>
          <ac:spMkLst>
            <pc:docMk/>
            <pc:sldMk cId="4116169771" sldId="380"/>
            <ac:spMk id="13" creationId="{BDF11E9F-BBC6-46AC-BE44-0433A1415AB6}"/>
          </ac:spMkLst>
        </pc:spChg>
        <pc:spChg chg="add mod">
          <ac:chgData name="Martin Hardy" userId="18c45b91-9529-4376-afee-15439663c977" providerId="ADAL" clId="{0ADA46AE-A52F-42C8-AB64-334E4A2FE1F8}" dt="2021-10-15T15:40:42.110" v="6521" actId="14100"/>
          <ac:spMkLst>
            <pc:docMk/>
            <pc:sldMk cId="4116169771" sldId="380"/>
            <ac:spMk id="14" creationId="{E25FF6BC-DDA4-49FA-B4A7-E5846B548918}"/>
          </ac:spMkLst>
        </pc:spChg>
        <pc:cxnChg chg="add del mod">
          <ac:chgData name="Martin Hardy" userId="18c45b91-9529-4376-afee-15439663c977" providerId="ADAL" clId="{0ADA46AE-A52F-42C8-AB64-334E4A2FE1F8}" dt="2021-10-15T15:36:26.616" v="6443" actId="478"/>
          <ac:cxnSpMkLst>
            <pc:docMk/>
            <pc:sldMk cId="4116169771" sldId="380"/>
            <ac:cxnSpMk id="8" creationId="{3747D36B-2517-4F01-A8D5-FCE429C840AC}"/>
          </ac:cxnSpMkLst>
        </pc:cxnChg>
      </pc:sldChg>
      <pc:sldChg chg="addSp delSp modSp new mod modClrScheme chgLayout">
        <pc:chgData name="Martin Hardy" userId="18c45b91-9529-4376-afee-15439663c977" providerId="ADAL" clId="{0ADA46AE-A52F-42C8-AB64-334E4A2FE1F8}" dt="2021-10-16T14:36:00.317" v="6949" actId="1076"/>
        <pc:sldMkLst>
          <pc:docMk/>
          <pc:sldMk cId="146187450" sldId="381"/>
        </pc:sldMkLst>
        <pc:spChg chg="del">
          <ac:chgData name="Martin Hardy" userId="18c45b91-9529-4376-afee-15439663c977" providerId="ADAL" clId="{0ADA46AE-A52F-42C8-AB64-334E4A2FE1F8}" dt="2021-10-16T14:35:35.805" v="6940" actId="700"/>
          <ac:spMkLst>
            <pc:docMk/>
            <pc:sldMk cId="146187450" sldId="381"/>
            <ac:spMk id="2" creationId="{A7800ECA-2A5C-45E1-9B64-DFE3886BDDCE}"/>
          </ac:spMkLst>
        </pc:spChg>
        <pc:spChg chg="del mod ord">
          <ac:chgData name="Martin Hardy" userId="18c45b91-9529-4376-afee-15439663c977" providerId="ADAL" clId="{0ADA46AE-A52F-42C8-AB64-334E4A2FE1F8}" dt="2021-10-16T14:35:35.805" v="6940" actId="700"/>
          <ac:spMkLst>
            <pc:docMk/>
            <pc:sldMk cId="146187450" sldId="381"/>
            <ac:spMk id="3" creationId="{AC601B7A-7B9C-4423-9BDF-536034AB104C}"/>
          </ac:spMkLst>
        </pc:spChg>
        <pc:spChg chg="del">
          <ac:chgData name="Martin Hardy" userId="18c45b91-9529-4376-afee-15439663c977" providerId="ADAL" clId="{0ADA46AE-A52F-42C8-AB64-334E4A2FE1F8}" dt="2021-10-16T14:35:35.805" v="6940" actId="700"/>
          <ac:spMkLst>
            <pc:docMk/>
            <pc:sldMk cId="146187450" sldId="381"/>
            <ac:spMk id="4" creationId="{D2AA4A79-8D14-44E5-917C-22FCFD001068}"/>
          </ac:spMkLst>
        </pc:spChg>
        <pc:spChg chg="del">
          <ac:chgData name="Martin Hardy" userId="18c45b91-9529-4376-afee-15439663c977" providerId="ADAL" clId="{0ADA46AE-A52F-42C8-AB64-334E4A2FE1F8}" dt="2021-10-16T14:35:35.805" v="6940" actId="700"/>
          <ac:spMkLst>
            <pc:docMk/>
            <pc:sldMk cId="146187450" sldId="381"/>
            <ac:spMk id="5" creationId="{0CC136CD-2B1F-43C9-80A4-AC5449C1B002}"/>
          </ac:spMkLst>
        </pc:spChg>
        <pc:spChg chg="del">
          <ac:chgData name="Martin Hardy" userId="18c45b91-9529-4376-afee-15439663c977" providerId="ADAL" clId="{0ADA46AE-A52F-42C8-AB64-334E4A2FE1F8}" dt="2021-10-16T14:35:35.805" v="6940" actId="700"/>
          <ac:spMkLst>
            <pc:docMk/>
            <pc:sldMk cId="146187450" sldId="381"/>
            <ac:spMk id="6" creationId="{E65AB790-66B5-4D84-A50F-97BA8DEC99D5}"/>
          </ac:spMkLst>
        </pc:spChg>
        <pc:spChg chg="mod ord">
          <ac:chgData name="Martin Hardy" userId="18c45b91-9529-4376-afee-15439663c977" providerId="ADAL" clId="{0ADA46AE-A52F-42C8-AB64-334E4A2FE1F8}" dt="2021-10-16T14:35:35.805" v="6940" actId="700"/>
          <ac:spMkLst>
            <pc:docMk/>
            <pc:sldMk cId="146187450" sldId="381"/>
            <ac:spMk id="7" creationId="{4AD09AA4-4065-479A-951C-CB56F72768AA}"/>
          </ac:spMkLst>
        </pc:spChg>
        <pc:spChg chg="mod ord">
          <ac:chgData name="Martin Hardy" userId="18c45b91-9529-4376-afee-15439663c977" providerId="ADAL" clId="{0ADA46AE-A52F-42C8-AB64-334E4A2FE1F8}" dt="2021-10-16T14:35:35.805" v="6940" actId="700"/>
          <ac:spMkLst>
            <pc:docMk/>
            <pc:sldMk cId="146187450" sldId="381"/>
            <ac:spMk id="8" creationId="{30876645-DF67-4BCE-9D48-15F44505B4F9}"/>
          </ac:spMkLst>
        </pc:spChg>
        <pc:spChg chg="del">
          <ac:chgData name="Martin Hardy" userId="18c45b91-9529-4376-afee-15439663c977" providerId="ADAL" clId="{0ADA46AE-A52F-42C8-AB64-334E4A2FE1F8}" dt="2021-10-16T14:35:35.805" v="6940" actId="700"/>
          <ac:spMkLst>
            <pc:docMk/>
            <pc:sldMk cId="146187450" sldId="381"/>
            <ac:spMk id="9" creationId="{60264F81-8831-4F06-97C2-3804301F7455}"/>
          </ac:spMkLst>
        </pc:spChg>
        <pc:spChg chg="add del mod ord">
          <ac:chgData name="Martin Hardy" userId="18c45b91-9529-4376-afee-15439663c977" providerId="ADAL" clId="{0ADA46AE-A52F-42C8-AB64-334E4A2FE1F8}" dt="2021-10-16T14:35:40.315" v="6943" actId="478"/>
          <ac:spMkLst>
            <pc:docMk/>
            <pc:sldMk cId="146187450" sldId="381"/>
            <ac:spMk id="10" creationId="{420C79A3-844A-45B5-B772-A371CF6379A0}"/>
          </ac:spMkLst>
        </pc:spChg>
        <pc:picChg chg="add mod">
          <ac:chgData name="Martin Hardy" userId="18c45b91-9529-4376-afee-15439663c977" providerId="ADAL" clId="{0ADA46AE-A52F-42C8-AB64-334E4A2FE1F8}" dt="2021-10-16T14:36:00.317" v="6949" actId="1076"/>
          <ac:picMkLst>
            <pc:docMk/>
            <pc:sldMk cId="146187450" sldId="381"/>
            <ac:picMk id="12" creationId="{8BB62E02-A8EF-40FA-BA56-707240F9C5A1}"/>
          </ac:picMkLst>
        </pc:picChg>
      </pc:sldChg>
      <pc:sldChg chg="add del">
        <pc:chgData name="Martin Hardy" userId="18c45b91-9529-4376-afee-15439663c977" providerId="ADAL" clId="{0ADA46AE-A52F-42C8-AB64-334E4A2FE1F8}" dt="2021-10-25T22:27:38.349" v="7042" actId="2890"/>
        <pc:sldMkLst>
          <pc:docMk/>
          <pc:sldMk cId="110695442" sldId="382"/>
        </pc:sldMkLst>
      </pc:sldChg>
      <pc:sldChg chg="modSp add mod ord">
        <pc:chgData name="Martin Hardy" userId="18c45b91-9529-4376-afee-15439663c977" providerId="ADAL" clId="{0ADA46AE-A52F-42C8-AB64-334E4A2FE1F8}" dt="2021-10-25T22:39:55.737" v="7365" actId="20577"/>
        <pc:sldMkLst>
          <pc:docMk/>
          <pc:sldMk cId="2153677202" sldId="382"/>
        </pc:sldMkLst>
        <pc:spChg chg="mod">
          <ac:chgData name="Martin Hardy" userId="18c45b91-9529-4376-afee-15439663c977" providerId="ADAL" clId="{0ADA46AE-A52F-42C8-AB64-334E4A2FE1F8}" dt="2021-10-25T22:27:51.445" v="7068" actId="20577"/>
          <ac:spMkLst>
            <pc:docMk/>
            <pc:sldMk cId="2153677202" sldId="382"/>
            <ac:spMk id="2" creationId="{28121302-8CC0-4962-85A8-8FAE55227E51}"/>
          </ac:spMkLst>
        </pc:spChg>
        <pc:spChg chg="mod">
          <ac:chgData name="Martin Hardy" userId="18c45b91-9529-4376-afee-15439663c977" providerId="ADAL" clId="{0ADA46AE-A52F-42C8-AB64-334E4A2FE1F8}" dt="2021-10-25T22:39:55.737" v="7365" actId="20577"/>
          <ac:spMkLst>
            <pc:docMk/>
            <pc:sldMk cId="2153677202" sldId="382"/>
            <ac:spMk id="3" creationId="{52AC1559-12EB-4EA3-B5AB-AB41514805D1}"/>
          </ac:spMkLst>
        </pc:spChg>
      </pc:sldChg>
    </pc:docChg>
  </pc:docChgLst>
  <pc:docChgLst>
    <pc:chgData name="Martin Hardy" userId="18c45b91-9529-4376-afee-15439663c977" providerId="ADAL" clId="{28ACD1D4-4913-4D43-ADDE-00226F672BCE}"/>
    <pc:docChg chg="undo redo custSel addSld delSld modSld sldOrd modMainMaster addSection delSection modSection">
      <pc:chgData name="Martin Hardy" userId="18c45b91-9529-4376-afee-15439663c977" providerId="ADAL" clId="{28ACD1D4-4913-4D43-ADDE-00226F672BCE}" dt="2021-11-06T17:16:35.703" v="10863" actId="14100"/>
      <pc:docMkLst>
        <pc:docMk/>
      </pc:docMkLst>
      <pc:sldChg chg="modSp mod">
        <pc:chgData name="Martin Hardy" userId="18c45b91-9529-4376-afee-15439663c977" providerId="ADAL" clId="{28ACD1D4-4913-4D43-ADDE-00226F672BCE}" dt="2021-11-03T13:07:59.586" v="7" actId="20577"/>
        <pc:sldMkLst>
          <pc:docMk/>
          <pc:sldMk cId="3737331811" sldId="257"/>
        </pc:sldMkLst>
        <pc:spChg chg="mod">
          <ac:chgData name="Martin Hardy" userId="18c45b91-9529-4376-afee-15439663c977" providerId="ADAL" clId="{28ACD1D4-4913-4D43-ADDE-00226F672BCE}" dt="2021-11-03T13:07:59.586" v="7" actId="20577"/>
          <ac:spMkLst>
            <pc:docMk/>
            <pc:sldMk cId="3737331811" sldId="257"/>
            <ac:spMk id="5" creationId="{9E480E55-15FD-4515-A046-9DB8D47B9CF5}"/>
          </ac:spMkLst>
        </pc:spChg>
      </pc:sldChg>
      <pc:sldChg chg="modSp mod">
        <pc:chgData name="Martin Hardy" userId="18c45b91-9529-4376-afee-15439663c977" providerId="ADAL" clId="{28ACD1D4-4913-4D43-ADDE-00226F672BCE}" dt="2021-11-03T14:19:28.072" v="2162" actId="20577"/>
        <pc:sldMkLst>
          <pc:docMk/>
          <pc:sldMk cId="3809762583" sldId="266"/>
        </pc:sldMkLst>
        <pc:spChg chg="mod">
          <ac:chgData name="Martin Hardy" userId="18c45b91-9529-4376-afee-15439663c977" providerId="ADAL" clId="{28ACD1D4-4913-4D43-ADDE-00226F672BCE}" dt="2021-11-03T14:19:28.072" v="2162" actId="20577"/>
          <ac:spMkLst>
            <pc:docMk/>
            <pc:sldMk cId="3809762583" sldId="266"/>
            <ac:spMk id="3" creationId="{0079E3F9-6F3C-4C12-89C1-4DD38088FAB3}"/>
          </ac:spMkLst>
        </pc:spChg>
      </pc:sldChg>
      <pc:sldChg chg="modSp mod">
        <pc:chgData name="Martin Hardy" userId="18c45b91-9529-4376-afee-15439663c977" providerId="ADAL" clId="{28ACD1D4-4913-4D43-ADDE-00226F672BCE}" dt="2021-11-03T15:29:47.309" v="4448"/>
        <pc:sldMkLst>
          <pc:docMk/>
          <pc:sldMk cId="2282098802" sldId="307"/>
        </pc:sldMkLst>
        <pc:spChg chg="mod">
          <ac:chgData name="Martin Hardy" userId="18c45b91-9529-4376-afee-15439663c977" providerId="ADAL" clId="{28ACD1D4-4913-4D43-ADDE-00226F672BCE}" dt="2021-11-03T15:29:45.329" v="4447" actId="27636"/>
          <ac:spMkLst>
            <pc:docMk/>
            <pc:sldMk cId="2282098802" sldId="307"/>
            <ac:spMk id="2" creationId="{905CDD7D-A2BF-4AA3-8565-D7BACF492C21}"/>
          </ac:spMkLst>
        </pc:spChg>
        <pc:spChg chg="mod">
          <ac:chgData name="Martin Hardy" userId="18c45b91-9529-4376-afee-15439663c977" providerId="ADAL" clId="{28ACD1D4-4913-4D43-ADDE-00226F672BCE}" dt="2021-11-03T15:29:47.309" v="4448"/>
          <ac:spMkLst>
            <pc:docMk/>
            <pc:sldMk cId="2282098802" sldId="307"/>
            <ac:spMk id="3" creationId="{0079E3F9-6F3C-4C12-89C1-4DD38088FAB3}"/>
          </ac:spMkLst>
        </pc:spChg>
      </pc:sldChg>
      <pc:sldChg chg="modSp del mod">
        <pc:chgData name="Martin Hardy" userId="18c45b91-9529-4376-afee-15439663c977" providerId="ADAL" clId="{28ACD1D4-4913-4D43-ADDE-00226F672BCE}" dt="2021-11-06T13:23:00.670" v="9658" actId="47"/>
        <pc:sldMkLst>
          <pc:docMk/>
          <pc:sldMk cId="303876403" sldId="346"/>
        </pc:sldMkLst>
        <pc:spChg chg="mod">
          <ac:chgData name="Martin Hardy" userId="18c45b91-9529-4376-afee-15439663c977" providerId="ADAL" clId="{28ACD1D4-4913-4D43-ADDE-00226F672BCE}" dt="2021-11-03T13:09:43.258" v="26" actId="14100"/>
          <ac:spMkLst>
            <pc:docMk/>
            <pc:sldMk cId="303876403" sldId="346"/>
            <ac:spMk id="2" creationId="{28121302-8CC0-4962-85A8-8FAE55227E51}"/>
          </ac:spMkLst>
        </pc:spChg>
        <pc:spChg chg="mod">
          <ac:chgData name="Martin Hardy" userId="18c45b91-9529-4376-afee-15439663c977" providerId="ADAL" clId="{28ACD1D4-4913-4D43-ADDE-00226F672BCE}" dt="2021-11-03T13:09:24.961" v="13" actId="6549"/>
          <ac:spMkLst>
            <pc:docMk/>
            <pc:sldMk cId="303876403" sldId="346"/>
            <ac:spMk id="3" creationId="{52AC1559-12EB-4EA3-B5AB-AB41514805D1}"/>
          </ac:spMkLst>
        </pc:spChg>
        <pc:spChg chg="mod">
          <ac:chgData name="Martin Hardy" userId="18c45b91-9529-4376-afee-15439663c977" providerId="ADAL" clId="{28ACD1D4-4913-4D43-ADDE-00226F672BCE}" dt="2021-11-03T13:09:27.138" v="15" actId="27636"/>
          <ac:spMkLst>
            <pc:docMk/>
            <pc:sldMk cId="303876403" sldId="346"/>
            <ac:spMk id="13" creationId="{8E92AB2E-80AD-4434-BD24-16E4805EE067}"/>
          </ac:spMkLst>
        </pc:spChg>
      </pc:sldChg>
      <pc:sldChg chg="addSp delSp modSp mod ord modClrScheme addAnim delAnim setClrOvrMap delDesignElem chgLayout">
        <pc:chgData name="Martin Hardy" userId="18c45b91-9529-4376-afee-15439663c977" providerId="ADAL" clId="{28ACD1D4-4913-4D43-ADDE-00226F672BCE}" dt="2021-11-03T20:15:08.562" v="9567" actId="20577"/>
        <pc:sldMkLst>
          <pc:docMk/>
          <pc:sldMk cId="2265354228" sldId="361"/>
        </pc:sldMkLst>
        <pc:spChg chg="del mod ord">
          <ac:chgData name="Martin Hardy" userId="18c45b91-9529-4376-afee-15439663c977" providerId="ADAL" clId="{28ACD1D4-4913-4D43-ADDE-00226F672BCE}" dt="2021-11-03T19:55:49.866" v="9173" actId="478"/>
          <ac:spMkLst>
            <pc:docMk/>
            <pc:sldMk cId="2265354228" sldId="361"/>
            <ac:spMk id="4" creationId="{0D464C64-E23E-4D3F-A36A-59E4262BF54A}"/>
          </ac:spMkLst>
        </pc:spChg>
        <pc:spChg chg="mod ord">
          <ac:chgData name="Martin Hardy" userId="18c45b91-9529-4376-afee-15439663c977" providerId="ADAL" clId="{28ACD1D4-4913-4D43-ADDE-00226F672BCE}" dt="2021-11-03T20:15:08.562" v="9567" actId="20577"/>
          <ac:spMkLst>
            <pc:docMk/>
            <pc:sldMk cId="2265354228" sldId="361"/>
            <ac:spMk id="11" creationId="{69BD5008-D72F-4BC9-A557-903A00542760}"/>
          </ac:spMkLst>
        </pc:spChg>
        <pc:spChg chg="add del">
          <ac:chgData name="Martin Hardy" userId="18c45b91-9529-4376-afee-15439663c977" providerId="ADAL" clId="{28ACD1D4-4913-4D43-ADDE-00226F672BCE}" dt="2021-11-03T19:52:09.758" v="9132" actId="26606"/>
          <ac:spMkLst>
            <pc:docMk/>
            <pc:sldMk cId="2265354228" sldId="361"/>
            <ac:spMk id="13" creationId="{3A8EC506-B1DA-46A1-B44D-774E68468E13}"/>
          </ac:spMkLst>
        </pc:spChg>
        <pc:spChg chg="del">
          <ac:chgData name="Martin Hardy" userId="18c45b91-9529-4376-afee-15439663c977" providerId="ADAL" clId="{28ACD1D4-4913-4D43-ADDE-00226F672BCE}" dt="2021-11-03T19:51:04.090" v="9122" actId="700"/>
          <ac:spMkLst>
            <pc:docMk/>
            <pc:sldMk cId="2265354228" sldId="361"/>
            <ac:spMk id="14" creationId="{4FAE1107-CEC3-4041-8BAA-CDB6F6759B35}"/>
          </ac:spMkLst>
        </pc:spChg>
        <pc:spChg chg="add del">
          <ac:chgData name="Martin Hardy" userId="18c45b91-9529-4376-afee-15439663c977" providerId="ADAL" clId="{28ACD1D4-4913-4D43-ADDE-00226F672BCE}" dt="2021-11-03T19:52:09.758" v="9132" actId="26606"/>
          <ac:spMkLst>
            <pc:docMk/>
            <pc:sldMk cId="2265354228" sldId="361"/>
            <ac:spMk id="18" creationId="{BFF30785-305E-45D7-984F-5AA93D3CA561}"/>
          </ac:spMkLst>
        </pc:spChg>
        <pc:spChg chg="add del">
          <ac:chgData name="Martin Hardy" userId="18c45b91-9529-4376-afee-15439663c977" providerId="ADAL" clId="{28ACD1D4-4913-4D43-ADDE-00226F672BCE}" dt="2021-11-03T19:52:09.758" v="9132" actId="26606"/>
          <ac:spMkLst>
            <pc:docMk/>
            <pc:sldMk cId="2265354228" sldId="361"/>
            <ac:spMk id="22" creationId="{CA73784B-AC76-4BAD-93AF-C72D0EDFD715}"/>
          </ac:spMkLst>
        </pc:spChg>
        <pc:spChg chg="add del">
          <ac:chgData name="Martin Hardy" userId="18c45b91-9529-4376-afee-15439663c977" providerId="ADAL" clId="{28ACD1D4-4913-4D43-ADDE-00226F672BCE}" dt="2021-11-03T19:52:09.758" v="9132" actId="26606"/>
          <ac:spMkLst>
            <pc:docMk/>
            <pc:sldMk cId="2265354228" sldId="361"/>
            <ac:spMk id="29" creationId="{8CD2B798-7994-4548-A2BE-4AEF9C1A5FAE}"/>
          </ac:spMkLst>
        </pc:spChg>
        <pc:spChg chg="add del">
          <ac:chgData name="Martin Hardy" userId="18c45b91-9529-4376-afee-15439663c977" providerId="ADAL" clId="{28ACD1D4-4913-4D43-ADDE-00226F672BCE}" dt="2021-11-03T19:52:09.758" v="9132" actId="26606"/>
          <ac:spMkLst>
            <pc:docMk/>
            <pc:sldMk cId="2265354228" sldId="361"/>
            <ac:spMk id="31" creationId="{E6162320-3B67-42BB-AF9D-939326E6489E}"/>
          </ac:spMkLst>
        </pc:spChg>
        <pc:spChg chg="add del">
          <ac:chgData name="Martin Hardy" userId="18c45b91-9529-4376-afee-15439663c977" providerId="ADAL" clId="{28ACD1D4-4913-4D43-ADDE-00226F672BCE}" dt="2021-11-03T19:52:09.758" v="9132" actId="26606"/>
          <ac:spMkLst>
            <pc:docMk/>
            <pc:sldMk cId="2265354228" sldId="361"/>
            <ac:spMk id="35" creationId="{B8D726A5-7900-41B4-8D49-49B4A2010E7C}"/>
          </ac:spMkLst>
        </pc:spChg>
        <pc:picChg chg="add del">
          <ac:chgData name="Martin Hardy" userId="18c45b91-9529-4376-afee-15439663c977" providerId="ADAL" clId="{28ACD1D4-4913-4D43-ADDE-00226F672BCE}" dt="2021-11-03T19:50:25.428" v="9119" actId="478"/>
          <ac:picMkLst>
            <pc:docMk/>
            <pc:sldMk cId="2265354228" sldId="361"/>
            <ac:picMk id="3" creationId="{F0F002AF-D49C-4194-8F57-FEB55438C01C}"/>
          </ac:picMkLst>
        </pc:picChg>
        <pc:picChg chg="add mod ord">
          <ac:chgData name="Martin Hardy" userId="18c45b91-9529-4376-afee-15439663c977" providerId="ADAL" clId="{28ACD1D4-4913-4D43-ADDE-00226F672BCE}" dt="2021-11-03T19:58:53.170" v="9212" actId="1076"/>
          <ac:picMkLst>
            <pc:docMk/>
            <pc:sldMk cId="2265354228" sldId="361"/>
            <ac:picMk id="5" creationId="{94B4C78E-1CD3-4C2A-B124-47D734887C3C}"/>
          </ac:picMkLst>
        </pc:picChg>
        <pc:cxnChg chg="del">
          <ac:chgData name="Martin Hardy" userId="18c45b91-9529-4376-afee-15439663c977" providerId="ADAL" clId="{28ACD1D4-4913-4D43-ADDE-00226F672BCE}" dt="2021-11-03T19:51:04.090" v="9122" actId="700"/>
          <ac:cxnSpMkLst>
            <pc:docMk/>
            <pc:sldMk cId="2265354228" sldId="361"/>
            <ac:cxnSpMk id="16" creationId="{1AEA88FB-F5DD-45CE-AAE1-7B33D0ABDD25}"/>
          </ac:cxnSpMkLst>
        </pc:cxnChg>
        <pc:cxnChg chg="add del">
          <ac:chgData name="Martin Hardy" userId="18c45b91-9529-4376-afee-15439663c977" providerId="ADAL" clId="{28ACD1D4-4913-4D43-ADDE-00226F672BCE}" dt="2021-11-03T19:52:09.758" v="9132" actId="26606"/>
          <ac:cxnSpMkLst>
            <pc:docMk/>
            <pc:sldMk cId="2265354228" sldId="361"/>
            <ac:cxnSpMk id="20" creationId="{15E01FA5-D766-43CA-A83D-E7CF3F04E96F}"/>
          </ac:cxnSpMkLst>
        </pc:cxnChg>
        <pc:cxnChg chg="add del">
          <ac:chgData name="Martin Hardy" userId="18c45b91-9529-4376-afee-15439663c977" providerId="ADAL" clId="{28ACD1D4-4913-4D43-ADDE-00226F672BCE}" dt="2021-11-03T19:52:09.758" v="9132" actId="26606"/>
          <ac:cxnSpMkLst>
            <pc:docMk/>
            <pc:sldMk cId="2265354228" sldId="361"/>
            <ac:cxnSpMk id="24" creationId="{811DCF04-0C7C-44FC-8246-FC8D736B1A71}"/>
          </ac:cxnSpMkLst>
        </pc:cxnChg>
        <pc:cxnChg chg="add del">
          <ac:chgData name="Martin Hardy" userId="18c45b91-9529-4376-afee-15439663c977" providerId="ADAL" clId="{28ACD1D4-4913-4D43-ADDE-00226F672BCE}" dt="2021-11-03T19:52:09.758" v="9132" actId="26606"/>
          <ac:cxnSpMkLst>
            <pc:docMk/>
            <pc:sldMk cId="2265354228" sldId="361"/>
            <ac:cxnSpMk id="33" creationId="{6722E143-84C1-4F95-937C-78B92D2811CF}"/>
          </ac:cxnSpMkLst>
        </pc:cxnChg>
        <pc:cxnChg chg="add del">
          <ac:chgData name="Martin Hardy" userId="18c45b91-9529-4376-afee-15439663c977" providerId="ADAL" clId="{28ACD1D4-4913-4D43-ADDE-00226F672BCE}" dt="2021-11-03T19:52:09.758" v="9132" actId="26606"/>
          <ac:cxnSpMkLst>
            <pc:docMk/>
            <pc:sldMk cId="2265354228" sldId="361"/>
            <ac:cxnSpMk id="37" creationId="{46E49661-E258-450C-8150-A91A6B30D1CD}"/>
          </ac:cxnSpMkLst>
        </pc:cxnChg>
      </pc:sldChg>
      <pc:sldChg chg="del">
        <pc:chgData name="Martin Hardy" userId="18c45b91-9529-4376-afee-15439663c977" providerId="ADAL" clId="{28ACD1D4-4913-4D43-ADDE-00226F672BCE}" dt="2021-11-03T13:08:46.436" v="9" actId="18676"/>
        <pc:sldMkLst>
          <pc:docMk/>
          <pc:sldMk cId="563387432" sldId="364"/>
        </pc:sldMkLst>
      </pc:sldChg>
      <pc:sldChg chg="del">
        <pc:chgData name="Martin Hardy" userId="18c45b91-9529-4376-afee-15439663c977" providerId="ADAL" clId="{28ACD1D4-4913-4D43-ADDE-00226F672BCE}" dt="2021-11-03T13:09:04.400" v="11" actId="47"/>
        <pc:sldMkLst>
          <pc:docMk/>
          <pc:sldMk cId="3199947644" sldId="369"/>
        </pc:sldMkLst>
      </pc:sldChg>
      <pc:sldChg chg="del">
        <pc:chgData name="Martin Hardy" userId="18c45b91-9529-4376-afee-15439663c977" providerId="ADAL" clId="{28ACD1D4-4913-4D43-ADDE-00226F672BCE}" dt="2021-11-03T13:09:00.367" v="10" actId="47"/>
        <pc:sldMkLst>
          <pc:docMk/>
          <pc:sldMk cId="191608788" sldId="370"/>
        </pc:sldMkLst>
      </pc:sldChg>
      <pc:sldChg chg="del">
        <pc:chgData name="Martin Hardy" userId="18c45b91-9529-4376-afee-15439663c977" providerId="ADAL" clId="{28ACD1D4-4913-4D43-ADDE-00226F672BCE}" dt="2021-11-03T13:08:46.436" v="9" actId="18676"/>
        <pc:sldMkLst>
          <pc:docMk/>
          <pc:sldMk cId="1866633101" sldId="383"/>
        </pc:sldMkLst>
      </pc:sldChg>
      <pc:sldChg chg="del">
        <pc:chgData name="Martin Hardy" userId="18c45b91-9529-4376-afee-15439663c977" providerId="ADAL" clId="{28ACD1D4-4913-4D43-ADDE-00226F672BCE}" dt="2021-11-03T15:37:11.379" v="4693" actId="47"/>
        <pc:sldMkLst>
          <pc:docMk/>
          <pc:sldMk cId="500614306" sldId="384"/>
        </pc:sldMkLst>
      </pc:sldChg>
      <pc:sldChg chg="addSp delSp modSp mod modClrScheme chgLayout modNotesTx">
        <pc:chgData name="Martin Hardy" userId="18c45b91-9529-4376-afee-15439663c977" providerId="ADAL" clId="{28ACD1D4-4913-4D43-ADDE-00226F672BCE}" dt="2021-11-03T13:47:13.687" v="834" actId="20577"/>
        <pc:sldMkLst>
          <pc:docMk/>
          <pc:sldMk cId="3984742994" sldId="385"/>
        </pc:sldMkLst>
        <pc:spChg chg="mod ord">
          <ac:chgData name="Martin Hardy" userId="18c45b91-9529-4376-afee-15439663c977" providerId="ADAL" clId="{28ACD1D4-4913-4D43-ADDE-00226F672BCE}" dt="2021-11-03T13:27:41.055" v="577" actId="700"/>
          <ac:spMkLst>
            <pc:docMk/>
            <pc:sldMk cId="3984742994" sldId="385"/>
            <ac:spMk id="2" creationId="{136A748A-1F80-4680-A5BC-E2AF0526BCFD}"/>
          </ac:spMkLst>
        </pc:spChg>
        <pc:spChg chg="add del mod ord">
          <ac:chgData name="Martin Hardy" userId="18c45b91-9529-4376-afee-15439663c977" providerId="ADAL" clId="{28ACD1D4-4913-4D43-ADDE-00226F672BCE}" dt="2021-11-03T13:27:42.507" v="580"/>
          <ac:spMkLst>
            <pc:docMk/>
            <pc:sldMk cId="3984742994" sldId="385"/>
            <ac:spMk id="3" creationId="{E04E2D81-DB03-420E-92CF-759E92A0127B}"/>
          </ac:spMkLst>
        </pc:spChg>
        <pc:spChg chg="add mod ord">
          <ac:chgData name="Martin Hardy" userId="18c45b91-9529-4376-afee-15439663c977" providerId="ADAL" clId="{28ACD1D4-4913-4D43-ADDE-00226F672BCE}" dt="2021-11-03T13:29:07.049" v="627" actId="27636"/>
          <ac:spMkLst>
            <pc:docMk/>
            <pc:sldMk cId="3984742994" sldId="385"/>
            <ac:spMk id="4" creationId="{118D370F-35B5-48D0-96EF-1611F902316F}"/>
          </ac:spMkLst>
        </pc:spChg>
        <pc:spChg chg="mod ord">
          <ac:chgData name="Martin Hardy" userId="18c45b91-9529-4376-afee-15439663c977" providerId="ADAL" clId="{28ACD1D4-4913-4D43-ADDE-00226F672BCE}" dt="2021-11-03T13:27:41.055" v="577" actId="700"/>
          <ac:spMkLst>
            <pc:docMk/>
            <pc:sldMk cId="3984742994" sldId="385"/>
            <ac:spMk id="5" creationId="{11CD095E-BBA4-47E4-8D53-713C7B022F16}"/>
          </ac:spMkLst>
        </pc:spChg>
        <pc:spChg chg="mod ord">
          <ac:chgData name="Martin Hardy" userId="18c45b91-9529-4376-afee-15439663c977" providerId="ADAL" clId="{28ACD1D4-4913-4D43-ADDE-00226F672BCE}" dt="2021-11-03T13:27:41.055" v="577" actId="700"/>
          <ac:spMkLst>
            <pc:docMk/>
            <pc:sldMk cId="3984742994" sldId="385"/>
            <ac:spMk id="6" creationId="{6ABA69B2-4B03-4A7D-8B27-DCCE00ACB29D}"/>
          </ac:spMkLst>
        </pc:spChg>
        <pc:spChg chg="mod ord">
          <ac:chgData name="Martin Hardy" userId="18c45b91-9529-4376-afee-15439663c977" providerId="ADAL" clId="{28ACD1D4-4913-4D43-ADDE-00226F672BCE}" dt="2021-11-03T13:47:13.687" v="834" actId="20577"/>
          <ac:spMkLst>
            <pc:docMk/>
            <pc:sldMk cId="3984742994" sldId="385"/>
            <ac:spMk id="8" creationId="{70590DA8-4F20-430F-95A3-F7B47E65B073}"/>
          </ac:spMkLst>
        </pc:spChg>
        <pc:spChg chg="del mod ord">
          <ac:chgData name="Martin Hardy" userId="18c45b91-9529-4376-afee-15439663c977" providerId="ADAL" clId="{28ACD1D4-4913-4D43-ADDE-00226F672BCE}" dt="2021-11-03T13:27:41.055" v="577" actId="700"/>
          <ac:spMkLst>
            <pc:docMk/>
            <pc:sldMk cId="3984742994" sldId="385"/>
            <ac:spMk id="9" creationId="{313943A3-8992-4421-8BD0-CCB2B7C345A9}"/>
          </ac:spMkLst>
        </pc:spChg>
        <pc:picChg chg="add mod">
          <ac:chgData name="Martin Hardy" userId="18c45b91-9529-4376-afee-15439663c977" providerId="ADAL" clId="{28ACD1D4-4913-4D43-ADDE-00226F672BCE}" dt="2021-11-03T13:28:30.512" v="620" actId="14100"/>
          <ac:picMkLst>
            <pc:docMk/>
            <pc:sldMk cId="3984742994" sldId="385"/>
            <ac:picMk id="10" creationId="{0F8ABE70-9635-4236-85AD-18F06585B709}"/>
          </ac:picMkLst>
        </pc:picChg>
      </pc:sldChg>
      <pc:sldChg chg="del">
        <pc:chgData name="Martin Hardy" userId="18c45b91-9529-4376-afee-15439663c977" providerId="ADAL" clId="{28ACD1D4-4913-4D43-ADDE-00226F672BCE}" dt="2021-11-03T13:08:39.191" v="8" actId="47"/>
        <pc:sldMkLst>
          <pc:docMk/>
          <pc:sldMk cId="4038982897" sldId="386"/>
        </pc:sldMkLst>
      </pc:sldChg>
      <pc:sldChg chg="modSp del mod">
        <pc:chgData name="Martin Hardy" userId="18c45b91-9529-4376-afee-15439663c977" providerId="ADAL" clId="{28ACD1D4-4913-4D43-ADDE-00226F672BCE}" dt="2021-11-03T13:13:50.778" v="207" actId="47"/>
        <pc:sldMkLst>
          <pc:docMk/>
          <pc:sldMk cId="1542658298" sldId="387"/>
        </pc:sldMkLst>
        <pc:spChg chg="mod">
          <ac:chgData name="Martin Hardy" userId="18c45b91-9529-4376-afee-15439663c977" providerId="ADAL" clId="{28ACD1D4-4913-4D43-ADDE-00226F672BCE}" dt="2021-11-03T13:10:53.098" v="49" actId="6549"/>
          <ac:spMkLst>
            <pc:docMk/>
            <pc:sldMk cId="1542658298" sldId="387"/>
            <ac:spMk id="8" creationId="{70590DA8-4F20-430F-95A3-F7B47E65B073}"/>
          </ac:spMkLst>
        </pc:spChg>
      </pc:sldChg>
      <pc:sldChg chg="del">
        <pc:chgData name="Martin Hardy" userId="18c45b91-9529-4376-afee-15439663c977" providerId="ADAL" clId="{28ACD1D4-4913-4D43-ADDE-00226F672BCE}" dt="2021-11-03T13:08:46.436" v="9" actId="18676"/>
        <pc:sldMkLst>
          <pc:docMk/>
          <pc:sldMk cId="2774566825" sldId="389"/>
        </pc:sldMkLst>
      </pc:sldChg>
      <pc:sldChg chg="del">
        <pc:chgData name="Martin Hardy" userId="18c45b91-9529-4376-afee-15439663c977" providerId="ADAL" clId="{28ACD1D4-4913-4D43-ADDE-00226F672BCE}" dt="2021-11-03T13:08:46.436" v="9" actId="18676"/>
        <pc:sldMkLst>
          <pc:docMk/>
          <pc:sldMk cId="2456401864" sldId="390"/>
        </pc:sldMkLst>
      </pc:sldChg>
      <pc:sldChg chg="delSp modSp del mod modNotesTx">
        <pc:chgData name="Martin Hardy" userId="18c45b91-9529-4376-afee-15439663c977" providerId="ADAL" clId="{28ACD1D4-4913-4D43-ADDE-00226F672BCE}" dt="2021-11-03T13:31:03.659" v="670" actId="47"/>
        <pc:sldMkLst>
          <pc:docMk/>
          <pc:sldMk cId="2580151647" sldId="391"/>
        </pc:sldMkLst>
        <pc:spChg chg="mod">
          <ac:chgData name="Martin Hardy" userId="18c45b91-9529-4376-afee-15439663c977" providerId="ADAL" clId="{28ACD1D4-4913-4D43-ADDE-00226F672BCE}" dt="2021-11-03T13:10:24.522" v="38" actId="27636"/>
          <ac:spMkLst>
            <pc:docMk/>
            <pc:sldMk cId="2580151647" sldId="391"/>
            <ac:spMk id="2" creationId="{92E89BAD-96D3-40AC-B866-E489DB37EFE4}"/>
          </ac:spMkLst>
        </pc:spChg>
        <pc:spChg chg="del mod">
          <ac:chgData name="Martin Hardy" userId="18c45b91-9529-4376-afee-15439663c977" providerId="ADAL" clId="{28ACD1D4-4913-4D43-ADDE-00226F672BCE}" dt="2021-11-03T13:10:11.473" v="31"/>
          <ac:spMkLst>
            <pc:docMk/>
            <pc:sldMk cId="2580151647" sldId="391"/>
            <ac:spMk id="3" creationId="{9D4634ED-D79E-44F1-BB3F-26AAA9021E70}"/>
          </ac:spMkLst>
        </pc:spChg>
        <pc:spChg chg="mod">
          <ac:chgData name="Martin Hardy" userId="18c45b91-9529-4376-afee-15439663c977" providerId="ADAL" clId="{28ACD1D4-4913-4D43-ADDE-00226F672BCE}" dt="2021-11-03T13:10:09.740" v="29" actId="27636"/>
          <ac:spMkLst>
            <pc:docMk/>
            <pc:sldMk cId="2580151647" sldId="391"/>
            <ac:spMk id="4" creationId="{A9E6778E-A083-4433-BD82-ABEE9FA61C3A}"/>
          </ac:spMkLst>
        </pc:spChg>
      </pc:sldChg>
      <pc:sldChg chg="del">
        <pc:chgData name="Martin Hardy" userId="18c45b91-9529-4376-afee-15439663c977" providerId="ADAL" clId="{28ACD1D4-4913-4D43-ADDE-00226F672BCE}" dt="2021-11-03T13:09:04.400" v="11" actId="47"/>
        <pc:sldMkLst>
          <pc:docMk/>
          <pc:sldMk cId="1084742688" sldId="392"/>
        </pc:sldMkLst>
      </pc:sldChg>
      <pc:sldChg chg="del">
        <pc:chgData name="Martin Hardy" userId="18c45b91-9529-4376-afee-15439663c977" providerId="ADAL" clId="{28ACD1D4-4913-4D43-ADDE-00226F672BCE}" dt="2021-11-03T13:09:04.400" v="11" actId="47"/>
        <pc:sldMkLst>
          <pc:docMk/>
          <pc:sldMk cId="1260103266" sldId="393"/>
        </pc:sldMkLst>
      </pc:sldChg>
      <pc:sldChg chg="del">
        <pc:chgData name="Martin Hardy" userId="18c45b91-9529-4376-afee-15439663c977" providerId="ADAL" clId="{28ACD1D4-4913-4D43-ADDE-00226F672BCE}" dt="2021-11-03T13:08:39.191" v="8" actId="47"/>
        <pc:sldMkLst>
          <pc:docMk/>
          <pc:sldMk cId="2213603394" sldId="394"/>
        </pc:sldMkLst>
      </pc:sldChg>
      <pc:sldChg chg="del">
        <pc:chgData name="Martin Hardy" userId="18c45b91-9529-4376-afee-15439663c977" providerId="ADAL" clId="{28ACD1D4-4913-4D43-ADDE-00226F672BCE}" dt="2021-11-03T13:09:04.400" v="11" actId="47"/>
        <pc:sldMkLst>
          <pc:docMk/>
          <pc:sldMk cId="3762926099" sldId="395"/>
        </pc:sldMkLst>
      </pc:sldChg>
      <pc:sldChg chg="del">
        <pc:chgData name="Martin Hardy" userId="18c45b91-9529-4376-afee-15439663c977" providerId="ADAL" clId="{28ACD1D4-4913-4D43-ADDE-00226F672BCE}" dt="2021-11-03T13:09:10.924" v="12" actId="47"/>
        <pc:sldMkLst>
          <pc:docMk/>
          <pc:sldMk cId="2391291625" sldId="396"/>
        </pc:sldMkLst>
      </pc:sldChg>
      <pc:sldChg chg="del">
        <pc:chgData name="Martin Hardy" userId="18c45b91-9529-4376-afee-15439663c977" providerId="ADAL" clId="{28ACD1D4-4913-4D43-ADDE-00226F672BCE}" dt="2021-11-03T13:09:10.924" v="12" actId="47"/>
        <pc:sldMkLst>
          <pc:docMk/>
          <pc:sldMk cId="4151893148" sldId="398"/>
        </pc:sldMkLst>
      </pc:sldChg>
      <pc:sldChg chg="addSp delSp modSp mod ord modClrScheme chgLayout modNotesTx">
        <pc:chgData name="Martin Hardy" userId="18c45b91-9529-4376-afee-15439663c977" providerId="ADAL" clId="{28ACD1D4-4913-4D43-ADDE-00226F672BCE}" dt="2021-11-03T20:07:32.990" v="9393" actId="1076"/>
        <pc:sldMkLst>
          <pc:docMk/>
          <pc:sldMk cId="3336390750" sldId="399"/>
        </pc:sldMkLst>
        <pc:spChg chg="add mod ord">
          <ac:chgData name="Martin Hardy" userId="18c45b91-9529-4376-afee-15439663c977" providerId="ADAL" clId="{28ACD1D4-4913-4D43-ADDE-00226F672BCE}" dt="2021-11-03T20:02:28.976" v="9286" actId="14100"/>
          <ac:spMkLst>
            <pc:docMk/>
            <pc:sldMk cId="3336390750" sldId="399"/>
            <ac:spMk id="2" creationId="{1659D051-611F-4095-8E0C-6EF2ECF776A3}"/>
          </ac:spMkLst>
        </pc:spChg>
        <pc:spChg chg="add del mod ord">
          <ac:chgData name="Martin Hardy" userId="18c45b91-9529-4376-afee-15439663c977" providerId="ADAL" clId="{28ACD1D4-4913-4D43-ADDE-00226F672BCE}" dt="2021-11-03T20:00:16.655" v="9214" actId="700"/>
          <ac:spMkLst>
            <pc:docMk/>
            <pc:sldMk cId="3336390750" sldId="399"/>
            <ac:spMk id="3" creationId="{1CF837FC-BB8F-47E8-B7F8-3735EFA38EBD}"/>
          </ac:spMkLst>
        </pc:spChg>
        <pc:spChg chg="add del mod ord">
          <ac:chgData name="Martin Hardy" userId="18c45b91-9529-4376-afee-15439663c977" providerId="ADAL" clId="{28ACD1D4-4913-4D43-ADDE-00226F672BCE}" dt="2021-11-03T20:02:16.527" v="9273" actId="21"/>
          <ac:spMkLst>
            <pc:docMk/>
            <pc:sldMk cId="3336390750" sldId="399"/>
            <ac:spMk id="4" creationId="{898EA1CE-4C31-4EA6-A4AA-3A371DE42173}"/>
          </ac:spMkLst>
        </pc:spChg>
        <pc:spChg chg="mod ord">
          <ac:chgData name="Martin Hardy" userId="18c45b91-9529-4376-afee-15439663c977" providerId="ADAL" clId="{28ACD1D4-4913-4D43-ADDE-00226F672BCE}" dt="2021-11-03T20:02:20.662" v="9274" actId="700"/>
          <ac:spMkLst>
            <pc:docMk/>
            <pc:sldMk cId="3336390750" sldId="399"/>
            <ac:spMk id="5" creationId="{002C7BD4-5B95-414A-AA19-34958466D6C5}"/>
          </ac:spMkLst>
        </pc:spChg>
        <pc:spChg chg="mod ord">
          <ac:chgData name="Martin Hardy" userId="18c45b91-9529-4376-afee-15439663c977" providerId="ADAL" clId="{28ACD1D4-4913-4D43-ADDE-00226F672BCE}" dt="2021-11-03T20:02:20.662" v="9274" actId="700"/>
          <ac:spMkLst>
            <pc:docMk/>
            <pc:sldMk cId="3336390750" sldId="399"/>
            <ac:spMk id="6" creationId="{1AA1EEE4-7720-4E49-85F2-BF9C09D359D1}"/>
          </ac:spMkLst>
        </pc:spChg>
        <pc:spChg chg="add mod ord">
          <ac:chgData name="Martin Hardy" userId="18c45b91-9529-4376-afee-15439663c977" providerId="ADAL" clId="{28ACD1D4-4913-4D43-ADDE-00226F672BCE}" dt="2021-11-03T20:02:20.662" v="9274" actId="700"/>
          <ac:spMkLst>
            <pc:docMk/>
            <pc:sldMk cId="3336390750" sldId="399"/>
            <ac:spMk id="7" creationId="{58CFEB2A-7ACB-47A2-B1D7-F01F6368A70E}"/>
          </ac:spMkLst>
        </pc:spChg>
        <pc:spChg chg="mod ord">
          <ac:chgData name="Martin Hardy" userId="18c45b91-9529-4376-afee-15439663c977" providerId="ADAL" clId="{28ACD1D4-4913-4D43-ADDE-00226F672BCE}" dt="2021-11-03T20:02:20.662" v="9274" actId="700"/>
          <ac:spMkLst>
            <pc:docMk/>
            <pc:sldMk cId="3336390750" sldId="399"/>
            <ac:spMk id="8" creationId="{A9204AAB-0324-4CE6-BFBB-5AC042882832}"/>
          </ac:spMkLst>
        </pc:spChg>
        <pc:spChg chg="del mod ord">
          <ac:chgData name="Martin Hardy" userId="18c45b91-9529-4376-afee-15439663c977" providerId="ADAL" clId="{28ACD1D4-4913-4D43-ADDE-00226F672BCE}" dt="2021-11-03T13:21:05.737" v="391" actId="700"/>
          <ac:spMkLst>
            <pc:docMk/>
            <pc:sldMk cId="3336390750" sldId="399"/>
            <ac:spMk id="9" creationId="{FEF29BB8-F5F1-4FE3-93A8-DD72F23B2DED}"/>
          </ac:spMkLst>
        </pc:spChg>
        <pc:spChg chg="del mod ord">
          <ac:chgData name="Martin Hardy" userId="18c45b91-9529-4376-afee-15439663c977" providerId="ADAL" clId="{28ACD1D4-4913-4D43-ADDE-00226F672BCE}" dt="2021-11-03T13:21:05.737" v="391" actId="700"/>
          <ac:spMkLst>
            <pc:docMk/>
            <pc:sldMk cId="3336390750" sldId="399"/>
            <ac:spMk id="10" creationId="{A5C0824A-DF9E-42C5-9ED3-278512C95D60}"/>
          </ac:spMkLst>
        </pc:spChg>
        <pc:spChg chg="add del mod ord">
          <ac:chgData name="Martin Hardy" userId="18c45b91-9529-4376-afee-15439663c977" providerId="ADAL" clId="{28ACD1D4-4913-4D43-ADDE-00226F672BCE}" dt="2021-11-03T20:02:20.662" v="9274" actId="700"/>
          <ac:spMkLst>
            <pc:docMk/>
            <pc:sldMk cId="3336390750" sldId="399"/>
            <ac:spMk id="11" creationId="{FC7995F5-BB8F-4235-885D-B66A7680E254}"/>
          </ac:spMkLst>
        </pc:spChg>
        <pc:spChg chg="add del mod ord">
          <ac:chgData name="Martin Hardy" userId="18c45b91-9529-4376-afee-15439663c977" providerId="ADAL" clId="{28ACD1D4-4913-4D43-ADDE-00226F672BCE}" dt="2021-11-03T20:02:20.662" v="9274" actId="700"/>
          <ac:spMkLst>
            <pc:docMk/>
            <pc:sldMk cId="3336390750" sldId="399"/>
            <ac:spMk id="12" creationId="{89745F38-282E-4787-8C82-764393FB0F77}"/>
          </ac:spMkLst>
        </pc:spChg>
        <pc:spChg chg="add del mod">
          <ac:chgData name="Martin Hardy" userId="18c45b91-9529-4376-afee-15439663c977" providerId="ADAL" clId="{28ACD1D4-4913-4D43-ADDE-00226F672BCE}" dt="2021-11-03T20:01:29.071" v="9257" actId="478"/>
          <ac:spMkLst>
            <pc:docMk/>
            <pc:sldMk cId="3336390750" sldId="399"/>
            <ac:spMk id="14" creationId="{A3D5ECB4-F4E1-4526-B23C-5AB6203F6320}"/>
          </ac:spMkLst>
        </pc:spChg>
        <pc:spChg chg="add del mod ord">
          <ac:chgData name="Martin Hardy" userId="18c45b91-9529-4376-afee-15439663c977" providerId="ADAL" clId="{28ACD1D4-4913-4D43-ADDE-00226F672BCE}" dt="2021-11-03T20:02:12.347" v="9272" actId="700"/>
          <ac:spMkLst>
            <pc:docMk/>
            <pc:sldMk cId="3336390750" sldId="399"/>
            <ac:spMk id="15" creationId="{81A4368A-B498-4BB8-9E7A-B60733CA6D14}"/>
          </ac:spMkLst>
        </pc:spChg>
        <pc:spChg chg="add del mod ord">
          <ac:chgData name="Martin Hardy" userId="18c45b91-9529-4376-afee-15439663c977" providerId="ADAL" clId="{28ACD1D4-4913-4D43-ADDE-00226F672BCE}" dt="2021-11-03T20:02:12.347" v="9272" actId="700"/>
          <ac:spMkLst>
            <pc:docMk/>
            <pc:sldMk cId="3336390750" sldId="399"/>
            <ac:spMk id="16" creationId="{077222C5-7C7B-410E-BF3D-C0A155574ED3}"/>
          </ac:spMkLst>
        </pc:spChg>
        <pc:spChg chg="add del mod">
          <ac:chgData name="Martin Hardy" userId="18c45b91-9529-4376-afee-15439663c977" providerId="ADAL" clId="{28ACD1D4-4913-4D43-ADDE-00226F672BCE}" dt="2021-11-03T20:02:20.662" v="9274" actId="700"/>
          <ac:spMkLst>
            <pc:docMk/>
            <pc:sldMk cId="3336390750" sldId="399"/>
            <ac:spMk id="18" creationId="{34C04D54-5B15-4425-A090-120F4A6F8D9F}"/>
          </ac:spMkLst>
        </pc:spChg>
        <pc:spChg chg="add mod ord">
          <ac:chgData name="Martin Hardy" userId="18c45b91-9529-4376-afee-15439663c977" providerId="ADAL" clId="{28ACD1D4-4913-4D43-ADDE-00226F672BCE}" dt="2021-11-03T20:02:38.999" v="9297" actId="20577"/>
          <ac:spMkLst>
            <pc:docMk/>
            <pc:sldMk cId="3336390750" sldId="399"/>
            <ac:spMk id="19" creationId="{5F298C66-8404-463E-AE9C-013D13596A4A}"/>
          </ac:spMkLst>
        </pc:spChg>
        <pc:spChg chg="add mod ord">
          <ac:chgData name="Martin Hardy" userId="18c45b91-9529-4376-afee-15439663c977" providerId="ADAL" clId="{28ACD1D4-4913-4D43-ADDE-00226F672BCE}" dt="2021-11-03T20:02:55.488" v="9301" actId="14100"/>
          <ac:spMkLst>
            <pc:docMk/>
            <pc:sldMk cId="3336390750" sldId="399"/>
            <ac:spMk id="20" creationId="{07E5FB5B-BBD6-4E0F-86F2-E90DA3ED3A1E}"/>
          </ac:spMkLst>
        </pc:spChg>
        <pc:spChg chg="add mod ord">
          <ac:chgData name="Martin Hardy" userId="18c45b91-9529-4376-afee-15439663c977" providerId="ADAL" clId="{28ACD1D4-4913-4D43-ADDE-00226F672BCE}" dt="2021-11-03T20:02:20.669" v="9275" actId="27636"/>
          <ac:spMkLst>
            <pc:docMk/>
            <pc:sldMk cId="3336390750" sldId="399"/>
            <ac:spMk id="21" creationId="{348DB30F-D60C-424A-8D4F-6098DBCC613D}"/>
          </ac:spMkLst>
        </pc:spChg>
        <pc:spChg chg="add mod">
          <ac:chgData name="Martin Hardy" userId="18c45b91-9529-4376-afee-15439663c977" providerId="ADAL" clId="{28ACD1D4-4913-4D43-ADDE-00226F672BCE}" dt="2021-11-03T20:02:29.683" v="9287"/>
          <ac:spMkLst>
            <pc:docMk/>
            <pc:sldMk cId="3336390750" sldId="399"/>
            <ac:spMk id="22" creationId="{E000116F-5B09-4647-9823-ACB216F2300D}"/>
          </ac:spMkLst>
        </pc:spChg>
        <pc:spChg chg="add mod">
          <ac:chgData name="Martin Hardy" userId="18c45b91-9529-4376-afee-15439663c977" providerId="ADAL" clId="{28ACD1D4-4913-4D43-ADDE-00226F672BCE}" dt="2021-11-03T20:03:34.273" v="9311" actId="114"/>
          <ac:spMkLst>
            <pc:docMk/>
            <pc:sldMk cId="3336390750" sldId="399"/>
            <ac:spMk id="23" creationId="{D8060C8C-A861-44ED-9B18-194DA567F8D0}"/>
          </ac:spMkLst>
        </pc:spChg>
        <pc:spChg chg="add mod ord">
          <ac:chgData name="Martin Hardy" userId="18c45b91-9529-4376-afee-15439663c977" providerId="ADAL" clId="{28ACD1D4-4913-4D43-ADDE-00226F672BCE}" dt="2021-11-03T20:07:32.990" v="9393" actId="1076"/>
          <ac:spMkLst>
            <pc:docMk/>
            <pc:sldMk cId="3336390750" sldId="399"/>
            <ac:spMk id="25" creationId="{4EBCE63C-CBD1-4F5F-9582-826942A518F6}"/>
          </ac:spMkLst>
        </pc:spChg>
        <pc:picChg chg="add mod">
          <ac:chgData name="Martin Hardy" userId="18c45b91-9529-4376-afee-15439663c977" providerId="ADAL" clId="{28ACD1D4-4913-4D43-ADDE-00226F672BCE}" dt="2021-11-03T20:07:32.990" v="9393" actId="1076"/>
          <ac:picMkLst>
            <pc:docMk/>
            <pc:sldMk cId="3336390750" sldId="399"/>
            <ac:picMk id="24" creationId="{B2CC78E0-1032-43F9-82B5-997624FB411A}"/>
          </ac:picMkLst>
        </pc:picChg>
      </pc:sldChg>
      <pc:sldChg chg="addSp delSp modSp add mod modClrScheme chgLayout modNotesTx">
        <pc:chgData name="Martin Hardy" userId="18c45b91-9529-4376-afee-15439663c977" providerId="ADAL" clId="{28ACD1D4-4913-4D43-ADDE-00226F672BCE}" dt="2021-11-03T14:04:37.522" v="1530" actId="113"/>
        <pc:sldMkLst>
          <pc:docMk/>
          <pc:sldMk cId="1829112659" sldId="400"/>
        </pc:sldMkLst>
        <pc:spChg chg="mod ord">
          <ac:chgData name="Martin Hardy" userId="18c45b91-9529-4376-afee-15439663c977" providerId="ADAL" clId="{28ACD1D4-4913-4D43-ADDE-00226F672BCE}" dt="2021-11-03T13:46:26.165" v="762" actId="700"/>
          <ac:spMkLst>
            <pc:docMk/>
            <pc:sldMk cId="1829112659" sldId="400"/>
            <ac:spMk id="2" creationId="{136A748A-1F80-4680-A5BC-E2AF0526BCFD}"/>
          </ac:spMkLst>
        </pc:spChg>
        <pc:spChg chg="add del mod ord">
          <ac:chgData name="Martin Hardy" userId="18c45b91-9529-4376-afee-15439663c977" providerId="ADAL" clId="{28ACD1D4-4913-4D43-ADDE-00226F672BCE}" dt="2021-11-03T13:18:29.870" v="322"/>
          <ac:spMkLst>
            <pc:docMk/>
            <pc:sldMk cId="1829112659" sldId="400"/>
            <ac:spMk id="3" creationId="{A6678D5C-31CE-4017-83CD-7E48678F4F8B}"/>
          </ac:spMkLst>
        </pc:spChg>
        <pc:spChg chg="add mod ord">
          <ac:chgData name="Martin Hardy" userId="18c45b91-9529-4376-afee-15439663c977" providerId="ADAL" clId="{28ACD1D4-4913-4D43-ADDE-00226F672BCE}" dt="2021-11-03T13:46:39.157" v="774" actId="20577"/>
          <ac:spMkLst>
            <pc:docMk/>
            <pc:sldMk cId="1829112659" sldId="400"/>
            <ac:spMk id="4" creationId="{42493634-3041-4CC8-9CAB-D7096C144905}"/>
          </ac:spMkLst>
        </pc:spChg>
        <pc:spChg chg="mod ord">
          <ac:chgData name="Martin Hardy" userId="18c45b91-9529-4376-afee-15439663c977" providerId="ADAL" clId="{28ACD1D4-4913-4D43-ADDE-00226F672BCE}" dt="2021-11-03T13:46:26.165" v="762" actId="700"/>
          <ac:spMkLst>
            <pc:docMk/>
            <pc:sldMk cId="1829112659" sldId="400"/>
            <ac:spMk id="5" creationId="{11CD095E-BBA4-47E4-8D53-713C7B022F16}"/>
          </ac:spMkLst>
        </pc:spChg>
        <pc:spChg chg="mod ord">
          <ac:chgData name="Martin Hardy" userId="18c45b91-9529-4376-afee-15439663c977" providerId="ADAL" clId="{28ACD1D4-4913-4D43-ADDE-00226F672BCE}" dt="2021-11-03T13:46:26.165" v="762" actId="700"/>
          <ac:spMkLst>
            <pc:docMk/>
            <pc:sldMk cId="1829112659" sldId="400"/>
            <ac:spMk id="6" creationId="{6ABA69B2-4B03-4A7D-8B27-DCCE00ACB29D}"/>
          </ac:spMkLst>
        </pc:spChg>
        <pc:spChg chg="add del mod">
          <ac:chgData name="Martin Hardy" userId="18c45b91-9529-4376-afee-15439663c977" providerId="ADAL" clId="{28ACD1D4-4913-4D43-ADDE-00226F672BCE}" dt="2021-11-03T13:29:32.950" v="652"/>
          <ac:spMkLst>
            <pc:docMk/>
            <pc:sldMk cId="1829112659" sldId="400"/>
            <ac:spMk id="7" creationId="{952C520E-51E8-4555-BA56-2FC0DC9A50E1}"/>
          </ac:spMkLst>
        </pc:spChg>
        <pc:spChg chg="del mod ord">
          <ac:chgData name="Martin Hardy" userId="18c45b91-9529-4376-afee-15439663c977" providerId="ADAL" clId="{28ACD1D4-4913-4D43-ADDE-00226F672BCE}" dt="2021-11-03T13:46:26.165" v="762" actId="700"/>
          <ac:spMkLst>
            <pc:docMk/>
            <pc:sldMk cId="1829112659" sldId="400"/>
            <ac:spMk id="8" creationId="{70590DA8-4F20-430F-95A3-F7B47E65B073}"/>
          </ac:spMkLst>
        </pc:spChg>
        <pc:spChg chg="del mod ord">
          <ac:chgData name="Martin Hardy" userId="18c45b91-9529-4376-afee-15439663c977" providerId="ADAL" clId="{28ACD1D4-4913-4D43-ADDE-00226F672BCE}" dt="2021-11-03T13:15:36.875" v="320" actId="700"/>
          <ac:spMkLst>
            <pc:docMk/>
            <pc:sldMk cId="1829112659" sldId="400"/>
            <ac:spMk id="9" creationId="{313943A3-8992-4421-8BD0-CCB2B7C345A9}"/>
          </ac:spMkLst>
        </pc:spChg>
        <pc:spChg chg="add del mod ord">
          <ac:chgData name="Martin Hardy" userId="18c45b91-9529-4376-afee-15439663c977" providerId="ADAL" clId="{28ACD1D4-4913-4D43-ADDE-00226F672BCE}" dt="2021-11-03T13:46:26.165" v="762" actId="700"/>
          <ac:spMkLst>
            <pc:docMk/>
            <pc:sldMk cId="1829112659" sldId="400"/>
            <ac:spMk id="10" creationId="{C10C2920-B0A5-44F4-A392-B29098237160}"/>
          </ac:spMkLst>
        </pc:spChg>
        <pc:spChg chg="add mod ord">
          <ac:chgData name="Martin Hardy" userId="18c45b91-9529-4376-afee-15439663c977" providerId="ADAL" clId="{28ACD1D4-4913-4D43-ADDE-00226F672BCE}" dt="2021-11-03T13:56:21.501" v="1069" actId="20577"/>
          <ac:spMkLst>
            <pc:docMk/>
            <pc:sldMk cId="1829112659" sldId="400"/>
            <ac:spMk id="11" creationId="{419C17DC-9750-4577-B908-3B8DF314AD45}"/>
          </ac:spMkLst>
        </pc:spChg>
        <pc:spChg chg="add mod ord">
          <ac:chgData name="Martin Hardy" userId="18c45b91-9529-4376-afee-15439663c977" providerId="ADAL" clId="{28ACD1D4-4913-4D43-ADDE-00226F672BCE}" dt="2021-11-03T13:46:42.222" v="783" actId="20577"/>
          <ac:spMkLst>
            <pc:docMk/>
            <pc:sldMk cId="1829112659" sldId="400"/>
            <ac:spMk id="13" creationId="{1097AC48-6101-487A-9220-BF3B5E42E82E}"/>
          </ac:spMkLst>
        </pc:spChg>
        <pc:spChg chg="add mod ord">
          <ac:chgData name="Martin Hardy" userId="18c45b91-9529-4376-afee-15439663c977" providerId="ADAL" clId="{28ACD1D4-4913-4D43-ADDE-00226F672BCE}" dt="2021-11-03T13:59:28.760" v="1436" actId="113"/>
          <ac:spMkLst>
            <pc:docMk/>
            <pc:sldMk cId="1829112659" sldId="400"/>
            <ac:spMk id="14" creationId="{048857F8-BB00-461F-A3B9-1F0E8377EA10}"/>
          </ac:spMkLst>
        </pc:spChg>
        <pc:spChg chg="add mod ord">
          <ac:chgData name="Martin Hardy" userId="18c45b91-9529-4376-afee-15439663c977" providerId="ADAL" clId="{28ACD1D4-4913-4D43-ADDE-00226F672BCE}" dt="2021-11-03T13:56:25.620" v="1079" actId="20577"/>
          <ac:spMkLst>
            <pc:docMk/>
            <pc:sldMk cId="1829112659" sldId="400"/>
            <ac:spMk id="15" creationId="{B181B3B3-2119-45C5-B255-F0FBDAD7E208}"/>
          </ac:spMkLst>
        </pc:spChg>
        <pc:picChg chg="add del mod">
          <ac:chgData name="Martin Hardy" userId="18c45b91-9529-4376-afee-15439663c977" providerId="ADAL" clId="{28ACD1D4-4913-4D43-ADDE-00226F672BCE}" dt="2021-11-03T13:46:14.189" v="760" actId="478"/>
          <ac:picMkLst>
            <pc:docMk/>
            <pc:sldMk cId="1829112659" sldId="400"/>
            <ac:picMk id="12" creationId="{745BAC74-5EE8-4913-BBAE-04741E0539B7}"/>
          </ac:picMkLst>
        </pc:picChg>
        <pc:picChg chg="add del mod">
          <ac:chgData name="Martin Hardy" userId="18c45b91-9529-4376-afee-15439663c977" providerId="ADAL" clId="{28ACD1D4-4913-4D43-ADDE-00226F672BCE}" dt="2021-11-03T13:27:33.890" v="576" actId="21"/>
          <ac:picMkLst>
            <pc:docMk/>
            <pc:sldMk cId="1829112659" sldId="400"/>
            <ac:picMk id="1026" creationId="{FD13ADD7-3A62-42A7-B481-7A61CDA7D3C9}"/>
          </ac:picMkLst>
        </pc:picChg>
        <pc:picChg chg="add del mod">
          <ac:chgData name="Martin Hardy" userId="18c45b91-9529-4376-afee-15439663c977" providerId="ADAL" clId="{28ACD1D4-4913-4D43-ADDE-00226F672BCE}" dt="2021-11-03T13:29:32.419" v="651" actId="21"/>
          <ac:picMkLst>
            <pc:docMk/>
            <pc:sldMk cId="1829112659" sldId="400"/>
            <ac:picMk id="1028" creationId="{D1C457EE-9295-4135-BB53-DB0B9F45D2EF}"/>
          </ac:picMkLst>
        </pc:picChg>
      </pc:sldChg>
      <pc:sldChg chg="modSp add del mod modNotesTx">
        <pc:chgData name="Martin Hardy" userId="18c45b91-9529-4376-afee-15439663c977" providerId="ADAL" clId="{28ACD1D4-4913-4D43-ADDE-00226F672BCE}" dt="2021-11-03T20:03:46.045" v="9312" actId="47"/>
        <pc:sldMkLst>
          <pc:docMk/>
          <pc:sldMk cId="1624988594" sldId="401"/>
        </pc:sldMkLst>
        <pc:spChg chg="mod">
          <ac:chgData name="Martin Hardy" userId="18c45b91-9529-4376-afee-15439663c977" providerId="ADAL" clId="{28ACD1D4-4913-4D43-ADDE-00226F672BCE}" dt="2021-11-03T14:21:12.433" v="2207" actId="1076"/>
          <ac:spMkLst>
            <pc:docMk/>
            <pc:sldMk cId="1624988594" sldId="401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3T14:16:23.112" v="2095" actId="113"/>
          <ac:spMkLst>
            <pc:docMk/>
            <pc:sldMk cId="1624988594" sldId="401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3T14:20:06.126" v="2193" actId="20577"/>
          <ac:spMkLst>
            <pc:docMk/>
            <pc:sldMk cId="1624988594" sldId="401"/>
            <ac:spMk id="8" creationId="{A9204AAB-0324-4CE6-BFBB-5AC042882832}"/>
          </ac:spMkLst>
        </pc:spChg>
      </pc:sldChg>
      <pc:sldChg chg="addSp delSp modSp add del mod modNotesTx">
        <pc:chgData name="Martin Hardy" userId="18c45b91-9529-4376-afee-15439663c977" providerId="ADAL" clId="{28ACD1D4-4913-4D43-ADDE-00226F672BCE}" dt="2021-11-03T20:05:07.516" v="9360" actId="47"/>
        <pc:sldMkLst>
          <pc:docMk/>
          <pc:sldMk cId="311141723" sldId="402"/>
        </pc:sldMkLst>
        <pc:spChg chg="del mod">
          <ac:chgData name="Martin Hardy" userId="18c45b91-9529-4376-afee-15439663c977" providerId="ADAL" clId="{28ACD1D4-4913-4D43-ADDE-00226F672BCE}" dt="2021-11-03T20:04:12.727" v="9327" actId="21"/>
          <ac:spMkLst>
            <pc:docMk/>
            <pc:sldMk cId="311141723" sldId="402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3T20:03:51.906" v="9314" actId="21"/>
          <ac:spMkLst>
            <pc:docMk/>
            <pc:sldMk cId="311141723" sldId="402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3T14:20:12.905" v="2195" actId="20577"/>
          <ac:spMkLst>
            <pc:docMk/>
            <pc:sldMk cId="311141723" sldId="402"/>
            <ac:spMk id="8" creationId="{A9204AAB-0324-4CE6-BFBB-5AC042882832}"/>
          </ac:spMkLst>
        </pc:spChg>
        <pc:spChg chg="add mod">
          <ac:chgData name="Martin Hardy" userId="18c45b91-9529-4376-afee-15439663c977" providerId="ADAL" clId="{28ACD1D4-4913-4D43-ADDE-00226F672BCE}" dt="2021-11-03T20:04:12.767" v="9328" actId="27636"/>
          <ac:spMkLst>
            <pc:docMk/>
            <pc:sldMk cId="311141723" sldId="402"/>
            <ac:spMk id="9" creationId="{543CB9BE-8AFF-4EB3-A596-65623D576ED7}"/>
          </ac:spMkLst>
        </pc:spChg>
      </pc:sldChg>
      <pc:sldChg chg="modSp add del mod modNotesTx">
        <pc:chgData name="Martin Hardy" userId="18c45b91-9529-4376-afee-15439663c977" providerId="ADAL" clId="{28ACD1D4-4913-4D43-ADDE-00226F672BCE}" dt="2021-11-03T20:08:25.379" v="9406" actId="47"/>
        <pc:sldMkLst>
          <pc:docMk/>
          <pc:sldMk cId="4010682290" sldId="403"/>
        </pc:sldMkLst>
        <pc:spChg chg="mod">
          <ac:chgData name="Martin Hardy" userId="18c45b91-9529-4376-afee-15439663c977" providerId="ADAL" clId="{28ACD1D4-4913-4D43-ADDE-00226F672BCE}" dt="2021-11-03T14:21:25.041" v="2210" actId="1076"/>
          <ac:spMkLst>
            <pc:docMk/>
            <pc:sldMk cId="4010682290" sldId="403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3T14:15:10.541" v="2079" actId="5793"/>
          <ac:spMkLst>
            <pc:docMk/>
            <pc:sldMk cId="4010682290" sldId="403"/>
            <ac:spMk id="3" creationId="{1CF837FC-BB8F-47E8-B7F8-3735EFA38EBD}"/>
          </ac:spMkLst>
        </pc:spChg>
        <pc:spChg chg="mod">
          <ac:chgData name="Martin Hardy" userId="18c45b91-9529-4376-afee-15439663c977" providerId="ADAL" clId="{28ACD1D4-4913-4D43-ADDE-00226F672BCE}" dt="2021-11-03T15:24:02.824" v="4413" actId="20577"/>
          <ac:spMkLst>
            <pc:docMk/>
            <pc:sldMk cId="4010682290" sldId="403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3T14:20:21.192" v="2203" actId="20577"/>
          <ac:spMkLst>
            <pc:docMk/>
            <pc:sldMk cId="4010682290" sldId="403"/>
            <ac:spMk id="8" creationId="{A9204AAB-0324-4CE6-BFBB-5AC042882832}"/>
          </ac:spMkLst>
        </pc:spChg>
      </pc:sldChg>
      <pc:sldChg chg="modSp add mod ord">
        <pc:chgData name="Martin Hardy" userId="18c45b91-9529-4376-afee-15439663c977" providerId="ADAL" clId="{28ACD1D4-4913-4D43-ADDE-00226F672BCE}" dt="2021-11-03T20:09:09.796" v="9414" actId="20577"/>
        <pc:sldMkLst>
          <pc:docMk/>
          <pc:sldMk cId="1566901393" sldId="404"/>
        </pc:sldMkLst>
        <pc:spChg chg="mod">
          <ac:chgData name="Martin Hardy" userId="18c45b91-9529-4376-afee-15439663c977" providerId="ADAL" clId="{28ACD1D4-4913-4D43-ADDE-00226F672BCE}" dt="2021-11-03T20:09:09.796" v="9414" actId="20577"/>
          <ac:spMkLst>
            <pc:docMk/>
            <pc:sldMk cId="1566901393" sldId="404"/>
            <ac:spMk id="2" creationId="{136A748A-1F80-4680-A5BC-E2AF0526BCFD}"/>
          </ac:spMkLst>
        </pc:spChg>
        <pc:spChg chg="mod">
          <ac:chgData name="Martin Hardy" userId="18c45b91-9529-4376-afee-15439663c977" providerId="ADAL" clId="{28ACD1D4-4913-4D43-ADDE-00226F672BCE}" dt="2021-11-03T14:05:30.322" v="1565" actId="14100"/>
          <ac:spMkLst>
            <pc:docMk/>
            <pc:sldMk cId="1566901393" sldId="404"/>
            <ac:spMk id="8" creationId="{70590DA8-4F20-430F-95A3-F7B47E65B073}"/>
          </ac:spMkLst>
        </pc:spChg>
      </pc:sldChg>
      <pc:sldChg chg="addSp delSp modSp new mod modClrScheme chgLayout">
        <pc:chgData name="Martin Hardy" userId="18c45b91-9529-4376-afee-15439663c977" providerId="ADAL" clId="{28ACD1D4-4913-4D43-ADDE-00226F672BCE}" dt="2021-11-03T20:11:01.062" v="9477" actId="114"/>
        <pc:sldMkLst>
          <pc:docMk/>
          <pc:sldMk cId="4237217970" sldId="405"/>
        </pc:sldMkLst>
        <pc:spChg chg="mod ord">
          <ac:chgData name="Martin Hardy" userId="18c45b91-9529-4376-afee-15439663c977" providerId="ADAL" clId="{28ACD1D4-4913-4D43-ADDE-00226F672BCE}" dt="2021-11-03T20:10:06.822" v="9454" actId="120"/>
          <ac:spMkLst>
            <pc:docMk/>
            <pc:sldMk cId="4237217970" sldId="405"/>
            <ac:spMk id="2" creationId="{E5741C5A-FC11-4C94-AAAD-C31E48621C23}"/>
          </ac:spMkLst>
        </pc:spChg>
        <pc:spChg chg="mod ord">
          <ac:chgData name="Martin Hardy" userId="18c45b91-9529-4376-afee-15439663c977" providerId="ADAL" clId="{28ACD1D4-4913-4D43-ADDE-00226F672BCE}" dt="2021-11-03T20:11:01.062" v="9477" actId="114"/>
          <ac:spMkLst>
            <pc:docMk/>
            <pc:sldMk cId="4237217970" sldId="405"/>
            <ac:spMk id="3" creationId="{BCB9C8B4-5DD2-4F40-8F9C-A2C4B311D630}"/>
          </ac:spMkLst>
        </pc:spChg>
        <pc:spChg chg="mod ord">
          <ac:chgData name="Martin Hardy" userId="18c45b91-9529-4376-afee-15439663c977" providerId="ADAL" clId="{28ACD1D4-4913-4D43-ADDE-00226F672BCE}" dt="2021-11-03T14:22:37.803" v="2233" actId="700"/>
          <ac:spMkLst>
            <pc:docMk/>
            <pc:sldMk cId="4237217970" sldId="405"/>
            <ac:spMk id="4" creationId="{E6FE26D2-1094-4AFD-863A-7069E81F6649}"/>
          </ac:spMkLst>
        </pc:spChg>
        <pc:spChg chg="mod ord">
          <ac:chgData name="Martin Hardy" userId="18c45b91-9529-4376-afee-15439663c977" providerId="ADAL" clId="{28ACD1D4-4913-4D43-ADDE-00226F672BCE}" dt="2021-11-03T14:22:37.803" v="2233" actId="700"/>
          <ac:spMkLst>
            <pc:docMk/>
            <pc:sldMk cId="4237217970" sldId="405"/>
            <ac:spMk id="5" creationId="{A235A70E-65E4-4D29-861B-5C4874E6956E}"/>
          </ac:spMkLst>
        </pc:spChg>
        <pc:spChg chg="del mod ord">
          <ac:chgData name="Martin Hardy" userId="18c45b91-9529-4376-afee-15439663c977" providerId="ADAL" clId="{28ACD1D4-4913-4D43-ADDE-00226F672BCE}" dt="2021-11-03T14:22:37.803" v="2233" actId="700"/>
          <ac:spMkLst>
            <pc:docMk/>
            <pc:sldMk cId="4237217970" sldId="405"/>
            <ac:spMk id="6" creationId="{4FA7E948-4DDC-4BBB-8C57-5D124CAC3F8C}"/>
          </ac:spMkLst>
        </pc:spChg>
        <pc:spChg chg="add mod ord">
          <ac:chgData name="Martin Hardy" userId="18c45b91-9529-4376-afee-15439663c977" providerId="ADAL" clId="{28ACD1D4-4913-4D43-ADDE-00226F672BCE}" dt="2021-11-03T20:10:46.983" v="9467" actId="114"/>
          <ac:spMkLst>
            <pc:docMk/>
            <pc:sldMk cId="4237217970" sldId="405"/>
            <ac:spMk id="7" creationId="{DE5F11DA-A5FD-4A7E-8566-A478C3EB5A7B}"/>
          </ac:spMkLst>
        </pc:spChg>
        <pc:spChg chg="add mod ord">
          <ac:chgData name="Martin Hardy" userId="18c45b91-9529-4376-afee-15439663c977" providerId="ADAL" clId="{28ACD1D4-4913-4D43-ADDE-00226F672BCE}" dt="2021-11-03T14:22:37.810" v="2234" actId="27636"/>
          <ac:spMkLst>
            <pc:docMk/>
            <pc:sldMk cId="4237217970" sldId="405"/>
            <ac:spMk id="8" creationId="{0577F802-C134-4489-AA5A-AA08027D4AAC}"/>
          </ac:spMkLst>
        </pc:spChg>
      </pc:sldChg>
      <pc:sldChg chg="addSp delSp modSp add mod modClrScheme chgLayout">
        <pc:chgData name="Martin Hardy" userId="18c45b91-9529-4376-afee-15439663c977" providerId="ADAL" clId="{28ACD1D4-4913-4D43-ADDE-00226F672BCE}" dt="2021-11-03T16:41:27.627" v="4775" actId="20577"/>
        <pc:sldMkLst>
          <pc:docMk/>
          <pc:sldMk cId="814064922" sldId="406"/>
        </pc:sldMkLst>
        <pc:spChg chg="mod ord">
          <ac:chgData name="Martin Hardy" userId="18c45b91-9529-4376-afee-15439663c977" providerId="ADAL" clId="{28ACD1D4-4913-4D43-ADDE-00226F672BCE}" dt="2021-11-03T14:36:36.524" v="2793" actId="20577"/>
          <ac:spMkLst>
            <pc:docMk/>
            <pc:sldMk cId="814064922" sldId="406"/>
            <ac:spMk id="2" creationId="{E5741C5A-FC11-4C94-AAAD-C31E48621C23}"/>
          </ac:spMkLst>
        </pc:spChg>
        <pc:spChg chg="del mod ord">
          <ac:chgData name="Martin Hardy" userId="18c45b91-9529-4376-afee-15439663c977" providerId="ADAL" clId="{28ACD1D4-4913-4D43-ADDE-00226F672BCE}" dt="2021-11-03T14:30:07.087" v="2536" actId="700"/>
          <ac:spMkLst>
            <pc:docMk/>
            <pc:sldMk cId="814064922" sldId="406"/>
            <ac:spMk id="3" creationId="{BCB9C8B4-5DD2-4F40-8F9C-A2C4B311D630}"/>
          </ac:spMkLst>
        </pc:spChg>
        <pc:spChg chg="mod ord">
          <ac:chgData name="Martin Hardy" userId="18c45b91-9529-4376-afee-15439663c977" providerId="ADAL" clId="{28ACD1D4-4913-4D43-ADDE-00226F672BCE}" dt="2021-11-03T14:31:03.319" v="2542" actId="700"/>
          <ac:spMkLst>
            <pc:docMk/>
            <pc:sldMk cId="814064922" sldId="406"/>
            <ac:spMk id="4" creationId="{E6FE26D2-1094-4AFD-863A-7069E81F6649}"/>
          </ac:spMkLst>
        </pc:spChg>
        <pc:spChg chg="mod ord">
          <ac:chgData name="Martin Hardy" userId="18c45b91-9529-4376-afee-15439663c977" providerId="ADAL" clId="{28ACD1D4-4913-4D43-ADDE-00226F672BCE}" dt="2021-11-03T14:31:03.319" v="2542" actId="700"/>
          <ac:spMkLst>
            <pc:docMk/>
            <pc:sldMk cId="814064922" sldId="406"/>
            <ac:spMk id="5" creationId="{A235A70E-65E4-4D29-861B-5C4874E6956E}"/>
          </ac:spMkLst>
        </pc:spChg>
        <pc:spChg chg="del mod ord">
          <ac:chgData name="Martin Hardy" userId="18c45b91-9529-4376-afee-15439663c977" providerId="ADAL" clId="{28ACD1D4-4913-4D43-ADDE-00226F672BCE}" dt="2021-11-03T14:30:07.087" v="2536" actId="700"/>
          <ac:spMkLst>
            <pc:docMk/>
            <pc:sldMk cId="814064922" sldId="406"/>
            <ac:spMk id="6" creationId="{4FA7E948-4DDC-4BBB-8C57-5D124CAC3F8C}"/>
          </ac:spMkLst>
        </pc:spChg>
        <pc:spChg chg="add del mod ord">
          <ac:chgData name="Martin Hardy" userId="18c45b91-9529-4376-afee-15439663c977" providerId="ADAL" clId="{28ACD1D4-4913-4D43-ADDE-00226F672BCE}" dt="2021-11-03T14:31:03.319" v="2542" actId="700"/>
          <ac:spMkLst>
            <pc:docMk/>
            <pc:sldMk cId="814064922" sldId="406"/>
            <ac:spMk id="7" creationId="{20F71BE1-2C79-4C20-A6C5-8F9CFE1CE98B}"/>
          </ac:spMkLst>
        </pc:spChg>
        <pc:spChg chg="add del mod ord">
          <ac:chgData name="Martin Hardy" userId="18c45b91-9529-4376-afee-15439663c977" providerId="ADAL" clId="{28ACD1D4-4913-4D43-ADDE-00226F672BCE}" dt="2021-11-03T14:31:03.319" v="2542" actId="700"/>
          <ac:spMkLst>
            <pc:docMk/>
            <pc:sldMk cId="814064922" sldId="406"/>
            <ac:spMk id="8" creationId="{435209E6-EE2A-4C8F-B9F4-9DFDE1D488D2}"/>
          </ac:spMkLst>
        </pc:spChg>
        <pc:spChg chg="add del mod ord">
          <ac:chgData name="Martin Hardy" userId="18c45b91-9529-4376-afee-15439663c977" providerId="ADAL" clId="{28ACD1D4-4913-4D43-ADDE-00226F672BCE}" dt="2021-11-03T14:31:03.319" v="2542" actId="700"/>
          <ac:spMkLst>
            <pc:docMk/>
            <pc:sldMk cId="814064922" sldId="406"/>
            <ac:spMk id="9" creationId="{E2E3A29E-D3D8-4970-ACF5-CAFB320C0EA6}"/>
          </ac:spMkLst>
        </pc:spChg>
        <pc:spChg chg="add del mod ord">
          <ac:chgData name="Martin Hardy" userId="18c45b91-9529-4376-afee-15439663c977" providerId="ADAL" clId="{28ACD1D4-4913-4D43-ADDE-00226F672BCE}" dt="2021-11-03T14:33:39.287" v="2614"/>
          <ac:spMkLst>
            <pc:docMk/>
            <pc:sldMk cId="814064922" sldId="406"/>
            <ac:spMk id="10" creationId="{323F8D33-A189-4A9F-B289-A0BF9B43EA83}"/>
          </ac:spMkLst>
        </pc:spChg>
        <pc:spChg chg="add mod ord">
          <ac:chgData name="Martin Hardy" userId="18c45b91-9529-4376-afee-15439663c977" providerId="ADAL" clId="{28ACD1D4-4913-4D43-ADDE-00226F672BCE}" dt="2021-11-03T14:31:03.331" v="2544" actId="27636"/>
          <ac:spMkLst>
            <pc:docMk/>
            <pc:sldMk cId="814064922" sldId="406"/>
            <ac:spMk id="11" creationId="{C364FCAD-D61D-4740-BE37-C0FF67F0831D}"/>
          </ac:spMkLst>
        </pc:spChg>
        <pc:spChg chg="add mod ord">
          <ac:chgData name="Martin Hardy" userId="18c45b91-9529-4376-afee-15439663c977" providerId="ADAL" clId="{28ACD1D4-4913-4D43-ADDE-00226F672BCE}" dt="2021-11-03T16:41:27.627" v="4775" actId="20577"/>
          <ac:spMkLst>
            <pc:docMk/>
            <pc:sldMk cId="814064922" sldId="406"/>
            <ac:spMk id="12" creationId="{D75232D8-8C6B-4AF2-8817-63BDF7109808}"/>
          </ac:spMkLst>
        </pc:spChg>
        <pc:picChg chg="add mod">
          <ac:chgData name="Martin Hardy" userId="18c45b91-9529-4376-afee-15439663c977" providerId="ADAL" clId="{28ACD1D4-4913-4D43-ADDE-00226F672BCE}" dt="2021-11-03T14:36:20.054" v="2772" actId="1076"/>
          <ac:picMkLst>
            <pc:docMk/>
            <pc:sldMk cId="814064922" sldId="406"/>
            <ac:picMk id="2050" creationId="{205BDA34-69ED-49CC-92AC-FB9542B3E353}"/>
          </ac:picMkLst>
        </pc:picChg>
      </pc:sldChg>
      <pc:sldChg chg="addSp delSp modSp add del mod chgLayout">
        <pc:chgData name="Martin Hardy" userId="18c45b91-9529-4376-afee-15439663c977" providerId="ADAL" clId="{28ACD1D4-4913-4D43-ADDE-00226F672BCE}" dt="2021-11-03T15:26:21.589" v="4415" actId="47"/>
        <pc:sldMkLst>
          <pc:docMk/>
          <pc:sldMk cId="377698199" sldId="407"/>
        </pc:sldMkLst>
        <pc:spChg chg="mod ord">
          <ac:chgData name="Martin Hardy" userId="18c45b91-9529-4376-afee-15439663c977" providerId="ADAL" clId="{28ACD1D4-4913-4D43-ADDE-00226F672BCE}" dt="2021-11-03T14:37:54.323" v="2815" actId="700"/>
          <ac:spMkLst>
            <pc:docMk/>
            <pc:sldMk cId="377698199" sldId="407"/>
            <ac:spMk id="2" creationId="{E5741C5A-FC11-4C94-AAAD-C31E48621C23}"/>
          </ac:spMkLst>
        </pc:spChg>
        <pc:spChg chg="add mod ord">
          <ac:chgData name="Martin Hardy" userId="18c45b91-9529-4376-afee-15439663c977" providerId="ADAL" clId="{28ACD1D4-4913-4D43-ADDE-00226F672BCE}" dt="2021-11-03T14:37:54.339" v="2816" actId="27636"/>
          <ac:spMkLst>
            <pc:docMk/>
            <pc:sldMk cId="377698199" sldId="407"/>
            <ac:spMk id="3" creationId="{63AAC204-1255-45AC-8652-E88AA99A19EE}"/>
          </ac:spMkLst>
        </pc:spChg>
        <pc:spChg chg="mod ord">
          <ac:chgData name="Martin Hardy" userId="18c45b91-9529-4376-afee-15439663c977" providerId="ADAL" clId="{28ACD1D4-4913-4D43-ADDE-00226F672BCE}" dt="2021-11-03T14:37:54.323" v="2815" actId="700"/>
          <ac:spMkLst>
            <pc:docMk/>
            <pc:sldMk cId="377698199" sldId="407"/>
            <ac:spMk id="4" creationId="{E6FE26D2-1094-4AFD-863A-7069E81F6649}"/>
          </ac:spMkLst>
        </pc:spChg>
        <pc:spChg chg="mod ord">
          <ac:chgData name="Martin Hardy" userId="18c45b91-9529-4376-afee-15439663c977" providerId="ADAL" clId="{28ACD1D4-4913-4D43-ADDE-00226F672BCE}" dt="2021-11-03T14:37:54.323" v="2815" actId="700"/>
          <ac:spMkLst>
            <pc:docMk/>
            <pc:sldMk cId="377698199" sldId="407"/>
            <ac:spMk id="5" creationId="{A235A70E-65E4-4D29-861B-5C4874E6956E}"/>
          </ac:spMkLst>
        </pc:spChg>
        <pc:spChg chg="add del mod">
          <ac:chgData name="Martin Hardy" userId="18c45b91-9529-4376-afee-15439663c977" providerId="ADAL" clId="{28ACD1D4-4913-4D43-ADDE-00226F672BCE}" dt="2021-11-03T14:38:12.256" v="2826"/>
          <ac:spMkLst>
            <pc:docMk/>
            <pc:sldMk cId="377698199" sldId="407"/>
            <ac:spMk id="6" creationId="{36D382BB-42B6-40A7-AE13-4F883A1EE2A1}"/>
          </ac:spMkLst>
        </pc:spChg>
        <pc:spChg chg="del">
          <ac:chgData name="Martin Hardy" userId="18c45b91-9529-4376-afee-15439663c977" providerId="ADAL" clId="{28ACD1D4-4913-4D43-ADDE-00226F672BCE}" dt="2021-11-03T14:37:54.323" v="2815" actId="700"/>
          <ac:spMkLst>
            <pc:docMk/>
            <pc:sldMk cId="377698199" sldId="407"/>
            <ac:spMk id="11" creationId="{C364FCAD-D61D-4740-BE37-C0FF67F0831D}"/>
          </ac:spMkLst>
        </pc:spChg>
        <pc:spChg chg="mod ord">
          <ac:chgData name="Martin Hardy" userId="18c45b91-9529-4376-afee-15439663c977" providerId="ADAL" clId="{28ACD1D4-4913-4D43-ADDE-00226F672BCE}" dt="2021-11-03T14:41:41.847" v="2958" actId="113"/>
          <ac:spMkLst>
            <pc:docMk/>
            <pc:sldMk cId="377698199" sldId="407"/>
            <ac:spMk id="12" creationId="{D75232D8-8C6B-4AF2-8817-63BDF7109808}"/>
          </ac:spMkLst>
        </pc:spChg>
        <pc:picChg chg="add mod">
          <ac:chgData name="Martin Hardy" userId="18c45b91-9529-4376-afee-15439663c977" providerId="ADAL" clId="{28ACD1D4-4913-4D43-ADDE-00226F672BCE}" dt="2021-11-03T14:38:45.557" v="2834" actId="1076"/>
          <ac:picMkLst>
            <pc:docMk/>
            <pc:sldMk cId="377698199" sldId="407"/>
            <ac:picMk id="13" creationId="{3438FC7C-91EC-495D-8753-FDBA46F80A05}"/>
          </ac:picMkLst>
        </pc:picChg>
        <pc:picChg chg="del mod ord">
          <ac:chgData name="Martin Hardy" userId="18c45b91-9529-4376-afee-15439663c977" providerId="ADAL" clId="{28ACD1D4-4913-4D43-ADDE-00226F672BCE}" dt="2021-11-03T14:37:55.733" v="2817" actId="478"/>
          <ac:picMkLst>
            <pc:docMk/>
            <pc:sldMk cId="377698199" sldId="407"/>
            <ac:picMk id="2050" creationId="{205BDA34-69ED-49CC-92AC-FB9542B3E353}"/>
          </ac:picMkLst>
        </pc:picChg>
        <pc:picChg chg="add mod">
          <ac:chgData name="Martin Hardy" userId="18c45b91-9529-4376-afee-15439663c977" providerId="ADAL" clId="{28ACD1D4-4913-4D43-ADDE-00226F672BCE}" dt="2021-11-03T14:38:42.750" v="2833" actId="14100"/>
          <ac:picMkLst>
            <pc:docMk/>
            <pc:sldMk cId="377698199" sldId="407"/>
            <ac:picMk id="4098" creationId="{DE5382B6-226B-4EB6-A85A-3EA841B0C6FE}"/>
          </ac:picMkLst>
        </pc:picChg>
      </pc:sldChg>
      <pc:sldChg chg="addSp delSp modSp add del mod">
        <pc:chgData name="Martin Hardy" userId="18c45b91-9529-4376-afee-15439663c977" providerId="ADAL" clId="{28ACD1D4-4913-4D43-ADDE-00226F672BCE}" dt="2021-11-03T14:51:03.746" v="3257" actId="47"/>
        <pc:sldMkLst>
          <pc:docMk/>
          <pc:sldMk cId="1468152801" sldId="408"/>
        </pc:sldMkLst>
        <pc:spChg chg="mod">
          <ac:chgData name="Martin Hardy" userId="18c45b91-9529-4376-afee-15439663c977" providerId="ADAL" clId="{28ACD1D4-4913-4D43-ADDE-00226F672BCE}" dt="2021-11-03T14:45:41.334" v="3075" actId="948"/>
          <ac:spMkLst>
            <pc:docMk/>
            <pc:sldMk cId="1468152801" sldId="408"/>
            <ac:spMk id="2" creationId="{E5741C5A-FC11-4C94-AAAD-C31E48621C23}"/>
          </ac:spMkLst>
        </pc:spChg>
        <pc:spChg chg="add del mod">
          <ac:chgData name="Martin Hardy" userId="18c45b91-9529-4376-afee-15439663c977" providerId="ADAL" clId="{28ACD1D4-4913-4D43-ADDE-00226F672BCE}" dt="2021-11-03T14:43:34.642" v="3004"/>
          <ac:spMkLst>
            <pc:docMk/>
            <pc:sldMk cId="1468152801" sldId="408"/>
            <ac:spMk id="6" creationId="{D0DB50C2-68A3-4912-988C-A50B4CCE9EB1}"/>
          </ac:spMkLst>
        </pc:spChg>
        <pc:spChg chg="mod">
          <ac:chgData name="Martin Hardy" userId="18c45b91-9529-4376-afee-15439663c977" providerId="ADAL" clId="{28ACD1D4-4913-4D43-ADDE-00226F672BCE}" dt="2021-11-03T14:44:20.437" v="3045" actId="20577"/>
          <ac:spMkLst>
            <pc:docMk/>
            <pc:sldMk cId="1468152801" sldId="408"/>
            <ac:spMk id="12" creationId="{D75232D8-8C6B-4AF2-8817-63BDF7109808}"/>
          </ac:spMkLst>
        </pc:spChg>
        <pc:picChg chg="del">
          <ac:chgData name="Martin Hardy" userId="18c45b91-9529-4376-afee-15439663c977" providerId="ADAL" clId="{28ACD1D4-4913-4D43-ADDE-00226F672BCE}" dt="2021-11-03T14:42:49.460" v="2960" actId="478"/>
          <ac:picMkLst>
            <pc:docMk/>
            <pc:sldMk cId="1468152801" sldId="408"/>
            <ac:picMk id="13" creationId="{3438FC7C-91EC-495D-8753-FDBA46F80A05}"/>
          </ac:picMkLst>
        </pc:picChg>
        <pc:picChg chg="del">
          <ac:chgData name="Martin Hardy" userId="18c45b91-9529-4376-afee-15439663c977" providerId="ADAL" clId="{28ACD1D4-4913-4D43-ADDE-00226F672BCE}" dt="2021-11-03T14:42:50.333" v="2961" actId="478"/>
          <ac:picMkLst>
            <pc:docMk/>
            <pc:sldMk cId="1468152801" sldId="408"/>
            <ac:picMk id="4098" creationId="{DE5382B6-226B-4EB6-A85A-3EA841B0C6FE}"/>
          </ac:picMkLst>
        </pc:picChg>
        <pc:picChg chg="add mod">
          <ac:chgData name="Martin Hardy" userId="18c45b91-9529-4376-afee-15439663c977" providerId="ADAL" clId="{28ACD1D4-4913-4D43-ADDE-00226F672BCE}" dt="2021-11-03T14:43:40.646" v="3006" actId="1076"/>
          <ac:picMkLst>
            <pc:docMk/>
            <pc:sldMk cId="1468152801" sldId="408"/>
            <ac:picMk id="5122" creationId="{8357F517-DABA-4D91-AC9A-FA4342C65064}"/>
          </ac:picMkLst>
        </pc:picChg>
      </pc:sldChg>
      <pc:sldChg chg="modSp add del mod ord">
        <pc:chgData name="Martin Hardy" userId="18c45b91-9529-4376-afee-15439663c977" providerId="ADAL" clId="{28ACD1D4-4913-4D43-ADDE-00226F672BCE}" dt="2021-11-03T15:24:56.301" v="4414" actId="47"/>
        <pc:sldMkLst>
          <pc:docMk/>
          <pc:sldMk cId="517667922" sldId="409"/>
        </pc:sldMkLst>
        <pc:spChg chg="mod">
          <ac:chgData name="Martin Hardy" userId="18c45b91-9529-4376-afee-15439663c977" providerId="ADAL" clId="{28ACD1D4-4913-4D43-ADDE-00226F672BCE}" dt="2021-11-03T14:46:56.335" v="3104" actId="404"/>
          <ac:spMkLst>
            <pc:docMk/>
            <pc:sldMk cId="517667922" sldId="409"/>
            <ac:spMk id="2" creationId="{E5741C5A-FC11-4C94-AAAD-C31E48621C23}"/>
          </ac:spMkLst>
        </pc:spChg>
        <pc:spChg chg="mod">
          <ac:chgData name="Martin Hardy" userId="18c45b91-9529-4376-afee-15439663c977" providerId="ADAL" clId="{28ACD1D4-4913-4D43-ADDE-00226F672BCE}" dt="2021-11-03T14:48:01.548" v="3192" actId="20577"/>
          <ac:spMkLst>
            <pc:docMk/>
            <pc:sldMk cId="517667922" sldId="409"/>
            <ac:spMk id="12" creationId="{D75232D8-8C6B-4AF2-8817-63BDF7109808}"/>
          </ac:spMkLst>
        </pc:spChg>
        <pc:picChg chg="mod">
          <ac:chgData name="Martin Hardy" userId="18c45b91-9529-4376-afee-15439663c977" providerId="ADAL" clId="{28ACD1D4-4913-4D43-ADDE-00226F672BCE}" dt="2021-11-03T14:47:18.310" v="3128" actId="1076"/>
          <ac:picMkLst>
            <pc:docMk/>
            <pc:sldMk cId="517667922" sldId="409"/>
            <ac:picMk id="5122" creationId="{8357F517-DABA-4D91-AC9A-FA4342C65064}"/>
          </ac:picMkLst>
        </pc:picChg>
      </pc:sldChg>
      <pc:sldChg chg="addSp delSp modSp add mod">
        <pc:chgData name="Martin Hardy" userId="18c45b91-9529-4376-afee-15439663c977" providerId="ADAL" clId="{28ACD1D4-4913-4D43-ADDE-00226F672BCE}" dt="2021-11-03T19:05:30.037" v="8096" actId="27636"/>
        <pc:sldMkLst>
          <pc:docMk/>
          <pc:sldMk cId="1052582420" sldId="410"/>
        </pc:sldMkLst>
        <pc:spChg chg="add mod">
          <ac:chgData name="Martin Hardy" userId="18c45b91-9529-4376-afee-15439663c977" providerId="ADAL" clId="{28ACD1D4-4913-4D43-ADDE-00226F672BCE}" dt="2021-11-03T19:05:30.037" v="8096" actId="27636"/>
          <ac:spMkLst>
            <pc:docMk/>
            <pc:sldMk cId="1052582420" sldId="410"/>
            <ac:spMk id="6" creationId="{F83CEFE9-0858-417E-B325-023DF58F6EDE}"/>
          </ac:spMkLst>
        </pc:spChg>
        <pc:spChg chg="mod">
          <ac:chgData name="Martin Hardy" userId="18c45b91-9529-4376-afee-15439663c977" providerId="ADAL" clId="{28ACD1D4-4913-4D43-ADDE-00226F672BCE}" dt="2021-11-03T15:41:34.173" v="4719" actId="20577"/>
          <ac:spMkLst>
            <pc:docMk/>
            <pc:sldMk cId="1052582420" sldId="410"/>
            <ac:spMk id="12" creationId="{D75232D8-8C6B-4AF2-8817-63BDF7109808}"/>
          </ac:spMkLst>
        </pc:spChg>
        <pc:picChg chg="del">
          <ac:chgData name="Martin Hardy" userId="18c45b91-9529-4376-afee-15439663c977" providerId="ADAL" clId="{28ACD1D4-4913-4D43-ADDE-00226F672BCE}" dt="2021-11-03T14:49:00.349" v="3196" actId="478"/>
          <ac:picMkLst>
            <pc:docMk/>
            <pc:sldMk cId="1052582420" sldId="410"/>
            <ac:picMk id="5122" creationId="{8357F517-DABA-4D91-AC9A-FA4342C65064}"/>
          </ac:picMkLst>
        </pc:picChg>
      </pc:sldChg>
      <pc:sldChg chg="modSp add mod">
        <pc:chgData name="Martin Hardy" userId="18c45b91-9529-4376-afee-15439663c977" providerId="ADAL" clId="{28ACD1D4-4913-4D43-ADDE-00226F672BCE}" dt="2021-11-03T16:52:19.783" v="4977" actId="14100"/>
        <pc:sldMkLst>
          <pc:docMk/>
          <pc:sldMk cId="1139809251" sldId="411"/>
        </pc:sldMkLst>
        <pc:spChg chg="mod">
          <ac:chgData name="Martin Hardy" userId="18c45b91-9529-4376-afee-15439663c977" providerId="ADAL" clId="{28ACD1D4-4913-4D43-ADDE-00226F672BCE}" dt="2021-11-03T15:13:58.795" v="4120" actId="14100"/>
          <ac:spMkLst>
            <pc:docMk/>
            <pc:sldMk cId="1139809251" sldId="411"/>
            <ac:spMk id="2" creationId="{E5741C5A-FC11-4C94-AAAD-C31E48621C23}"/>
          </ac:spMkLst>
        </pc:spChg>
        <pc:spChg chg="mod">
          <ac:chgData name="Martin Hardy" userId="18c45b91-9529-4376-afee-15439663c977" providerId="ADAL" clId="{28ACD1D4-4913-4D43-ADDE-00226F672BCE}" dt="2021-11-03T16:52:19.783" v="4977" actId="14100"/>
          <ac:spMkLst>
            <pc:docMk/>
            <pc:sldMk cId="1139809251" sldId="411"/>
            <ac:spMk id="6" creationId="{F83CEFE9-0858-417E-B325-023DF58F6EDE}"/>
          </ac:spMkLst>
        </pc:spChg>
        <pc:spChg chg="mod">
          <ac:chgData name="Martin Hardy" userId="18c45b91-9529-4376-afee-15439663c977" providerId="ADAL" clId="{28ACD1D4-4913-4D43-ADDE-00226F672BCE}" dt="2021-11-03T15:16:26.750" v="4171" actId="27636"/>
          <ac:spMkLst>
            <pc:docMk/>
            <pc:sldMk cId="1139809251" sldId="411"/>
            <ac:spMk id="12" creationId="{D75232D8-8C6B-4AF2-8817-63BDF7109808}"/>
          </ac:spMkLst>
        </pc:spChg>
      </pc:sldChg>
      <pc:sldChg chg="addSp delSp modSp add mod">
        <pc:chgData name="Martin Hardy" userId="18c45b91-9529-4376-afee-15439663c977" providerId="ADAL" clId="{28ACD1D4-4913-4D43-ADDE-00226F672BCE}" dt="2021-11-03T15:19:12.146" v="4339" actId="20577"/>
        <pc:sldMkLst>
          <pc:docMk/>
          <pc:sldMk cId="3267621173" sldId="412"/>
        </pc:sldMkLst>
        <pc:spChg chg="mod">
          <ac:chgData name="Martin Hardy" userId="18c45b91-9529-4376-afee-15439663c977" providerId="ADAL" clId="{28ACD1D4-4913-4D43-ADDE-00226F672BCE}" dt="2021-11-03T15:18:39.066" v="4239" actId="14100"/>
          <ac:spMkLst>
            <pc:docMk/>
            <pc:sldMk cId="3267621173" sldId="412"/>
            <ac:spMk id="2" creationId="{E5741C5A-FC11-4C94-AAAD-C31E48621C23}"/>
          </ac:spMkLst>
        </pc:spChg>
        <pc:spChg chg="del mod">
          <ac:chgData name="Martin Hardy" userId="18c45b91-9529-4376-afee-15439663c977" providerId="ADAL" clId="{28ACD1D4-4913-4D43-ADDE-00226F672BCE}" dt="2021-11-03T15:18:26.743" v="4236"/>
          <ac:spMkLst>
            <pc:docMk/>
            <pc:sldMk cId="3267621173" sldId="412"/>
            <ac:spMk id="6" creationId="{F83CEFE9-0858-417E-B325-023DF58F6EDE}"/>
          </ac:spMkLst>
        </pc:spChg>
        <pc:spChg chg="mod">
          <ac:chgData name="Martin Hardy" userId="18c45b91-9529-4376-afee-15439663c977" providerId="ADAL" clId="{28ACD1D4-4913-4D43-ADDE-00226F672BCE}" dt="2021-11-03T15:19:12.146" v="4339" actId="20577"/>
          <ac:spMkLst>
            <pc:docMk/>
            <pc:sldMk cId="3267621173" sldId="412"/>
            <ac:spMk id="12" creationId="{D75232D8-8C6B-4AF2-8817-63BDF7109808}"/>
          </ac:spMkLst>
        </pc:spChg>
        <pc:picChg chg="add mod">
          <ac:chgData name="Martin Hardy" userId="18c45b91-9529-4376-afee-15439663c977" providerId="ADAL" clId="{28ACD1D4-4913-4D43-ADDE-00226F672BCE}" dt="2021-11-03T15:18:45.459" v="4242" actId="1076"/>
          <ac:picMkLst>
            <pc:docMk/>
            <pc:sldMk cId="3267621173" sldId="412"/>
            <ac:picMk id="9" creationId="{52E46DFA-2994-4EF8-91ED-9E381780F73C}"/>
          </ac:picMkLst>
        </pc:picChg>
        <pc:picChg chg="add del mod">
          <ac:chgData name="Martin Hardy" userId="18c45b91-9529-4376-afee-15439663c977" providerId="ADAL" clId="{28ACD1D4-4913-4D43-ADDE-00226F672BCE}" dt="2021-11-03T15:18:24.205" v="4233" actId="21"/>
          <ac:picMkLst>
            <pc:docMk/>
            <pc:sldMk cId="3267621173" sldId="412"/>
            <ac:picMk id="6146" creationId="{C07A85A7-DEA8-495A-B15A-9FA7020E4C88}"/>
          </ac:picMkLst>
        </pc:picChg>
      </pc:sldChg>
      <pc:sldChg chg="modSp add mod ord">
        <pc:chgData name="Martin Hardy" userId="18c45b91-9529-4376-afee-15439663c977" providerId="ADAL" clId="{28ACD1D4-4913-4D43-ADDE-00226F672BCE}" dt="2021-11-03T15:30:20.015" v="4480" actId="20577"/>
        <pc:sldMkLst>
          <pc:docMk/>
          <pc:sldMk cId="147395811" sldId="413"/>
        </pc:sldMkLst>
        <pc:spChg chg="mod">
          <ac:chgData name="Martin Hardy" userId="18c45b91-9529-4376-afee-15439663c977" providerId="ADAL" clId="{28ACD1D4-4913-4D43-ADDE-00226F672BCE}" dt="2021-11-03T15:30:20.015" v="4480" actId="20577"/>
          <ac:spMkLst>
            <pc:docMk/>
            <pc:sldMk cId="147395811" sldId="413"/>
            <ac:spMk id="2" creationId="{905CDD7D-A2BF-4AA3-8565-D7BACF492C21}"/>
          </ac:spMkLst>
        </pc:spChg>
      </pc:sldChg>
      <pc:sldChg chg="modSp add del mod">
        <pc:chgData name="Martin Hardy" userId="18c45b91-9529-4376-afee-15439663c977" providerId="ADAL" clId="{28ACD1D4-4913-4D43-ADDE-00226F672BCE}" dt="2021-11-03T15:29:50.621" v="4449" actId="47"/>
        <pc:sldMkLst>
          <pc:docMk/>
          <pc:sldMk cId="3304643311" sldId="413"/>
        </pc:sldMkLst>
        <pc:spChg chg="mod">
          <ac:chgData name="Martin Hardy" userId="18c45b91-9529-4376-afee-15439663c977" providerId="ADAL" clId="{28ACD1D4-4913-4D43-ADDE-00226F672BCE}" dt="2021-11-03T15:29:27.595" v="4435" actId="20577"/>
          <ac:spMkLst>
            <pc:docMk/>
            <pc:sldMk cId="3304643311" sldId="413"/>
            <ac:spMk id="3" creationId="{0079E3F9-6F3C-4C12-89C1-4DD38088FAB3}"/>
          </ac:spMkLst>
        </pc:spChg>
      </pc:sldChg>
      <pc:sldChg chg="modSp add mod">
        <pc:chgData name="Martin Hardy" userId="18c45b91-9529-4376-afee-15439663c977" providerId="ADAL" clId="{28ACD1D4-4913-4D43-ADDE-00226F672BCE}" dt="2021-11-03T15:30:08.815" v="4468" actId="20577"/>
        <pc:sldMkLst>
          <pc:docMk/>
          <pc:sldMk cId="1617783964" sldId="414"/>
        </pc:sldMkLst>
        <pc:spChg chg="mod">
          <ac:chgData name="Martin Hardy" userId="18c45b91-9529-4376-afee-15439663c977" providerId="ADAL" clId="{28ACD1D4-4913-4D43-ADDE-00226F672BCE}" dt="2021-11-03T15:30:08.815" v="4468" actId="20577"/>
          <ac:spMkLst>
            <pc:docMk/>
            <pc:sldMk cId="1617783964" sldId="414"/>
            <ac:spMk id="2" creationId="{905CDD7D-A2BF-4AA3-8565-D7BACF492C21}"/>
          </ac:spMkLst>
        </pc:spChg>
      </pc:sldChg>
      <pc:sldChg chg="addSp modSp new del mod">
        <pc:chgData name="Martin Hardy" userId="18c45b91-9529-4376-afee-15439663c977" providerId="ADAL" clId="{28ACD1D4-4913-4D43-ADDE-00226F672BCE}" dt="2021-11-03T18:33:26.910" v="7276" actId="47"/>
        <pc:sldMkLst>
          <pc:docMk/>
          <pc:sldMk cId="3896250245" sldId="415"/>
        </pc:sldMkLst>
        <pc:spChg chg="mod">
          <ac:chgData name="Martin Hardy" userId="18c45b91-9529-4376-afee-15439663c977" providerId="ADAL" clId="{28ACD1D4-4913-4D43-ADDE-00226F672BCE}" dt="2021-11-03T15:37:57.711" v="4715" actId="790"/>
          <ac:spMkLst>
            <pc:docMk/>
            <pc:sldMk cId="3896250245" sldId="415"/>
            <ac:spMk id="2" creationId="{0D9C38E0-9FDE-420E-8368-57625C1C9B67}"/>
          </ac:spMkLst>
        </pc:spChg>
        <pc:spChg chg="mod">
          <ac:chgData name="Martin Hardy" userId="18c45b91-9529-4376-afee-15439663c977" providerId="ADAL" clId="{28ACD1D4-4913-4D43-ADDE-00226F672BCE}" dt="2021-11-03T17:01:22.154" v="5189" actId="27636"/>
          <ac:spMkLst>
            <pc:docMk/>
            <pc:sldMk cId="3896250245" sldId="415"/>
            <ac:spMk id="6" creationId="{478A305E-5939-4B0A-9482-5D5CD335E5D1}"/>
          </ac:spMkLst>
        </pc:spChg>
        <pc:graphicFrameChg chg="add modGraphic">
          <ac:chgData name="Martin Hardy" userId="18c45b91-9529-4376-afee-15439663c977" providerId="ADAL" clId="{28ACD1D4-4913-4D43-ADDE-00226F672BCE}" dt="2021-11-03T15:37:31.658" v="4694" actId="27022"/>
          <ac:graphicFrameMkLst>
            <pc:docMk/>
            <pc:sldMk cId="3896250245" sldId="415"/>
            <ac:graphicFrameMk id="8" creationId="{98D0F4DF-10CB-437A-BEF1-3A1DA3990188}"/>
          </ac:graphicFrameMkLst>
        </pc:graphicFrameChg>
      </pc:sldChg>
      <pc:sldChg chg="addSp delSp modSp add mod ord modClrScheme chgLayout modNotesTx">
        <pc:chgData name="Martin Hardy" userId="18c45b91-9529-4376-afee-15439663c977" providerId="ADAL" clId="{28ACD1D4-4913-4D43-ADDE-00226F672BCE}" dt="2021-11-03T17:36:53.729" v="5874" actId="113"/>
        <pc:sldMkLst>
          <pc:docMk/>
          <pc:sldMk cId="4094457334" sldId="416"/>
        </pc:sldMkLst>
        <pc:spChg chg="mod ord">
          <ac:chgData name="Martin Hardy" userId="18c45b91-9529-4376-afee-15439663c977" providerId="ADAL" clId="{28ACD1D4-4913-4D43-ADDE-00226F672BCE}" dt="2021-11-03T17:19:17.605" v="5531" actId="20577"/>
          <ac:spMkLst>
            <pc:docMk/>
            <pc:sldMk cId="4094457334" sldId="416"/>
            <ac:spMk id="2" creationId="{1659D051-611F-4095-8E0C-6EF2ECF776A3}"/>
          </ac:spMkLst>
        </pc:spChg>
        <pc:spChg chg="del mod ord">
          <ac:chgData name="Martin Hardy" userId="18c45b91-9529-4376-afee-15439663c977" providerId="ADAL" clId="{28ACD1D4-4913-4D43-ADDE-00226F672BCE}" dt="2021-11-03T16:58:43.489" v="4991" actId="700"/>
          <ac:spMkLst>
            <pc:docMk/>
            <pc:sldMk cId="4094457334" sldId="416"/>
            <ac:spMk id="3" creationId="{1CF837FC-BB8F-47E8-B7F8-3735EFA38EBD}"/>
          </ac:spMkLst>
        </pc:spChg>
        <pc:spChg chg="mod ord">
          <ac:chgData name="Martin Hardy" userId="18c45b91-9529-4376-afee-15439663c977" providerId="ADAL" clId="{28ACD1D4-4913-4D43-ADDE-00226F672BCE}" dt="2021-11-03T17:36:53.729" v="5874" actId="113"/>
          <ac:spMkLst>
            <pc:docMk/>
            <pc:sldMk cId="4094457334" sldId="416"/>
            <ac:spMk id="4" creationId="{898EA1CE-4C31-4EA6-A4AA-3A371DE42173}"/>
          </ac:spMkLst>
        </pc:spChg>
        <pc:spChg chg="mod ord">
          <ac:chgData name="Martin Hardy" userId="18c45b91-9529-4376-afee-15439663c977" providerId="ADAL" clId="{28ACD1D4-4913-4D43-ADDE-00226F672BCE}" dt="2021-11-03T16:58:43.489" v="4991" actId="700"/>
          <ac:spMkLst>
            <pc:docMk/>
            <pc:sldMk cId="4094457334" sldId="416"/>
            <ac:spMk id="5" creationId="{002C7BD4-5B95-414A-AA19-34958466D6C5}"/>
          </ac:spMkLst>
        </pc:spChg>
        <pc:spChg chg="mod ord">
          <ac:chgData name="Martin Hardy" userId="18c45b91-9529-4376-afee-15439663c977" providerId="ADAL" clId="{28ACD1D4-4913-4D43-ADDE-00226F672BCE}" dt="2021-11-03T16:58:43.489" v="4991" actId="700"/>
          <ac:spMkLst>
            <pc:docMk/>
            <pc:sldMk cId="4094457334" sldId="416"/>
            <ac:spMk id="6" creationId="{1AA1EEE4-7720-4E49-85F2-BF9C09D359D1}"/>
          </ac:spMkLst>
        </pc:spChg>
        <pc:spChg chg="add mod ord">
          <ac:chgData name="Martin Hardy" userId="18c45b91-9529-4376-afee-15439663c977" providerId="ADAL" clId="{28ACD1D4-4913-4D43-ADDE-00226F672BCE}" dt="2021-11-03T17:01:28.916" v="5191" actId="20577"/>
          <ac:spMkLst>
            <pc:docMk/>
            <pc:sldMk cId="4094457334" sldId="416"/>
            <ac:spMk id="7" creationId="{11DF5657-ABEF-498B-9423-E8E045B8A7A8}"/>
          </ac:spMkLst>
        </pc:spChg>
        <pc:spChg chg="mod ord">
          <ac:chgData name="Martin Hardy" userId="18c45b91-9529-4376-afee-15439663c977" providerId="ADAL" clId="{28ACD1D4-4913-4D43-ADDE-00226F672BCE}" dt="2021-11-03T16:58:43.489" v="4991" actId="700"/>
          <ac:spMkLst>
            <pc:docMk/>
            <pc:sldMk cId="4094457334" sldId="416"/>
            <ac:spMk id="8" creationId="{A9204AAB-0324-4CE6-BFBB-5AC042882832}"/>
          </ac:spMkLst>
        </pc:spChg>
      </pc:sldChg>
      <pc:sldChg chg="delSp modSp add mod modNotesTx">
        <pc:chgData name="Martin Hardy" userId="18c45b91-9529-4376-afee-15439663c977" providerId="ADAL" clId="{28ACD1D4-4913-4D43-ADDE-00226F672BCE}" dt="2021-11-03T17:38:41.158" v="5921" actId="14100"/>
        <pc:sldMkLst>
          <pc:docMk/>
          <pc:sldMk cId="3391269621" sldId="417"/>
        </pc:sldMkLst>
        <pc:spChg chg="mod">
          <ac:chgData name="Martin Hardy" userId="18c45b91-9529-4376-afee-15439663c977" providerId="ADAL" clId="{28ACD1D4-4913-4D43-ADDE-00226F672BCE}" dt="2021-11-03T17:38:41.158" v="5921" actId="14100"/>
          <ac:spMkLst>
            <pc:docMk/>
            <pc:sldMk cId="3391269621" sldId="417"/>
            <ac:spMk id="2" creationId="{1659D051-611F-4095-8E0C-6EF2ECF776A3}"/>
          </ac:spMkLst>
        </pc:spChg>
        <pc:spChg chg="del mod">
          <ac:chgData name="Martin Hardy" userId="18c45b91-9529-4376-afee-15439663c977" providerId="ADAL" clId="{28ACD1D4-4913-4D43-ADDE-00226F672BCE}" dt="2021-11-03T17:37:07.646" v="5875" actId="478"/>
          <ac:spMkLst>
            <pc:docMk/>
            <pc:sldMk cId="3391269621" sldId="417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3T17:38:35.127" v="5920" actId="14100"/>
          <ac:spMkLst>
            <pc:docMk/>
            <pc:sldMk cId="3391269621" sldId="417"/>
            <ac:spMk id="8" creationId="{A9204AAB-0324-4CE6-BFBB-5AC042882832}"/>
          </ac:spMkLst>
        </pc:spChg>
      </pc:sldChg>
      <pc:sldChg chg="modSp add mod modNotesTx">
        <pc:chgData name="Martin Hardy" userId="18c45b91-9529-4376-afee-15439663c977" providerId="ADAL" clId="{28ACD1D4-4913-4D43-ADDE-00226F672BCE}" dt="2021-11-03T17:39:17.538" v="5951" actId="27636"/>
        <pc:sldMkLst>
          <pc:docMk/>
          <pc:sldMk cId="910332719" sldId="418"/>
        </pc:sldMkLst>
        <pc:spChg chg="mod">
          <ac:chgData name="Martin Hardy" userId="18c45b91-9529-4376-afee-15439663c977" providerId="ADAL" clId="{28ACD1D4-4913-4D43-ADDE-00226F672BCE}" dt="2021-11-03T17:39:17.538" v="5951" actId="27636"/>
          <ac:spMkLst>
            <pc:docMk/>
            <pc:sldMk cId="910332719" sldId="418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3T17:38:56.878" v="5928" actId="14100"/>
          <ac:spMkLst>
            <pc:docMk/>
            <pc:sldMk cId="910332719" sldId="418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3T17:23:27.883" v="5602" actId="20577"/>
          <ac:spMkLst>
            <pc:docMk/>
            <pc:sldMk cId="910332719" sldId="418"/>
            <ac:spMk id="8" creationId="{A9204AAB-0324-4CE6-BFBB-5AC042882832}"/>
          </ac:spMkLst>
        </pc:spChg>
      </pc:sldChg>
      <pc:sldChg chg="addSp delSp modSp add mod ord modClrScheme chgLayout modNotesTx">
        <pc:chgData name="Martin Hardy" userId="18c45b91-9529-4376-afee-15439663c977" providerId="ADAL" clId="{28ACD1D4-4913-4D43-ADDE-00226F672BCE}" dt="2021-11-03T18:07:05.978" v="6990" actId="20577"/>
        <pc:sldMkLst>
          <pc:docMk/>
          <pc:sldMk cId="1907379576" sldId="419"/>
        </pc:sldMkLst>
        <pc:spChg chg="mod ord">
          <ac:chgData name="Martin Hardy" userId="18c45b91-9529-4376-afee-15439663c977" providerId="ADAL" clId="{28ACD1D4-4913-4D43-ADDE-00226F672BCE}" dt="2021-11-03T18:05:12.021" v="6882" actId="5793"/>
          <ac:spMkLst>
            <pc:docMk/>
            <pc:sldMk cId="1907379576" sldId="419"/>
            <ac:spMk id="2" creationId="{1659D051-611F-4095-8E0C-6EF2ECF776A3}"/>
          </ac:spMkLst>
        </pc:spChg>
        <pc:spChg chg="del mod ord">
          <ac:chgData name="Martin Hardy" userId="18c45b91-9529-4376-afee-15439663c977" providerId="ADAL" clId="{28ACD1D4-4913-4D43-ADDE-00226F672BCE}" dt="2021-11-03T17:43:46.103" v="6018" actId="700"/>
          <ac:spMkLst>
            <pc:docMk/>
            <pc:sldMk cId="1907379576" sldId="419"/>
            <ac:spMk id="3" creationId="{1CF837FC-BB8F-47E8-B7F8-3735EFA38EBD}"/>
          </ac:spMkLst>
        </pc:spChg>
        <pc:spChg chg="mod ord">
          <ac:chgData name="Martin Hardy" userId="18c45b91-9529-4376-afee-15439663c977" providerId="ADAL" clId="{28ACD1D4-4913-4D43-ADDE-00226F672BCE}" dt="2021-11-03T18:07:05.978" v="6990" actId="20577"/>
          <ac:spMkLst>
            <pc:docMk/>
            <pc:sldMk cId="1907379576" sldId="419"/>
            <ac:spMk id="4" creationId="{898EA1CE-4C31-4EA6-A4AA-3A371DE42173}"/>
          </ac:spMkLst>
        </pc:spChg>
        <pc:spChg chg="mod ord">
          <ac:chgData name="Martin Hardy" userId="18c45b91-9529-4376-afee-15439663c977" providerId="ADAL" clId="{28ACD1D4-4913-4D43-ADDE-00226F672BCE}" dt="2021-11-03T17:43:46.103" v="6018" actId="700"/>
          <ac:spMkLst>
            <pc:docMk/>
            <pc:sldMk cId="1907379576" sldId="419"/>
            <ac:spMk id="5" creationId="{002C7BD4-5B95-414A-AA19-34958466D6C5}"/>
          </ac:spMkLst>
        </pc:spChg>
        <pc:spChg chg="mod ord">
          <ac:chgData name="Martin Hardy" userId="18c45b91-9529-4376-afee-15439663c977" providerId="ADAL" clId="{28ACD1D4-4913-4D43-ADDE-00226F672BCE}" dt="2021-11-03T17:43:46.103" v="6018" actId="700"/>
          <ac:spMkLst>
            <pc:docMk/>
            <pc:sldMk cId="1907379576" sldId="419"/>
            <ac:spMk id="6" creationId="{1AA1EEE4-7720-4E49-85F2-BF9C09D359D1}"/>
          </ac:spMkLst>
        </pc:spChg>
        <pc:spChg chg="add mod ord">
          <ac:chgData name="Martin Hardy" userId="18c45b91-9529-4376-afee-15439663c977" providerId="ADAL" clId="{28ACD1D4-4913-4D43-ADDE-00226F672BCE}" dt="2021-11-03T17:45:54.019" v="6162" actId="20577"/>
          <ac:spMkLst>
            <pc:docMk/>
            <pc:sldMk cId="1907379576" sldId="419"/>
            <ac:spMk id="7" creationId="{69D993FF-7EB3-4FE5-A485-DA2C3C312642}"/>
          </ac:spMkLst>
        </pc:spChg>
        <pc:spChg chg="mod ord">
          <ac:chgData name="Martin Hardy" userId="18c45b91-9529-4376-afee-15439663c977" providerId="ADAL" clId="{28ACD1D4-4913-4D43-ADDE-00226F672BCE}" dt="2021-11-03T18:06:53.036" v="6943" actId="6549"/>
          <ac:spMkLst>
            <pc:docMk/>
            <pc:sldMk cId="1907379576" sldId="419"/>
            <ac:spMk id="8" creationId="{A9204AAB-0324-4CE6-BFBB-5AC042882832}"/>
          </ac:spMkLst>
        </pc:spChg>
        <pc:spChg chg="add del">
          <ac:chgData name="Martin Hardy" userId="18c45b91-9529-4376-afee-15439663c977" providerId="ADAL" clId="{28ACD1D4-4913-4D43-ADDE-00226F672BCE}" dt="2021-11-03T17:46:59.133" v="6237"/>
          <ac:spMkLst>
            <pc:docMk/>
            <pc:sldMk cId="1907379576" sldId="419"/>
            <ac:spMk id="9" creationId="{0FDE73B9-BB38-4F17-978A-003C3E593733}"/>
          </ac:spMkLst>
        </pc:spChg>
      </pc:sldChg>
      <pc:sldChg chg="modSp add mod modNotesTx">
        <pc:chgData name="Martin Hardy" userId="18c45b91-9529-4376-afee-15439663c977" providerId="ADAL" clId="{28ACD1D4-4913-4D43-ADDE-00226F672BCE}" dt="2021-11-03T18:05:46.140" v="6889" actId="14100"/>
        <pc:sldMkLst>
          <pc:docMk/>
          <pc:sldMk cId="3539547523" sldId="420"/>
        </pc:sldMkLst>
        <pc:spChg chg="mod">
          <ac:chgData name="Martin Hardy" userId="18c45b91-9529-4376-afee-15439663c977" providerId="ADAL" clId="{28ACD1D4-4913-4D43-ADDE-00226F672BCE}" dt="2021-11-03T18:00:42.350" v="6686" actId="179"/>
          <ac:spMkLst>
            <pc:docMk/>
            <pc:sldMk cId="3539547523" sldId="420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3T18:05:46.140" v="6889" actId="14100"/>
          <ac:spMkLst>
            <pc:docMk/>
            <pc:sldMk cId="3539547523" sldId="420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3T17:51:49.737" v="6335" actId="14100"/>
          <ac:spMkLst>
            <pc:docMk/>
            <pc:sldMk cId="3539547523" sldId="420"/>
            <ac:spMk id="8" creationId="{A9204AAB-0324-4CE6-BFBB-5AC042882832}"/>
          </ac:spMkLst>
        </pc:spChg>
      </pc:sldChg>
      <pc:sldChg chg="modSp add mod">
        <pc:chgData name="Martin Hardy" userId="18c45b91-9529-4376-afee-15439663c977" providerId="ADAL" clId="{28ACD1D4-4913-4D43-ADDE-00226F672BCE}" dt="2021-11-03T18:06:25.301" v="6916" actId="404"/>
        <pc:sldMkLst>
          <pc:docMk/>
          <pc:sldMk cId="490524930" sldId="421"/>
        </pc:sldMkLst>
        <pc:spChg chg="mod">
          <ac:chgData name="Martin Hardy" userId="18c45b91-9529-4376-afee-15439663c977" providerId="ADAL" clId="{28ACD1D4-4913-4D43-ADDE-00226F672BCE}" dt="2021-11-03T17:58:20.848" v="6512" actId="113"/>
          <ac:spMkLst>
            <pc:docMk/>
            <pc:sldMk cId="490524930" sldId="421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3T18:06:25.301" v="6916" actId="404"/>
          <ac:spMkLst>
            <pc:docMk/>
            <pc:sldMk cId="490524930" sldId="421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3T17:53:26.114" v="6371" actId="27636"/>
          <ac:spMkLst>
            <pc:docMk/>
            <pc:sldMk cId="490524930" sldId="421"/>
            <ac:spMk id="8" creationId="{A9204AAB-0324-4CE6-BFBB-5AC042882832}"/>
          </ac:spMkLst>
        </pc:spChg>
      </pc:sldChg>
      <pc:sldChg chg="add del">
        <pc:chgData name="Martin Hardy" userId="18c45b91-9529-4376-afee-15439663c977" providerId="ADAL" clId="{28ACD1D4-4913-4D43-ADDE-00226F672BCE}" dt="2021-11-03T17:51:54.022" v="6336" actId="47"/>
        <pc:sldMkLst>
          <pc:docMk/>
          <pc:sldMk cId="1609180322" sldId="421"/>
        </pc:sldMkLst>
      </pc:sldChg>
      <pc:sldChg chg="addSp delSp modSp add mod modNotesTx">
        <pc:chgData name="Martin Hardy" userId="18c45b91-9529-4376-afee-15439663c977" providerId="ADAL" clId="{28ACD1D4-4913-4D43-ADDE-00226F672BCE}" dt="2021-11-03T20:13:35.524" v="9504" actId="20577"/>
        <pc:sldMkLst>
          <pc:docMk/>
          <pc:sldMk cId="2580186557" sldId="422"/>
        </pc:sldMkLst>
        <pc:spChg chg="mod">
          <ac:chgData name="Martin Hardy" userId="18c45b91-9529-4376-afee-15439663c977" providerId="ADAL" clId="{28ACD1D4-4913-4D43-ADDE-00226F672BCE}" dt="2021-11-03T20:13:35.524" v="9504" actId="20577"/>
          <ac:spMkLst>
            <pc:docMk/>
            <pc:sldMk cId="2580186557" sldId="422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3T20:11:50.616" v="9484" actId="27636"/>
          <ac:spMkLst>
            <pc:docMk/>
            <pc:sldMk cId="2580186557" sldId="422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3T18:07:36.675" v="7009" actId="20577"/>
          <ac:spMkLst>
            <pc:docMk/>
            <pc:sldMk cId="2580186557" sldId="422"/>
            <ac:spMk id="8" creationId="{A9204AAB-0324-4CE6-BFBB-5AC042882832}"/>
          </ac:spMkLst>
        </pc:spChg>
        <pc:spChg chg="add del">
          <ac:chgData name="Martin Hardy" userId="18c45b91-9529-4376-afee-15439663c977" providerId="ADAL" clId="{28ACD1D4-4913-4D43-ADDE-00226F672BCE}" dt="2021-11-03T18:09:37.076" v="7011" actId="22"/>
          <ac:spMkLst>
            <pc:docMk/>
            <pc:sldMk cId="2580186557" sldId="422"/>
            <ac:spMk id="9" creationId="{09781DAC-1135-4E68-B05D-9DB66B321CD0}"/>
          </ac:spMkLst>
        </pc:spChg>
      </pc:sldChg>
      <pc:sldChg chg="modSp add mod ord">
        <pc:chgData name="Martin Hardy" userId="18c45b91-9529-4376-afee-15439663c977" providerId="ADAL" clId="{28ACD1D4-4913-4D43-ADDE-00226F672BCE}" dt="2021-11-03T18:35:09.147" v="7315"/>
        <pc:sldMkLst>
          <pc:docMk/>
          <pc:sldMk cId="1262588285" sldId="423"/>
        </pc:sldMkLst>
        <pc:spChg chg="mod">
          <ac:chgData name="Martin Hardy" userId="18c45b91-9529-4376-afee-15439663c977" providerId="ADAL" clId="{28ACD1D4-4913-4D43-ADDE-00226F672BCE}" dt="2021-11-03T18:32:51.914" v="7271" actId="113"/>
          <ac:spMkLst>
            <pc:docMk/>
            <pc:sldMk cId="1262588285" sldId="423"/>
            <ac:spMk id="2" creationId="{905CDD7D-A2BF-4AA3-8565-D7BACF492C21}"/>
          </ac:spMkLst>
        </pc:spChg>
      </pc:sldChg>
      <pc:sldChg chg="modSp add mod ord">
        <pc:chgData name="Martin Hardy" userId="18c45b91-9529-4376-afee-15439663c977" providerId="ADAL" clId="{28ACD1D4-4913-4D43-ADDE-00226F672BCE}" dt="2021-11-03T18:34:31.620" v="7313"/>
        <pc:sldMkLst>
          <pc:docMk/>
          <pc:sldMk cId="1871230330" sldId="424"/>
        </pc:sldMkLst>
        <pc:spChg chg="mod">
          <ac:chgData name="Martin Hardy" userId="18c45b91-9529-4376-afee-15439663c977" providerId="ADAL" clId="{28ACD1D4-4913-4D43-ADDE-00226F672BCE}" dt="2021-11-03T18:34:06.576" v="7311" actId="20577"/>
          <ac:spMkLst>
            <pc:docMk/>
            <pc:sldMk cId="1871230330" sldId="424"/>
            <ac:spMk id="2" creationId="{905CDD7D-A2BF-4AA3-8565-D7BACF492C21}"/>
          </ac:spMkLst>
        </pc:spChg>
      </pc:sldChg>
      <pc:sldChg chg="addSp delSp modSp add mod ord modClrScheme chgLayout modNotesTx">
        <pc:chgData name="Martin Hardy" userId="18c45b91-9529-4376-afee-15439663c977" providerId="ADAL" clId="{28ACD1D4-4913-4D43-ADDE-00226F672BCE}" dt="2021-11-03T20:14:11.172" v="9551" actId="404"/>
        <pc:sldMkLst>
          <pc:docMk/>
          <pc:sldMk cId="128177707" sldId="425"/>
        </pc:sldMkLst>
        <pc:spChg chg="del mod">
          <ac:chgData name="Martin Hardy" userId="18c45b91-9529-4376-afee-15439663c977" providerId="ADAL" clId="{28ACD1D4-4913-4D43-ADDE-00226F672BCE}" dt="2021-11-03T18:58:23.017" v="7981" actId="478"/>
          <ac:spMkLst>
            <pc:docMk/>
            <pc:sldMk cId="128177707" sldId="425"/>
            <ac:spMk id="2" creationId="{1659D051-611F-4095-8E0C-6EF2ECF776A3}"/>
          </ac:spMkLst>
        </pc:spChg>
        <pc:spChg chg="mod ord">
          <ac:chgData name="Martin Hardy" userId="18c45b91-9529-4376-afee-15439663c977" providerId="ADAL" clId="{28ACD1D4-4913-4D43-ADDE-00226F672BCE}" dt="2021-11-03T19:01:02.232" v="8042" actId="948"/>
          <ac:spMkLst>
            <pc:docMk/>
            <pc:sldMk cId="128177707" sldId="425"/>
            <ac:spMk id="4" creationId="{898EA1CE-4C31-4EA6-A4AA-3A371DE42173}"/>
          </ac:spMkLst>
        </pc:spChg>
        <pc:spChg chg="mod ord">
          <ac:chgData name="Martin Hardy" userId="18c45b91-9529-4376-afee-15439663c977" providerId="ADAL" clId="{28ACD1D4-4913-4D43-ADDE-00226F672BCE}" dt="2021-11-03T18:58:27.351" v="7983" actId="700"/>
          <ac:spMkLst>
            <pc:docMk/>
            <pc:sldMk cId="128177707" sldId="425"/>
            <ac:spMk id="5" creationId="{002C7BD4-5B95-414A-AA19-34958466D6C5}"/>
          </ac:spMkLst>
        </pc:spChg>
        <pc:spChg chg="mod ord">
          <ac:chgData name="Martin Hardy" userId="18c45b91-9529-4376-afee-15439663c977" providerId="ADAL" clId="{28ACD1D4-4913-4D43-ADDE-00226F672BCE}" dt="2021-11-03T18:58:27.351" v="7983" actId="700"/>
          <ac:spMkLst>
            <pc:docMk/>
            <pc:sldMk cId="128177707" sldId="425"/>
            <ac:spMk id="6" creationId="{1AA1EEE4-7720-4E49-85F2-BF9C09D359D1}"/>
          </ac:spMkLst>
        </pc:spChg>
        <pc:spChg chg="mod ord">
          <ac:chgData name="Martin Hardy" userId="18c45b91-9529-4376-afee-15439663c977" providerId="ADAL" clId="{28ACD1D4-4913-4D43-ADDE-00226F672BCE}" dt="2021-11-03T18:58:27.351" v="7983" actId="700"/>
          <ac:spMkLst>
            <pc:docMk/>
            <pc:sldMk cId="128177707" sldId="425"/>
            <ac:spMk id="7" creationId="{69D993FF-7EB3-4FE5-A485-DA2C3C312642}"/>
          </ac:spMkLst>
        </pc:spChg>
        <pc:spChg chg="mod ord">
          <ac:chgData name="Martin Hardy" userId="18c45b91-9529-4376-afee-15439663c977" providerId="ADAL" clId="{28ACD1D4-4913-4D43-ADDE-00226F672BCE}" dt="2021-11-03T20:14:11.172" v="9551" actId="404"/>
          <ac:spMkLst>
            <pc:docMk/>
            <pc:sldMk cId="128177707" sldId="425"/>
            <ac:spMk id="8" creationId="{A9204AAB-0324-4CE6-BFBB-5AC042882832}"/>
          </ac:spMkLst>
        </pc:spChg>
        <pc:spChg chg="add del mod ord">
          <ac:chgData name="Martin Hardy" userId="18c45b91-9529-4376-afee-15439663c977" providerId="ADAL" clId="{28ACD1D4-4913-4D43-ADDE-00226F672BCE}" dt="2021-11-03T18:58:27.351" v="7983" actId="700"/>
          <ac:spMkLst>
            <pc:docMk/>
            <pc:sldMk cId="128177707" sldId="425"/>
            <ac:spMk id="9" creationId="{4A270C68-DF9D-491C-AB4A-62822BDED09A}"/>
          </ac:spMkLst>
        </pc:spChg>
      </pc:sldChg>
      <pc:sldChg chg="modSp add mod ord modNotesTx">
        <pc:chgData name="Martin Hardy" userId="18c45b91-9529-4376-afee-15439663c977" providerId="ADAL" clId="{28ACD1D4-4913-4D43-ADDE-00226F672BCE}" dt="2021-11-06T15:38:54.446" v="10112" actId="114"/>
        <pc:sldMkLst>
          <pc:docMk/>
          <pc:sldMk cId="3710858695" sldId="426"/>
        </pc:sldMkLst>
        <pc:spChg chg="mod">
          <ac:chgData name="Martin Hardy" userId="18c45b91-9529-4376-afee-15439663c977" providerId="ADAL" clId="{28ACD1D4-4913-4D43-ADDE-00226F672BCE}" dt="2021-11-03T19:36:50.827" v="8790" actId="27107"/>
          <ac:spMkLst>
            <pc:docMk/>
            <pc:sldMk cId="3710858695" sldId="426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6T15:38:54.446" v="10112" actId="114"/>
          <ac:spMkLst>
            <pc:docMk/>
            <pc:sldMk cId="3710858695" sldId="426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3T19:22:13.455" v="8477" actId="6549"/>
          <ac:spMkLst>
            <pc:docMk/>
            <pc:sldMk cId="3710858695" sldId="426"/>
            <ac:spMk id="7" creationId="{69D993FF-7EB3-4FE5-A485-DA2C3C312642}"/>
          </ac:spMkLst>
        </pc:spChg>
        <pc:spChg chg="mod">
          <ac:chgData name="Martin Hardy" userId="18c45b91-9529-4376-afee-15439663c977" providerId="ADAL" clId="{28ACD1D4-4913-4D43-ADDE-00226F672BCE}" dt="2021-11-03T19:14:05.419" v="8392" actId="404"/>
          <ac:spMkLst>
            <pc:docMk/>
            <pc:sldMk cId="3710858695" sldId="426"/>
            <ac:spMk id="8" creationId="{A9204AAB-0324-4CE6-BFBB-5AC042882832}"/>
          </ac:spMkLst>
        </pc:spChg>
      </pc:sldChg>
      <pc:sldChg chg="addSp modSp new mod">
        <pc:chgData name="Martin Hardy" userId="18c45b91-9529-4376-afee-15439663c977" providerId="ADAL" clId="{28ACD1D4-4913-4D43-ADDE-00226F672BCE}" dt="2021-11-03T18:33:31.216" v="7292" actId="20577"/>
        <pc:sldMkLst>
          <pc:docMk/>
          <pc:sldMk cId="4167866320" sldId="427"/>
        </pc:sldMkLst>
        <pc:spChg chg="mod">
          <ac:chgData name="Martin Hardy" userId="18c45b91-9529-4376-afee-15439663c977" providerId="ADAL" clId="{28ACD1D4-4913-4D43-ADDE-00226F672BCE}" dt="2021-11-03T18:33:31.216" v="7292" actId="20577"/>
          <ac:spMkLst>
            <pc:docMk/>
            <pc:sldMk cId="4167866320" sldId="427"/>
            <ac:spMk id="2" creationId="{25BEA13B-580F-4BA2-B8F0-C54A9B00DFA9}"/>
          </ac:spMkLst>
        </pc:spChg>
        <pc:graphicFrameChg chg="add modGraphic">
          <ac:chgData name="Martin Hardy" userId="18c45b91-9529-4376-afee-15439663c977" providerId="ADAL" clId="{28ACD1D4-4913-4D43-ADDE-00226F672BCE}" dt="2021-11-03T18:33:24.857" v="7275" actId="27022"/>
          <ac:graphicFrameMkLst>
            <pc:docMk/>
            <pc:sldMk cId="4167866320" sldId="427"/>
            <ac:graphicFrameMk id="8" creationId="{49D7864B-D124-44E9-9BD6-867D33DED832}"/>
          </ac:graphicFrameMkLst>
        </pc:graphicFrameChg>
      </pc:sldChg>
      <pc:sldChg chg="addSp delSp modSp add mod modNotesTx">
        <pc:chgData name="Martin Hardy" userId="18c45b91-9529-4376-afee-15439663c977" providerId="ADAL" clId="{28ACD1D4-4913-4D43-ADDE-00226F672BCE}" dt="2021-11-06T15:13:36.490" v="9915" actId="20577"/>
        <pc:sldMkLst>
          <pc:docMk/>
          <pc:sldMk cId="1574160275" sldId="428"/>
        </pc:sldMkLst>
        <pc:spChg chg="del mod">
          <ac:chgData name="Martin Hardy" userId="18c45b91-9529-4376-afee-15439663c977" providerId="ADAL" clId="{28ACD1D4-4913-4D43-ADDE-00226F672BCE}" dt="2021-11-03T18:42:40.337" v="7470"/>
          <ac:spMkLst>
            <pc:docMk/>
            <pc:sldMk cId="1574160275" sldId="428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3T18:54:46.739" v="7978" actId="113"/>
          <ac:spMkLst>
            <pc:docMk/>
            <pc:sldMk cId="1574160275" sldId="428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6T15:13:36.490" v="9915" actId="20577"/>
          <ac:spMkLst>
            <pc:docMk/>
            <pc:sldMk cId="1574160275" sldId="428"/>
            <ac:spMk id="7" creationId="{69D993FF-7EB3-4FE5-A485-DA2C3C312642}"/>
          </ac:spMkLst>
        </pc:spChg>
        <pc:spChg chg="mod">
          <ac:chgData name="Martin Hardy" userId="18c45b91-9529-4376-afee-15439663c977" providerId="ADAL" clId="{28ACD1D4-4913-4D43-ADDE-00226F672BCE}" dt="2021-11-03T18:44:59.244" v="7535" actId="20577"/>
          <ac:spMkLst>
            <pc:docMk/>
            <pc:sldMk cId="1574160275" sldId="428"/>
            <ac:spMk id="8" creationId="{A9204AAB-0324-4CE6-BFBB-5AC042882832}"/>
          </ac:spMkLst>
        </pc:spChg>
        <pc:picChg chg="add mod">
          <ac:chgData name="Martin Hardy" userId="18c45b91-9529-4376-afee-15439663c977" providerId="ADAL" clId="{28ACD1D4-4913-4D43-ADDE-00226F672BCE}" dt="2021-11-03T18:42:43.430" v="7472" actId="14100"/>
          <ac:picMkLst>
            <pc:docMk/>
            <pc:sldMk cId="1574160275" sldId="428"/>
            <ac:picMk id="8194" creationId="{0568BFF7-B260-4A20-B40D-DEAB6416B888}"/>
          </ac:picMkLst>
        </pc:picChg>
        <pc:picChg chg="add del">
          <ac:chgData name="Martin Hardy" userId="18c45b91-9529-4376-afee-15439663c977" providerId="ADAL" clId="{28ACD1D4-4913-4D43-ADDE-00226F672BCE}" dt="2021-11-03T18:54:19.571" v="7959"/>
          <ac:picMkLst>
            <pc:docMk/>
            <pc:sldMk cId="1574160275" sldId="428"/>
            <ac:picMk id="8196" creationId="{5E41D4AF-FEDE-41CA-B451-34A3886B01C0}"/>
          </ac:picMkLst>
        </pc:picChg>
      </pc:sldChg>
      <pc:sldChg chg="addSp delSp modSp add mod">
        <pc:chgData name="Martin Hardy" userId="18c45b91-9529-4376-afee-15439663c977" providerId="ADAL" clId="{28ACD1D4-4913-4D43-ADDE-00226F672BCE}" dt="2021-11-06T14:56:37.405" v="9881" actId="207"/>
        <pc:sldMkLst>
          <pc:docMk/>
          <pc:sldMk cId="1755441951" sldId="429"/>
        </pc:sldMkLst>
        <pc:spChg chg="add del mod">
          <ac:chgData name="Martin Hardy" userId="18c45b91-9529-4376-afee-15439663c977" providerId="ADAL" clId="{28ACD1D4-4913-4D43-ADDE-00226F672BCE}" dt="2021-11-03T18:50:42.432" v="7723"/>
          <ac:spMkLst>
            <pc:docMk/>
            <pc:sldMk cId="1755441951" sldId="429"/>
            <ac:spMk id="2" creationId="{A01D968A-2CFF-4DE9-9E30-5F32066A0F04}"/>
          </ac:spMkLst>
        </pc:spChg>
        <pc:spChg chg="mod">
          <ac:chgData name="Martin Hardy" userId="18c45b91-9529-4376-afee-15439663c977" providerId="ADAL" clId="{28ACD1D4-4913-4D43-ADDE-00226F672BCE}" dt="2021-11-06T14:56:37.405" v="9881" actId="207"/>
          <ac:spMkLst>
            <pc:docMk/>
            <pc:sldMk cId="1755441951" sldId="429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3T19:02:22.350" v="8062" actId="20577"/>
          <ac:spMkLst>
            <pc:docMk/>
            <pc:sldMk cId="1755441951" sldId="429"/>
            <ac:spMk id="7" creationId="{69D993FF-7EB3-4FE5-A485-DA2C3C312642}"/>
          </ac:spMkLst>
        </pc:spChg>
        <pc:spChg chg="mod">
          <ac:chgData name="Martin Hardy" userId="18c45b91-9529-4376-afee-15439663c977" providerId="ADAL" clId="{28ACD1D4-4913-4D43-ADDE-00226F672BCE}" dt="2021-11-03T18:50:58.859" v="7730" actId="404"/>
          <ac:spMkLst>
            <pc:docMk/>
            <pc:sldMk cId="1755441951" sldId="429"/>
            <ac:spMk id="8" creationId="{A9204AAB-0324-4CE6-BFBB-5AC042882832}"/>
          </ac:spMkLst>
        </pc:spChg>
        <pc:picChg chg="del">
          <ac:chgData name="Martin Hardy" userId="18c45b91-9529-4376-afee-15439663c977" providerId="ADAL" clId="{28ACD1D4-4913-4D43-ADDE-00226F672BCE}" dt="2021-11-03T18:50:34.506" v="7721" actId="478"/>
          <ac:picMkLst>
            <pc:docMk/>
            <pc:sldMk cId="1755441951" sldId="429"/>
            <ac:picMk id="8194" creationId="{0568BFF7-B260-4A20-B40D-DEAB6416B888}"/>
          </ac:picMkLst>
        </pc:picChg>
        <pc:picChg chg="add mod">
          <ac:chgData name="Martin Hardy" userId="18c45b91-9529-4376-afee-15439663c977" providerId="ADAL" clId="{28ACD1D4-4913-4D43-ADDE-00226F672BCE}" dt="2021-11-03T18:50:47.908" v="7725" actId="14100"/>
          <ac:picMkLst>
            <pc:docMk/>
            <pc:sldMk cId="1755441951" sldId="429"/>
            <ac:picMk id="9218" creationId="{3B7DBECE-A9E5-404C-8667-D894966D9074}"/>
          </ac:picMkLst>
        </pc:picChg>
      </pc:sldChg>
      <pc:sldChg chg="modSp add mod modNotesTx">
        <pc:chgData name="Martin Hardy" userId="18c45b91-9529-4376-afee-15439663c977" providerId="ADAL" clId="{28ACD1D4-4913-4D43-ADDE-00226F672BCE}" dt="2021-11-03T19:02:27.369" v="8063" actId="6549"/>
        <pc:sldMkLst>
          <pc:docMk/>
          <pc:sldMk cId="1012508914" sldId="430"/>
        </pc:sldMkLst>
        <pc:spChg chg="mod">
          <ac:chgData name="Martin Hardy" userId="18c45b91-9529-4376-afee-15439663c977" providerId="ADAL" clId="{28ACD1D4-4913-4D43-ADDE-00226F672BCE}" dt="2021-11-03T19:02:27.369" v="8063" actId="6549"/>
          <ac:spMkLst>
            <pc:docMk/>
            <pc:sldMk cId="1012508914" sldId="430"/>
            <ac:spMk id="7" creationId="{69D993FF-7EB3-4FE5-A485-DA2C3C312642}"/>
          </ac:spMkLst>
        </pc:spChg>
      </pc:sldChg>
      <pc:sldChg chg="addSp modSp add mod ord modClrScheme chgLayout modNotesTx">
        <pc:chgData name="Martin Hardy" userId="18c45b91-9529-4376-afee-15439663c977" providerId="ADAL" clId="{28ACD1D4-4913-4D43-ADDE-00226F672BCE}" dt="2021-11-03T19:12:34.485" v="8349" actId="404"/>
        <pc:sldMkLst>
          <pc:docMk/>
          <pc:sldMk cId="334163716" sldId="431"/>
        </pc:sldMkLst>
        <pc:spChg chg="add mod ord">
          <ac:chgData name="Martin Hardy" userId="18c45b91-9529-4376-afee-15439663c977" providerId="ADAL" clId="{28ACD1D4-4913-4D43-ADDE-00226F672BCE}" dt="2021-11-03T19:12:17.366" v="8344" actId="27636"/>
          <ac:spMkLst>
            <pc:docMk/>
            <pc:sldMk cId="334163716" sldId="431"/>
            <ac:spMk id="2" creationId="{A00B12DA-322F-422F-96A4-6A6F1108B00E}"/>
          </ac:spMkLst>
        </pc:spChg>
        <pc:spChg chg="mod ord">
          <ac:chgData name="Martin Hardy" userId="18c45b91-9529-4376-afee-15439663c977" providerId="ADAL" clId="{28ACD1D4-4913-4D43-ADDE-00226F672BCE}" dt="2021-11-03T19:12:34.485" v="8349" actId="404"/>
          <ac:spMkLst>
            <pc:docMk/>
            <pc:sldMk cId="334163716" sldId="431"/>
            <ac:spMk id="4" creationId="{898EA1CE-4C31-4EA6-A4AA-3A371DE42173}"/>
          </ac:spMkLst>
        </pc:spChg>
        <pc:spChg chg="mod ord">
          <ac:chgData name="Martin Hardy" userId="18c45b91-9529-4376-afee-15439663c977" providerId="ADAL" clId="{28ACD1D4-4913-4D43-ADDE-00226F672BCE}" dt="2021-11-03T19:04:54.524" v="8092" actId="700"/>
          <ac:spMkLst>
            <pc:docMk/>
            <pc:sldMk cId="334163716" sldId="431"/>
            <ac:spMk id="5" creationId="{002C7BD4-5B95-414A-AA19-34958466D6C5}"/>
          </ac:spMkLst>
        </pc:spChg>
        <pc:spChg chg="mod ord">
          <ac:chgData name="Martin Hardy" userId="18c45b91-9529-4376-afee-15439663c977" providerId="ADAL" clId="{28ACD1D4-4913-4D43-ADDE-00226F672BCE}" dt="2021-11-03T19:04:54.524" v="8092" actId="700"/>
          <ac:spMkLst>
            <pc:docMk/>
            <pc:sldMk cId="334163716" sldId="431"/>
            <ac:spMk id="6" creationId="{1AA1EEE4-7720-4E49-85F2-BF9C09D359D1}"/>
          </ac:spMkLst>
        </pc:spChg>
        <pc:spChg chg="mod ord">
          <ac:chgData name="Martin Hardy" userId="18c45b91-9529-4376-afee-15439663c977" providerId="ADAL" clId="{28ACD1D4-4913-4D43-ADDE-00226F672BCE}" dt="2021-11-03T19:04:54.524" v="8092" actId="700"/>
          <ac:spMkLst>
            <pc:docMk/>
            <pc:sldMk cId="334163716" sldId="431"/>
            <ac:spMk id="7" creationId="{69D993FF-7EB3-4FE5-A485-DA2C3C312642}"/>
          </ac:spMkLst>
        </pc:spChg>
        <pc:spChg chg="mod ord">
          <ac:chgData name="Martin Hardy" userId="18c45b91-9529-4376-afee-15439663c977" providerId="ADAL" clId="{28ACD1D4-4913-4D43-ADDE-00226F672BCE}" dt="2021-11-03T19:04:54.524" v="8092" actId="700"/>
          <ac:spMkLst>
            <pc:docMk/>
            <pc:sldMk cId="334163716" sldId="431"/>
            <ac:spMk id="8" creationId="{A9204AAB-0324-4CE6-BFBB-5AC042882832}"/>
          </ac:spMkLst>
        </pc:spChg>
      </pc:sldChg>
      <pc:sldChg chg="modSp add mod">
        <pc:chgData name="Martin Hardy" userId="18c45b91-9529-4376-afee-15439663c977" providerId="ADAL" clId="{28ACD1D4-4913-4D43-ADDE-00226F672BCE}" dt="2021-11-03T19:44:15.878" v="9111" actId="20577"/>
        <pc:sldMkLst>
          <pc:docMk/>
          <pc:sldMk cId="3577348434" sldId="432"/>
        </pc:sldMkLst>
        <pc:spChg chg="mod">
          <ac:chgData name="Martin Hardy" userId="18c45b91-9529-4376-afee-15439663c977" providerId="ADAL" clId="{28ACD1D4-4913-4D43-ADDE-00226F672BCE}" dt="2021-11-03T19:27:22.607" v="8624" actId="27107"/>
          <ac:spMkLst>
            <pc:docMk/>
            <pc:sldMk cId="3577348434" sldId="432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3T19:44:15.878" v="9111" actId="20577"/>
          <ac:spMkLst>
            <pc:docMk/>
            <pc:sldMk cId="3577348434" sldId="432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3T19:22:09.671" v="8476" actId="6549"/>
          <ac:spMkLst>
            <pc:docMk/>
            <pc:sldMk cId="3577348434" sldId="432"/>
            <ac:spMk id="7" creationId="{69D993FF-7EB3-4FE5-A485-DA2C3C312642}"/>
          </ac:spMkLst>
        </pc:spChg>
        <pc:spChg chg="mod">
          <ac:chgData name="Martin Hardy" userId="18c45b91-9529-4376-afee-15439663c977" providerId="ADAL" clId="{28ACD1D4-4913-4D43-ADDE-00226F672BCE}" dt="2021-11-03T19:24:59.574" v="8530" actId="14100"/>
          <ac:spMkLst>
            <pc:docMk/>
            <pc:sldMk cId="3577348434" sldId="432"/>
            <ac:spMk id="8" creationId="{A9204AAB-0324-4CE6-BFBB-5AC042882832}"/>
          </ac:spMkLst>
        </pc:spChg>
      </pc:sldChg>
      <pc:sldChg chg="modSp add mod">
        <pc:chgData name="Martin Hardy" userId="18c45b91-9529-4376-afee-15439663c977" providerId="ADAL" clId="{28ACD1D4-4913-4D43-ADDE-00226F672BCE}" dt="2021-11-03T19:31:21.962" v="8725" actId="27107"/>
        <pc:sldMkLst>
          <pc:docMk/>
          <pc:sldMk cId="3383976716" sldId="433"/>
        </pc:sldMkLst>
        <pc:spChg chg="mod">
          <ac:chgData name="Martin Hardy" userId="18c45b91-9529-4376-afee-15439663c977" providerId="ADAL" clId="{28ACD1D4-4913-4D43-ADDE-00226F672BCE}" dt="2021-11-03T19:31:21.962" v="8725" actId="27107"/>
          <ac:spMkLst>
            <pc:docMk/>
            <pc:sldMk cId="3383976716" sldId="433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3T19:21:57.471" v="8474" actId="14100"/>
          <ac:spMkLst>
            <pc:docMk/>
            <pc:sldMk cId="3383976716" sldId="433"/>
            <ac:spMk id="4" creationId="{898EA1CE-4C31-4EA6-A4AA-3A371DE42173}"/>
          </ac:spMkLst>
        </pc:spChg>
        <pc:spChg chg="mod">
          <ac:chgData name="Martin Hardy" userId="18c45b91-9529-4376-afee-15439663c977" providerId="ADAL" clId="{28ACD1D4-4913-4D43-ADDE-00226F672BCE}" dt="2021-11-03T19:22:03.551" v="8475" actId="6549"/>
          <ac:spMkLst>
            <pc:docMk/>
            <pc:sldMk cId="3383976716" sldId="433"/>
            <ac:spMk id="7" creationId="{69D993FF-7EB3-4FE5-A485-DA2C3C312642}"/>
          </ac:spMkLst>
        </pc:spChg>
        <pc:spChg chg="mod">
          <ac:chgData name="Martin Hardy" userId="18c45b91-9529-4376-afee-15439663c977" providerId="ADAL" clId="{28ACD1D4-4913-4D43-ADDE-00226F672BCE}" dt="2021-11-03T19:21:53.569" v="8473" actId="14100"/>
          <ac:spMkLst>
            <pc:docMk/>
            <pc:sldMk cId="3383976716" sldId="433"/>
            <ac:spMk id="8" creationId="{A9204AAB-0324-4CE6-BFBB-5AC042882832}"/>
          </ac:spMkLst>
        </pc:spChg>
      </pc:sldChg>
      <pc:sldChg chg="modSp add mod">
        <pc:chgData name="Martin Hardy" userId="18c45b91-9529-4376-afee-15439663c977" providerId="ADAL" clId="{28ACD1D4-4913-4D43-ADDE-00226F672BCE}" dt="2021-11-03T19:33:29.627" v="8747" actId="14100"/>
        <pc:sldMkLst>
          <pc:docMk/>
          <pc:sldMk cId="3488510257" sldId="434"/>
        </pc:sldMkLst>
        <pc:spChg chg="mod">
          <ac:chgData name="Martin Hardy" userId="18c45b91-9529-4376-afee-15439663c977" providerId="ADAL" clId="{28ACD1D4-4913-4D43-ADDE-00226F672BCE}" dt="2021-11-03T19:33:29.627" v="8747" actId="14100"/>
          <ac:spMkLst>
            <pc:docMk/>
            <pc:sldMk cId="3488510257" sldId="434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3T19:31:59.915" v="8727" actId="20577"/>
          <ac:spMkLst>
            <pc:docMk/>
            <pc:sldMk cId="3488510257" sldId="434"/>
            <ac:spMk id="4" creationId="{898EA1CE-4C31-4EA6-A4AA-3A371DE42173}"/>
          </ac:spMkLst>
        </pc:spChg>
      </pc:sldChg>
      <pc:sldChg chg="addSp delSp modSp add mod">
        <pc:chgData name="Martin Hardy" userId="18c45b91-9529-4376-afee-15439663c977" providerId="ADAL" clId="{28ACD1D4-4913-4D43-ADDE-00226F672BCE}" dt="2021-11-03T20:08:19.605" v="9405" actId="14100"/>
        <pc:sldMkLst>
          <pc:docMk/>
          <pc:sldMk cId="1138479536" sldId="435"/>
        </pc:sldMkLst>
        <pc:spChg chg="mod">
          <ac:chgData name="Martin Hardy" userId="18c45b91-9529-4376-afee-15439663c977" providerId="ADAL" clId="{28ACD1D4-4913-4D43-ADDE-00226F672BCE}" dt="2021-11-03T20:04:02.221" v="9326"/>
          <ac:spMkLst>
            <pc:docMk/>
            <pc:sldMk cId="1138479536" sldId="435"/>
            <ac:spMk id="2" creationId="{1659D051-611F-4095-8E0C-6EF2ECF776A3}"/>
          </ac:spMkLst>
        </pc:spChg>
        <pc:spChg chg="mod">
          <ac:chgData name="Martin Hardy" userId="18c45b91-9529-4376-afee-15439663c977" providerId="ADAL" clId="{28ACD1D4-4913-4D43-ADDE-00226F672BCE}" dt="2021-11-03T20:03:59.047" v="9325" actId="20577"/>
          <ac:spMkLst>
            <pc:docMk/>
            <pc:sldMk cId="1138479536" sldId="435"/>
            <ac:spMk id="7" creationId="{58CFEB2A-7ACB-47A2-B1D7-F01F6368A70E}"/>
          </ac:spMkLst>
        </pc:spChg>
        <pc:spChg chg="mod">
          <ac:chgData name="Martin Hardy" userId="18c45b91-9529-4376-afee-15439663c977" providerId="ADAL" clId="{28ACD1D4-4913-4D43-ADDE-00226F672BCE}" dt="2021-11-03T20:07:44.470" v="9401" actId="404"/>
          <ac:spMkLst>
            <pc:docMk/>
            <pc:sldMk cId="1138479536" sldId="435"/>
            <ac:spMk id="8" creationId="{A9204AAB-0324-4CE6-BFBB-5AC042882832}"/>
          </ac:spMkLst>
        </pc:spChg>
        <pc:spChg chg="add del mod">
          <ac:chgData name="Martin Hardy" userId="18c45b91-9529-4376-afee-15439663c977" providerId="ADAL" clId="{28ACD1D4-4913-4D43-ADDE-00226F672BCE}" dt="2021-11-03T20:05:19.054" v="9363" actId="1076"/>
          <ac:spMkLst>
            <pc:docMk/>
            <pc:sldMk cId="1138479536" sldId="435"/>
            <ac:spMk id="12" creationId="{2EC1933B-51A7-46A7-9E06-99AAD9EC9210}"/>
          </ac:spMkLst>
        </pc:spChg>
        <pc:spChg chg="add mod">
          <ac:chgData name="Martin Hardy" userId="18c45b91-9529-4376-afee-15439663c977" providerId="ADAL" clId="{28ACD1D4-4913-4D43-ADDE-00226F672BCE}" dt="2021-11-03T20:05:54.030" v="9374" actId="14100"/>
          <ac:spMkLst>
            <pc:docMk/>
            <pc:sldMk cId="1138479536" sldId="435"/>
            <ac:spMk id="13" creationId="{00BF6FCF-64C8-4C76-9596-F61AD1142B41}"/>
          </ac:spMkLst>
        </pc:spChg>
        <pc:spChg chg="add mod">
          <ac:chgData name="Martin Hardy" userId="18c45b91-9529-4376-afee-15439663c977" providerId="ADAL" clId="{28ACD1D4-4913-4D43-ADDE-00226F672BCE}" dt="2021-11-03T20:08:19.605" v="9405" actId="14100"/>
          <ac:spMkLst>
            <pc:docMk/>
            <pc:sldMk cId="1138479536" sldId="435"/>
            <ac:spMk id="15" creationId="{4EA422D3-79A1-493E-98C9-76E9569097AE}"/>
          </ac:spMkLst>
        </pc:spChg>
        <pc:spChg chg="mod">
          <ac:chgData name="Martin Hardy" userId="18c45b91-9529-4376-afee-15439663c977" providerId="ADAL" clId="{28ACD1D4-4913-4D43-ADDE-00226F672BCE}" dt="2021-11-03T20:05:04.558" v="9359" actId="20577"/>
          <ac:spMkLst>
            <pc:docMk/>
            <pc:sldMk cId="1138479536" sldId="435"/>
            <ac:spMk id="19" creationId="{5F298C66-8404-463E-AE9C-013D13596A4A}"/>
          </ac:spMkLst>
        </pc:spChg>
        <pc:spChg chg="mod">
          <ac:chgData name="Martin Hardy" userId="18c45b91-9529-4376-afee-15439663c977" providerId="ADAL" clId="{28ACD1D4-4913-4D43-ADDE-00226F672BCE}" dt="2021-11-03T20:05:14.577" v="9362" actId="27636"/>
          <ac:spMkLst>
            <pc:docMk/>
            <pc:sldMk cId="1138479536" sldId="435"/>
            <ac:spMk id="20" creationId="{07E5FB5B-BBD6-4E0F-86F2-E90DA3ED3A1E}"/>
          </ac:spMkLst>
        </pc:spChg>
        <pc:spChg chg="del">
          <ac:chgData name="Martin Hardy" userId="18c45b91-9529-4376-afee-15439663c977" providerId="ADAL" clId="{28ACD1D4-4913-4D43-ADDE-00226F672BCE}" dt="2021-11-03T20:04:16.302" v="9329" actId="478"/>
          <ac:spMkLst>
            <pc:docMk/>
            <pc:sldMk cId="1138479536" sldId="435"/>
            <ac:spMk id="22" creationId="{E000116F-5B09-4647-9823-ACB216F2300D}"/>
          </ac:spMkLst>
        </pc:spChg>
        <pc:spChg chg="del">
          <ac:chgData name="Martin Hardy" userId="18c45b91-9529-4376-afee-15439663c977" providerId="ADAL" clId="{28ACD1D4-4913-4D43-ADDE-00226F672BCE}" dt="2021-11-03T20:04:59.670" v="9349" actId="478"/>
          <ac:spMkLst>
            <pc:docMk/>
            <pc:sldMk cId="1138479536" sldId="435"/>
            <ac:spMk id="23" creationId="{D8060C8C-A861-44ED-9B18-194DA567F8D0}"/>
          </ac:spMkLst>
        </pc:spChg>
        <pc:picChg chg="add mod">
          <ac:chgData name="Martin Hardy" userId="18c45b91-9529-4376-afee-15439663c977" providerId="ADAL" clId="{28ACD1D4-4913-4D43-ADDE-00226F672BCE}" dt="2021-11-03T20:07:35.329" v="9394"/>
          <ac:picMkLst>
            <pc:docMk/>
            <pc:sldMk cId="1138479536" sldId="435"/>
            <ac:picMk id="14" creationId="{1BB2EE76-784C-4C41-909B-CE14CFA0E3EB}"/>
          </ac:picMkLst>
        </pc:picChg>
      </pc:sldChg>
      <pc:sldChg chg="addSp delSp modSp add mod modClrScheme chgLayout">
        <pc:chgData name="Martin Hardy" userId="18c45b91-9529-4376-afee-15439663c977" providerId="ADAL" clId="{28ACD1D4-4913-4D43-ADDE-00226F672BCE}" dt="2021-11-06T13:22:45.374" v="9654" actId="6549"/>
        <pc:sldMkLst>
          <pc:docMk/>
          <pc:sldMk cId="1767336443" sldId="436"/>
        </pc:sldMkLst>
        <pc:spChg chg="mod ord">
          <ac:chgData name="Martin Hardy" userId="18c45b91-9529-4376-afee-15439663c977" providerId="ADAL" clId="{28ACD1D4-4913-4D43-ADDE-00226F672BCE}" dt="2021-11-06T13:22:13.321" v="9652" actId="20577"/>
          <ac:spMkLst>
            <pc:docMk/>
            <pc:sldMk cId="1767336443" sldId="436"/>
            <ac:spMk id="2" creationId="{28121302-8CC0-4962-85A8-8FAE55227E51}"/>
          </ac:spMkLst>
        </pc:spChg>
        <pc:spChg chg="del mod ord">
          <ac:chgData name="Martin Hardy" userId="18c45b91-9529-4376-afee-15439663c977" providerId="ADAL" clId="{28ACD1D4-4913-4D43-ADDE-00226F672BCE}" dt="2021-11-06T13:16:23.131" v="9569" actId="700"/>
          <ac:spMkLst>
            <pc:docMk/>
            <pc:sldMk cId="1767336443" sldId="436"/>
            <ac:spMk id="3" creationId="{52AC1559-12EB-4EA3-B5AB-AB41514805D1}"/>
          </ac:spMkLst>
        </pc:spChg>
        <pc:spChg chg="mod ord">
          <ac:chgData name="Martin Hardy" userId="18c45b91-9529-4376-afee-15439663c977" providerId="ADAL" clId="{28ACD1D4-4913-4D43-ADDE-00226F672BCE}" dt="2021-11-06T13:20:52.823" v="9624" actId="700"/>
          <ac:spMkLst>
            <pc:docMk/>
            <pc:sldMk cId="1767336443" sldId="436"/>
            <ac:spMk id="4" creationId="{78E578F2-378B-4717-B814-0C56B606DDDA}"/>
          </ac:spMkLst>
        </pc:spChg>
        <pc:spChg chg="mod ord">
          <ac:chgData name="Martin Hardy" userId="18c45b91-9529-4376-afee-15439663c977" providerId="ADAL" clId="{28ACD1D4-4913-4D43-ADDE-00226F672BCE}" dt="2021-11-06T13:20:52.823" v="9624" actId="700"/>
          <ac:spMkLst>
            <pc:docMk/>
            <pc:sldMk cId="1767336443" sldId="436"/>
            <ac:spMk id="5" creationId="{123D0F6D-5BF3-49AC-959B-27E6A1323378}"/>
          </ac:spMkLst>
        </pc:spChg>
        <pc:spChg chg="add del mod ord">
          <ac:chgData name="Martin Hardy" userId="18c45b91-9529-4376-afee-15439663c977" providerId="ADAL" clId="{28ACD1D4-4913-4D43-ADDE-00226F672BCE}" dt="2021-11-06T13:16:29.453" v="9573" actId="22"/>
          <ac:spMkLst>
            <pc:docMk/>
            <pc:sldMk cId="1767336443" sldId="436"/>
            <ac:spMk id="6" creationId="{AA720740-87E7-4A60-BA84-CEB9E6405E20}"/>
          </ac:spMkLst>
        </pc:spChg>
        <pc:spChg chg="mod ord">
          <ac:chgData name="Martin Hardy" userId="18c45b91-9529-4376-afee-15439663c977" providerId="ADAL" clId="{28ACD1D4-4913-4D43-ADDE-00226F672BCE}" dt="2021-11-06T13:22:45.374" v="9654" actId="6549"/>
          <ac:spMkLst>
            <pc:docMk/>
            <pc:sldMk cId="1767336443" sldId="436"/>
            <ac:spMk id="7" creationId="{D0C379DD-AAAE-4A42-92D8-5145241CBF73}"/>
          </ac:spMkLst>
        </pc:spChg>
        <pc:spChg chg="add mod ord">
          <ac:chgData name="Martin Hardy" userId="18c45b91-9529-4376-afee-15439663c977" providerId="ADAL" clId="{28ACD1D4-4913-4D43-ADDE-00226F672BCE}" dt="2021-11-06T13:21:54.815" v="9650" actId="27636"/>
          <ac:spMkLst>
            <pc:docMk/>
            <pc:sldMk cId="1767336443" sldId="436"/>
            <ac:spMk id="8" creationId="{906C4675-B3B2-4180-9B31-555BA697414C}"/>
          </ac:spMkLst>
        </pc:spChg>
        <pc:spChg chg="del mod ord">
          <ac:chgData name="Martin Hardy" userId="18c45b91-9529-4376-afee-15439663c977" providerId="ADAL" clId="{28ACD1D4-4913-4D43-ADDE-00226F672BCE}" dt="2021-11-06T13:16:23.131" v="9569" actId="700"/>
          <ac:spMkLst>
            <pc:docMk/>
            <pc:sldMk cId="1767336443" sldId="436"/>
            <ac:spMk id="10" creationId="{58D8AF27-356D-4E43-9FB7-9F9B91D83BF1}"/>
          </ac:spMkLst>
        </pc:spChg>
        <pc:spChg chg="del">
          <ac:chgData name="Martin Hardy" userId="18c45b91-9529-4376-afee-15439663c977" providerId="ADAL" clId="{28ACD1D4-4913-4D43-ADDE-00226F672BCE}" dt="2021-11-06T13:16:28.194" v="9572" actId="478"/>
          <ac:spMkLst>
            <pc:docMk/>
            <pc:sldMk cId="1767336443" sldId="436"/>
            <ac:spMk id="12" creationId="{4F0E3487-2A34-4CC8-A199-FDFD3EF05A68}"/>
          </ac:spMkLst>
        </pc:spChg>
        <pc:spChg chg="add del mod ord">
          <ac:chgData name="Martin Hardy" userId="18c45b91-9529-4376-afee-15439663c977" providerId="ADAL" clId="{28ACD1D4-4913-4D43-ADDE-00226F672BCE}" dt="2021-11-06T13:20:52.823" v="9624" actId="700"/>
          <ac:spMkLst>
            <pc:docMk/>
            <pc:sldMk cId="1767336443" sldId="436"/>
            <ac:spMk id="15" creationId="{4A469BE5-B799-4FA8-9171-E72241E2AF8A}"/>
          </ac:spMkLst>
        </pc:spChg>
        <pc:spChg chg="add del mod ord">
          <ac:chgData name="Martin Hardy" userId="18c45b91-9529-4376-afee-15439663c977" providerId="ADAL" clId="{28ACD1D4-4913-4D43-ADDE-00226F672BCE}" dt="2021-11-06T13:20:56.894" v="9626" actId="22"/>
          <ac:spMkLst>
            <pc:docMk/>
            <pc:sldMk cId="1767336443" sldId="436"/>
            <ac:spMk id="16" creationId="{74E8C749-EFF1-4F56-97D9-B2A6DFF9356E}"/>
          </ac:spMkLst>
        </pc:spChg>
        <pc:picChg chg="add del mod ord">
          <ac:chgData name="Martin Hardy" userId="18c45b91-9529-4376-afee-15439663c977" providerId="ADAL" clId="{28ACD1D4-4913-4D43-ADDE-00226F672BCE}" dt="2021-11-06T13:20:47.265" v="9622" actId="478"/>
          <ac:picMkLst>
            <pc:docMk/>
            <pc:sldMk cId="1767336443" sldId="436"/>
            <ac:picMk id="11" creationId="{4633F5CA-1F58-4E84-9B36-1E0FE30FD854}"/>
          </ac:picMkLst>
        </pc:picChg>
        <pc:picChg chg="add mod ord">
          <ac:chgData name="Martin Hardy" userId="18c45b91-9529-4376-afee-15439663c977" providerId="ADAL" clId="{28ACD1D4-4913-4D43-ADDE-00226F672BCE}" dt="2021-11-06T13:22:24.458" v="9653" actId="208"/>
          <ac:picMkLst>
            <pc:docMk/>
            <pc:sldMk cId="1767336443" sldId="436"/>
            <ac:picMk id="18" creationId="{23463AF7-314C-4860-8638-EB9B2C83CB78}"/>
          </ac:picMkLst>
        </pc:picChg>
      </pc:sldChg>
      <pc:sldChg chg="addSp delSp modSp add mod ord">
        <pc:chgData name="Martin Hardy" userId="18c45b91-9529-4376-afee-15439663c977" providerId="ADAL" clId="{28ACD1D4-4913-4D43-ADDE-00226F672BCE}" dt="2021-11-06T13:26:32.718" v="9750" actId="1076"/>
        <pc:sldMkLst>
          <pc:docMk/>
          <pc:sldMk cId="149626361" sldId="437"/>
        </pc:sldMkLst>
        <pc:spChg chg="mod">
          <ac:chgData name="Martin Hardy" userId="18c45b91-9529-4376-afee-15439663c977" providerId="ADAL" clId="{28ACD1D4-4913-4D43-ADDE-00226F672BCE}" dt="2021-11-06T13:23:23.716" v="9687" actId="27636"/>
          <ac:spMkLst>
            <pc:docMk/>
            <pc:sldMk cId="149626361" sldId="437"/>
            <ac:spMk id="2" creationId="{28121302-8CC0-4962-85A8-8FAE55227E51}"/>
          </ac:spMkLst>
        </pc:spChg>
        <pc:spChg chg="add mod">
          <ac:chgData name="Martin Hardy" userId="18c45b91-9529-4376-afee-15439663c977" providerId="ADAL" clId="{28ACD1D4-4913-4D43-ADDE-00226F672BCE}" dt="2021-11-06T13:25:33.957" v="9744" actId="20577"/>
          <ac:spMkLst>
            <pc:docMk/>
            <pc:sldMk cId="149626361" sldId="437"/>
            <ac:spMk id="6" creationId="{876DFEC8-72C1-4267-95BF-09EC053EF818}"/>
          </ac:spMkLst>
        </pc:spChg>
        <pc:spChg chg="del">
          <ac:chgData name="Martin Hardy" userId="18c45b91-9529-4376-afee-15439663c977" providerId="ADAL" clId="{28ACD1D4-4913-4D43-ADDE-00226F672BCE}" dt="2021-11-06T13:23:35.796" v="9689" actId="478"/>
          <ac:spMkLst>
            <pc:docMk/>
            <pc:sldMk cId="149626361" sldId="437"/>
            <ac:spMk id="8" creationId="{906C4675-B3B2-4180-9B31-555BA697414C}"/>
          </ac:spMkLst>
        </pc:spChg>
        <pc:spChg chg="add del mod">
          <ac:chgData name="Martin Hardy" userId="18c45b91-9529-4376-afee-15439663c977" providerId="ADAL" clId="{28ACD1D4-4913-4D43-ADDE-00226F672BCE}" dt="2021-11-06T13:25:59.642" v="9745" actId="22"/>
          <ac:spMkLst>
            <pc:docMk/>
            <pc:sldMk cId="149626361" sldId="437"/>
            <ac:spMk id="10" creationId="{5F270AD5-1901-4FC3-8EEC-F526434567DD}"/>
          </ac:spMkLst>
        </pc:spChg>
        <pc:picChg chg="add mod ord modCrop">
          <ac:chgData name="Martin Hardy" userId="18c45b91-9529-4376-afee-15439663c977" providerId="ADAL" clId="{28ACD1D4-4913-4D43-ADDE-00226F672BCE}" dt="2021-11-06T13:26:32.718" v="9750" actId="1076"/>
          <ac:picMkLst>
            <pc:docMk/>
            <pc:sldMk cId="149626361" sldId="437"/>
            <ac:picMk id="12" creationId="{C1D952EE-EA1A-4356-8781-39D5AE8192A2}"/>
          </ac:picMkLst>
        </pc:picChg>
        <pc:picChg chg="del">
          <ac:chgData name="Martin Hardy" userId="18c45b91-9529-4376-afee-15439663c977" providerId="ADAL" clId="{28ACD1D4-4913-4D43-ADDE-00226F672BCE}" dt="2021-11-06T13:23:31.364" v="9688" actId="478"/>
          <ac:picMkLst>
            <pc:docMk/>
            <pc:sldMk cId="149626361" sldId="437"/>
            <ac:picMk id="18" creationId="{23463AF7-314C-4860-8638-EB9B2C83CB78}"/>
          </ac:picMkLst>
        </pc:picChg>
      </pc:sldChg>
      <pc:sldChg chg="addSp delSp modSp add mod modClrScheme chgLayout">
        <pc:chgData name="Martin Hardy" userId="18c45b91-9529-4376-afee-15439663c977" providerId="ADAL" clId="{28ACD1D4-4913-4D43-ADDE-00226F672BCE}" dt="2021-11-06T15:36:59.005" v="10110" actId="20577"/>
        <pc:sldMkLst>
          <pc:docMk/>
          <pc:sldMk cId="717464434" sldId="438"/>
        </pc:sldMkLst>
        <pc:spChg chg="mod ord">
          <ac:chgData name="Martin Hardy" userId="18c45b91-9529-4376-afee-15439663c977" providerId="ADAL" clId="{28ACD1D4-4913-4D43-ADDE-00226F672BCE}" dt="2021-11-06T15:32:03.014" v="9923" actId="700"/>
          <ac:spMkLst>
            <pc:docMk/>
            <pc:sldMk cId="717464434" sldId="438"/>
            <ac:spMk id="2" creationId="{28121302-8CC0-4962-85A8-8FAE55227E51}"/>
          </ac:spMkLst>
        </pc:spChg>
        <pc:spChg chg="mod ord">
          <ac:chgData name="Martin Hardy" userId="18c45b91-9529-4376-afee-15439663c977" providerId="ADAL" clId="{28ACD1D4-4913-4D43-ADDE-00226F672BCE}" dt="2021-11-06T15:32:03.014" v="9923" actId="700"/>
          <ac:spMkLst>
            <pc:docMk/>
            <pc:sldMk cId="717464434" sldId="438"/>
            <ac:spMk id="4" creationId="{78E578F2-378B-4717-B814-0C56B606DDDA}"/>
          </ac:spMkLst>
        </pc:spChg>
        <pc:spChg chg="mod ord">
          <ac:chgData name="Martin Hardy" userId="18c45b91-9529-4376-afee-15439663c977" providerId="ADAL" clId="{28ACD1D4-4913-4D43-ADDE-00226F672BCE}" dt="2021-11-06T15:32:03.014" v="9923" actId="700"/>
          <ac:spMkLst>
            <pc:docMk/>
            <pc:sldMk cId="717464434" sldId="438"/>
            <ac:spMk id="5" creationId="{123D0F6D-5BF3-49AC-959B-27E6A1323378}"/>
          </ac:spMkLst>
        </pc:spChg>
        <pc:spChg chg="add del mod">
          <ac:chgData name="Martin Hardy" userId="18c45b91-9529-4376-afee-15439663c977" providerId="ADAL" clId="{28ACD1D4-4913-4D43-ADDE-00226F672BCE}" dt="2021-11-06T13:29:56.080" v="9790" actId="700"/>
          <ac:spMkLst>
            <pc:docMk/>
            <pc:sldMk cId="717464434" sldId="438"/>
            <ac:spMk id="6" creationId="{6940FFAF-0E99-450F-8703-E9364655C39D}"/>
          </ac:spMkLst>
        </pc:spChg>
        <pc:spChg chg="del">
          <ac:chgData name="Martin Hardy" userId="18c45b91-9529-4376-afee-15439663c977" providerId="ADAL" clId="{28ACD1D4-4913-4D43-ADDE-00226F672BCE}" dt="2021-11-06T13:29:56.080" v="9790" actId="700"/>
          <ac:spMkLst>
            <pc:docMk/>
            <pc:sldMk cId="717464434" sldId="438"/>
            <ac:spMk id="7" creationId="{D0C379DD-AAAE-4A42-92D8-5145241CBF73}"/>
          </ac:spMkLst>
        </pc:spChg>
        <pc:spChg chg="del mod">
          <ac:chgData name="Martin Hardy" userId="18c45b91-9529-4376-afee-15439663c977" providerId="ADAL" clId="{28ACD1D4-4913-4D43-ADDE-00226F672BCE}" dt="2021-11-06T13:29:56.080" v="9790" actId="700"/>
          <ac:spMkLst>
            <pc:docMk/>
            <pc:sldMk cId="717464434" sldId="438"/>
            <ac:spMk id="8" creationId="{906C4675-B3B2-4180-9B31-555BA697414C}"/>
          </ac:spMkLst>
        </pc:spChg>
        <pc:spChg chg="add del mod ord">
          <ac:chgData name="Martin Hardy" userId="18c45b91-9529-4376-afee-15439663c977" providerId="ADAL" clId="{28ACD1D4-4913-4D43-ADDE-00226F672BCE}" dt="2021-11-06T15:32:03.014" v="9923" actId="700"/>
          <ac:spMkLst>
            <pc:docMk/>
            <pc:sldMk cId="717464434" sldId="438"/>
            <ac:spMk id="9" creationId="{5A8DD246-51EE-4ABD-A881-CA40A32BCFB3}"/>
          </ac:spMkLst>
        </pc:spChg>
        <pc:spChg chg="add del mod ord">
          <ac:chgData name="Martin Hardy" userId="18c45b91-9529-4376-afee-15439663c977" providerId="ADAL" clId="{28ACD1D4-4913-4D43-ADDE-00226F672BCE}" dt="2021-11-06T15:31:53.404" v="9918" actId="700"/>
          <ac:spMkLst>
            <pc:docMk/>
            <pc:sldMk cId="717464434" sldId="438"/>
            <ac:spMk id="10" creationId="{9FF3D725-118B-49EF-BC59-5BB50845B541}"/>
          </ac:spMkLst>
        </pc:spChg>
        <pc:spChg chg="add del mod ord">
          <ac:chgData name="Martin Hardy" userId="18c45b91-9529-4376-afee-15439663c977" providerId="ADAL" clId="{28ACD1D4-4913-4D43-ADDE-00226F672BCE}" dt="2021-11-06T15:31:53.404" v="9918" actId="700"/>
          <ac:spMkLst>
            <pc:docMk/>
            <pc:sldMk cId="717464434" sldId="438"/>
            <ac:spMk id="11" creationId="{F2B47080-3BBB-437C-B978-6239551EB686}"/>
          </ac:spMkLst>
        </pc:spChg>
        <pc:spChg chg="add del mod ord">
          <ac:chgData name="Martin Hardy" userId="18c45b91-9529-4376-afee-15439663c977" providerId="ADAL" clId="{28ACD1D4-4913-4D43-ADDE-00226F672BCE}" dt="2021-11-06T15:32:03.014" v="9923" actId="700"/>
          <ac:spMkLst>
            <pc:docMk/>
            <pc:sldMk cId="717464434" sldId="438"/>
            <ac:spMk id="12" creationId="{99F41C3B-D85C-4294-B5A4-7B6D4AC57C17}"/>
          </ac:spMkLst>
        </pc:spChg>
        <pc:spChg chg="add del mod ord">
          <ac:chgData name="Martin Hardy" userId="18c45b91-9529-4376-afee-15439663c977" providerId="ADAL" clId="{28ACD1D4-4913-4D43-ADDE-00226F672BCE}" dt="2021-11-06T15:32:03.014" v="9923" actId="700"/>
          <ac:spMkLst>
            <pc:docMk/>
            <pc:sldMk cId="717464434" sldId="438"/>
            <ac:spMk id="14" creationId="{96ED09CB-1F30-42CF-B063-A009258405D1}"/>
          </ac:spMkLst>
        </pc:spChg>
        <pc:spChg chg="add mod ord">
          <ac:chgData name="Martin Hardy" userId="18c45b91-9529-4376-afee-15439663c977" providerId="ADAL" clId="{28ACD1D4-4913-4D43-ADDE-00226F672BCE}" dt="2021-11-06T15:36:16.494" v="10102" actId="14100"/>
          <ac:spMkLst>
            <pc:docMk/>
            <pc:sldMk cId="717464434" sldId="438"/>
            <ac:spMk id="15" creationId="{EDD025F5-EA61-415F-BDCB-C7D147A4B9F4}"/>
          </ac:spMkLst>
        </pc:spChg>
        <pc:spChg chg="add mod ord">
          <ac:chgData name="Martin Hardy" userId="18c45b91-9529-4376-afee-15439663c977" providerId="ADAL" clId="{28ACD1D4-4913-4D43-ADDE-00226F672BCE}" dt="2021-11-06T15:32:03.021" v="9924" actId="27636"/>
          <ac:spMkLst>
            <pc:docMk/>
            <pc:sldMk cId="717464434" sldId="438"/>
            <ac:spMk id="16" creationId="{7ADCD0C2-1D9D-4393-84EF-C1B9B44F7144}"/>
          </ac:spMkLst>
        </pc:spChg>
        <pc:spChg chg="add mod ord">
          <ac:chgData name="Martin Hardy" userId="18c45b91-9529-4376-afee-15439663c977" providerId="ADAL" clId="{28ACD1D4-4913-4D43-ADDE-00226F672BCE}" dt="2021-11-06T15:36:59.005" v="10110" actId="20577"/>
          <ac:spMkLst>
            <pc:docMk/>
            <pc:sldMk cId="717464434" sldId="438"/>
            <ac:spMk id="17" creationId="{1D8EE9E2-8C3E-424A-8488-9BA29878AA4A}"/>
          </ac:spMkLst>
        </pc:spChg>
        <pc:picChg chg="del">
          <ac:chgData name="Martin Hardy" userId="18c45b91-9529-4376-afee-15439663c977" providerId="ADAL" clId="{28ACD1D4-4913-4D43-ADDE-00226F672BCE}" dt="2021-11-06T13:29:52.236" v="9789" actId="478"/>
          <ac:picMkLst>
            <pc:docMk/>
            <pc:sldMk cId="717464434" sldId="438"/>
            <ac:picMk id="18" creationId="{23463AF7-314C-4860-8638-EB9B2C83CB78}"/>
          </ac:picMkLst>
        </pc:picChg>
      </pc:sldChg>
      <pc:sldChg chg="addSp delSp modSp add mod">
        <pc:chgData name="Martin Hardy" userId="18c45b91-9529-4376-afee-15439663c977" providerId="ADAL" clId="{28ACD1D4-4913-4D43-ADDE-00226F672BCE}" dt="2021-11-06T17:12:40.499" v="10835" actId="113"/>
        <pc:sldMkLst>
          <pc:docMk/>
          <pc:sldMk cId="648292922" sldId="439"/>
        </pc:sldMkLst>
        <pc:spChg chg="mod">
          <ac:chgData name="Martin Hardy" userId="18c45b91-9529-4376-afee-15439663c977" providerId="ADAL" clId="{28ACD1D4-4913-4D43-ADDE-00226F672BCE}" dt="2021-11-06T15:44:24.137" v="10125" actId="20577"/>
          <ac:spMkLst>
            <pc:docMk/>
            <pc:sldMk cId="648292922" sldId="439"/>
            <ac:spMk id="2" creationId="{28121302-8CC0-4962-85A8-8FAE55227E51}"/>
          </ac:spMkLst>
        </pc:spChg>
        <pc:spChg chg="add mod">
          <ac:chgData name="Martin Hardy" userId="18c45b91-9529-4376-afee-15439663c977" providerId="ADAL" clId="{28ACD1D4-4913-4D43-ADDE-00226F672BCE}" dt="2021-11-06T17:12:19.747" v="10831" actId="113"/>
          <ac:spMkLst>
            <pc:docMk/>
            <pc:sldMk cId="648292922" sldId="439"/>
            <ac:spMk id="3" creationId="{848AE791-937E-442B-8F2B-B94F45A3D796}"/>
          </ac:spMkLst>
        </pc:spChg>
        <pc:spChg chg="del mod">
          <ac:chgData name="Martin Hardy" userId="18c45b91-9529-4376-afee-15439663c977" providerId="ADAL" clId="{28ACD1D4-4913-4D43-ADDE-00226F672BCE}" dt="2021-11-06T15:50:07.228" v="10598"/>
          <ac:spMkLst>
            <pc:docMk/>
            <pc:sldMk cId="648292922" sldId="439"/>
            <ac:spMk id="15" creationId="{EDD025F5-EA61-415F-BDCB-C7D147A4B9F4}"/>
          </ac:spMkLst>
        </pc:spChg>
        <pc:spChg chg="mod">
          <ac:chgData name="Martin Hardy" userId="18c45b91-9529-4376-afee-15439663c977" providerId="ADAL" clId="{28ACD1D4-4913-4D43-ADDE-00226F672BCE}" dt="2021-11-06T17:11:37.922" v="10739" actId="20577"/>
          <ac:spMkLst>
            <pc:docMk/>
            <pc:sldMk cId="648292922" sldId="439"/>
            <ac:spMk id="16" creationId="{7ADCD0C2-1D9D-4393-84EF-C1B9B44F7144}"/>
          </ac:spMkLst>
        </pc:spChg>
        <pc:spChg chg="mod">
          <ac:chgData name="Martin Hardy" userId="18c45b91-9529-4376-afee-15439663c977" providerId="ADAL" clId="{28ACD1D4-4913-4D43-ADDE-00226F672BCE}" dt="2021-11-06T17:12:40.499" v="10835" actId="113"/>
          <ac:spMkLst>
            <pc:docMk/>
            <pc:sldMk cId="648292922" sldId="439"/>
            <ac:spMk id="17" creationId="{1D8EE9E2-8C3E-424A-8488-9BA29878AA4A}"/>
          </ac:spMkLst>
        </pc:spChg>
        <pc:picChg chg="add mod">
          <ac:chgData name="Martin Hardy" userId="18c45b91-9529-4376-afee-15439663c977" providerId="ADAL" clId="{28ACD1D4-4913-4D43-ADDE-00226F672BCE}" dt="2021-11-06T17:11:30.602" v="10738" actId="14100"/>
          <ac:picMkLst>
            <pc:docMk/>
            <pc:sldMk cId="648292922" sldId="439"/>
            <ac:picMk id="1026" creationId="{D56BA8CF-0593-46EC-99D6-E9102CD70FA8}"/>
          </ac:picMkLst>
        </pc:picChg>
      </pc:sldChg>
      <pc:sldChg chg="addSp delSp modSp new mod setBg">
        <pc:chgData name="Martin Hardy" userId="18c45b91-9529-4376-afee-15439663c977" providerId="ADAL" clId="{28ACD1D4-4913-4D43-ADDE-00226F672BCE}" dt="2021-11-06T17:16:35.703" v="10863" actId="14100"/>
        <pc:sldMkLst>
          <pc:docMk/>
          <pc:sldMk cId="2636555336" sldId="440"/>
        </pc:sldMkLst>
        <pc:spChg chg="mod">
          <ac:chgData name="Martin Hardy" userId="18c45b91-9529-4376-afee-15439663c977" providerId="ADAL" clId="{28ACD1D4-4913-4D43-ADDE-00226F672BCE}" dt="2021-11-06T17:15:52.506" v="10846" actId="26606"/>
          <ac:spMkLst>
            <pc:docMk/>
            <pc:sldMk cId="2636555336" sldId="440"/>
            <ac:spMk id="2" creationId="{16F41CBD-C2F2-4B7C-A12C-E4EF2E15C375}"/>
          </ac:spMkLst>
        </pc:spChg>
        <pc:spChg chg="del mod">
          <ac:chgData name="Martin Hardy" userId="18c45b91-9529-4376-afee-15439663c977" providerId="ADAL" clId="{28ACD1D4-4913-4D43-ADDE-00226F672BCE}" dt="2021-11-06T17:15:37.795" v="10843"/>
          <ac:spMkLst>
            <pc:docMk/>
            <pc:sldMk cId="2636555336" sldId="440"/>
            <ac:spMk id="3" creationId="{879932A5-E0C2-42C1-91DC-54ED016C5DAE}"/>
          </ac:spMkLst>
        </pc:spChg>
        <pc:spChg chg="mod ord">
          <ac:chgData name="Martin Hardy" userId="18c45b91-9529-4376-afee-15439663c977" providerId="ADAL" clId="{28ACD1D4-4913-4D43-ADDE-00226F672BCE}" dt="2021-11-06T17:15:52.506" v="10846" actId="26606"/>
          <ac:spMkLst>
            <pc:docMk/>
            <pc:sldMk cId="2636555336" sldId="440"/>
            <ac:spMk id="4" creationId="{BAFB4572-71DF-47AC-A3B0-0BCEE4391B64}"/>
          </ac:spMkLst>
        </pc:spChg>
        <pc:spChg chg="mod ord">
          <ac:chgData name="Martin Hardy" userId="18c45b91-9529-4376-afee-15439663c977" providerId="ADAL" clId="{28ACD1D4-4913-4D43-ADDE-00226F672BCE}" dt="2021-11-06T17:15:52.506" v="10846" actId="26606"/>
          <ac:spMkLst>
            <pc:docMk/>
            <pc:sldMk cId="2636555336" sldId="440"/>
            <ac:spMk id="5" creationId="{40AA5EA1-295D-4D87-9249-3307C9AFDAEF}"/>
          </ac:spMkLst>
        </pc:spChg>
        <pc:spChg chg="mod">
          <ac:chgData name="Martin Hardy" userId="18c45b91-9529-4376-afee-15439663c977" providerId="ADAL" clId="{28ACD1D4-4913-4D43-ADDE-00226F672BCE}" dt="2021-11-06T17:16:29.431" v="10862" actId="14100"/>
          <ac:spMkLst>
            <pc:docMk/>
            <pc:sldMk cId="2636555336" sldId="440"/>
            <ac:spMk id="6" creationId="{CF587CF8-E993-4E65-BA01-E1D03369B4BA}"/>
          </ac:spMkLst>
        </pc:spChg>
        <pc:spChg chg="add del">
          <ac:chgData name="Martin Hardy" userId="18c45b91-9529-4376-afee-15439663c977" providerId="ADAL" clId="{28ACD1D4-4913-4D43-ADDE-00226F672BCE}" dt="2021-11-06T17:15:51.874" v="10845" actId="26606"/>
          <ac:spMkLst>
            <pc:docMk/>
            <pc:sldMk cId="2636555336" sldId="440"/>
            <ac:spMk id="16" creationId="{4FAE1107-CEC3-4041-8BAA-CDB6F6759B35}"/>
          </ac:spMkLst>
        </pc:spChg>
        <pc:picChg chg="add del mod">
          <ac:chgData name="Martin Hardy" userId="18c45b91-9529-4376-afee-15439663c977" providerId="ADAL" clId="{28ACD1D4-4913-4D43-ADDE-00226F672BCE}" dt="2021-11-06T17:15:37.193" v="10842" actId="21"/>
          <ac:picMkLst>
            <pc:docMk/>
            <pc:sldMk cId="2636555336" sldId="440"/>
            <ac:picMk id="8" creationId="{F2A55B56-3D48-4831-A886-2B9A57535590}"/>
          </ac:picMkLst>
        </pc:picChg>
        <pc:picChg chg="add mod">
          <ac:chgData name="Martin Hardy" userId="18c45b91-9529-4376-afee-15439663c977" providerId="ADAL" clId="{28ACD1D4-4913-4D43-ADDE-00226F672BCE}" dt="2021-11-06T17:16:35.703" v="10863" actId="14100"/>
          <ac:picMkLst>
            <pc:docMk/>
            <pc:sldMk cId="2636555336" sldId="440"/>
            <ac:picMk id="9" creationId="{38968AD5-E74B-4690-B688-3CFB328EA1A5}"/>
          </ac:picMkLst>
        </pc:picChg>
        <pc:cxnChg chg="add">
          <ac:chgData name="Martin Hardy" userId="18c45b91-9529-4376-afee-15439663c977" providerId="ADAL" clId="{28ACD1D4-4913-4D43-ADDE-00226F672BCE}" dt="2021-11-06T17:15:52.506" v="10846" actId="26606"/>
          <ac:cxnSpMkLst>
            <pc:docMk/>
            <pc:sldMk cId="2636555336" sldId="440"/>
            <ac:cxnSpMk id="11" creationId="{9200C8B5-FB5A-4F8B-A9BD-693C051418A3}"/>
          </ac:cxnSpMkLst>
        </pc:cxnChg>
        <pc:cxnChg chg="add del">
          <ac:chgData name="Martin Hardy" userId="18c45b91-9529-4376-afee-15439663c977" providerId="ADAL" clId="{28ACD1D4-4913-4D43-ADDE-00226F672BCE}" dt="2021-11-06T17:15:51.874" v="10845" actId="26606"/>
          <ac:cxnSpMkLst>
            <pc:docMk/>
            <pc:sldMk cId="2636555336" sldId="440"/>
            <ac:cxnSpMk id="14" creationId="{9200C8B5-FB5A-4F8B-A9BD-693C051418A3}"/>
          </ac:cxnSpMkLst>
        </pc:cxnChg>
        <pc:cxnChg chg="add del">
          <ac:chgData name="Martin Hardy" userId="18c45b91-9529-4376-afee-15439663c977" providerId="ADAL" clId="{28ACD1D4-4913-4D43-ADDE-00226F672BCE}" dt="2021-11-06T17:15:51.874" v="10845" actId="26606"/>
          <ac:cxnSpMkLst>
            <pc:docMk/>
            <pc:sldMk cId="2636555336" sldId="440"/>
            <ac:cxnSpMk id="18" creationId="{1AEA88FB-F5DD-45CE-AAE1-7B33D0ABDD25}"/>
          </ac:cxnSpMkLst>
        </pc:cxnChg>
      </pc:sldChg>
      <pc:sldMasterChg chg="addSldLayout modSldLayout">
        <pc:chgData name="Martin Hardy" userId="18c45b91-9529-4376-afee-15439663c977" providerId="ADAL" clId="{28ACD1D4-4913-4D43-ADDE-00226F672BCE}" dt="2021-11-03T19:05:30.030" v="8095" actId="108"/>
        <pc:sldMasterMkLst>
          <pc:docMk/>
          <pc:sldMasterMk cId="655748020" sldId="2147483736"/>
        </pc:sldMasterMkLst>
        <pc:sldLayoutChg chg="modSp add mod replId modTransition">
          <pc:chgData name="Martin Hardy" userId="18c45b91-9529-4376-afee-15439663c977" providerId="ADAL" clId="{28ACD1D4-4913-4D43-ADDE-00226F672BCE}" dt="2021-11-03T19:05:30.030" v="8095" actId="108"/>
          <pc:sldLayoutMkLst>
            <pc:docMk/>
            <pc:sldMasterMk cId="655748020" sldId="2147483736"/>
            <pc:sldLayoutMk cId="1775158709" sldId="2147483767"/>
          </pc:sldLayoutMkLst>
          <pc:spChg chg="mod">
            <ac:chgData name="Martin Hardy" userId="18c45b91-9529-4376-afee-15439663c977" providerId="ADAL" clId="{28ACD1D4-4913-4D43-ADDE-00226F672BCE}" dt="2021-11-03T19:05:30.030" v="8095" actId="108"/>
            <ac:spMkLst>
              <pc:docMk/>
              <pc:sldMasterMk cId="655748020" sldId="2147483736"/>
              <pc:sldLayoutMk cId="1775158709" sldId="2147483767"/>
              <ac:spMk id="4" creationId="{00000000-0000-0000-0000-000000000000}"/>
            </ac:spMkLst>
          </pc:spChg>
          <pc:spChg chg="mod">
            <ac:chgData name="Martin Hardy" userId="18c45b91-9529-4376-afee-15439663c977" providerId="ADAL" clId="{28ACD1D4-4913-4D43-ADDE-00226F672BCE}" dt="2021-11-03T15:00:01.574" v="3611" actId="179"/>
            <ac:spMkLst>
              <pc:docMk/>
              <pc:sldMasterMk cId="655748020" sldId="2147483736"/>
              <pc:sldLayoutMk cId="1775158709" sldId="2147483767"/>
              <ac:spMk id="8" creationId="{431541AE-BA1E-4156-9EAB-85CCE671BEF0}"/>
            </ac:spMkLst>
          </pc:spChg>
        </pc:sldLayoutChg>
      </pc:sldMasterChg>
    </pc:docChg>
  </pc:docChgLst>
  <pc:docChgLst>
    <pc:chgData name="Martin Hardy" userId="18c45b91-9529-4376-afee-15439663c977" providerId="ADAL" clId="{00D4F08C-7E31-4DF7-8A5C-81DD50D184A2}"/>
    <pc:docChg chg="undo custSel addSld delSld modSld sldOrd modSection">
      <pc:chgData name="Martin Hardy" userId="18c45b91-9529-4376-afee-15439663c977" providerId="ADAL" clId="{00D4F08C-7E31-4DF7-8A5C-81DD50D184A2}" dt="2021-11-25T13:55:05.171" v="446" actId="20577"/>
      <pc:docMkLst>
        <pc:docMk/>
      </pc:docMkLst>
      <pc:sldChg chg="modSp mod">
        <pc:chgData name="Martin Hardy" userId="18c45b91-9529-4376-afee-15439663c977" providerId="ADAL" clId="{00D4F08C-7E31-4DF7-8A5C-81DD50D184A2}" dt="2021-11-21T18:16:28.875" v="18" actId="20577"/>
        <pc:sldMkLst>
          <pc:docMk/>
          <pc:sldMk cId="3737331811" sldId="257"/>
        </pc:sldMkLst>
        <pc:spChg chg="mod">
          <ac:chgData name="Martin Hardy" userId="18c45b91-9529-4376-afee-15439663c977" providerId="ADAL" clId="{00D4F08C-7E31-4DF7-8A5C-81DD50D184A2}" dt="2021-11-21T18:16:28.875" v="18" actId="20577"/>
          <ac:spMkLst>
            <pc:docMk/>
            <pc:sldMk cId="3737331811" sldId="257"/>
            <ac:spMk id="5" creationId="{9E480E55-15FD-4515-A046-9DB8D47B9CF5}"/>
          </ac:spMkLst>
        </pc:spChg>
      </pc:sldChg>
      <pc:sldChg chg="addSp delSp modSp mod setBg">
        <pc:chgData name="Martin Hardy" userId="18c45b91-9529-4376-afee-15439663c977" providerId="ADAL" clId="{00D4F08C-7E31-4DF7-8A5C-81DD50D184A2}" dt="2021-11-25T13:48:42.406" v="180" actId="26606"/>
        <pc:sldMkLst>
          <pc:docMk/>
          <pc:sldMk cId="3809762583" sldId="266"/>
        </pc:sldMkLst>
        <pc:spChg chg="mod">
          <ac:chgData name="Martin Hardy" userId="18c45b91-9529-4376-afee-15439663c977" providerId="ADAL" clId="{00D4F08C-7E31-4DF7-8A5C-81DD50D184A2}" dt="2021-11-25T13:48:42.406" v="180" actId="26606"/>
          <ac:spMkLst>
            <pc:docMk/>
            <pc:sldMk cId="3809762583" sldId="266"/>
            <ac:spMk id="2" creationId="{905CDD7D-A2BF-4AA3-8565-D7BACF492C21}"/>
          </ac:spMkLst>
        </pc:spChg>
        <pc:spChg chg="mod">
          <ac:chgData name="Martin Hardy" userId="18c45b91-9529-4376-afee-15439663c977" providerId="ADAL" clId="{00D4F08C-7E31-4DF7-8A5C-81DD50D184A2}" dt="2021-11-25T13:48:42.406" v="180" actId="26606"/>
          <ac:spMkLst>
            <pc:docMk/>
            <pc:sldMk cId="3809762583" sldId="266"/>
            <ac:spMk id="3" creationId="{0079E3F9-6F3C-4C12-89C1-4DD38088FAB3}"/>
          </ac:spMkLst>
        </pc:spChg>
        <pc:spChg chg="add del">
          <ac:chgData name="Martin Hardy" userId="18c45b91-9529-4376-afee-15439663c977" providerId="ADAL" clId="{00D4F08C-7E31-4DF7-8A5C-81DD50D184A2}" dt="2021-11-25T13:48:40.815" v="177" actId="26606"/>
          <ac:spMkLst>
            <pc:docMk/>
            <pc:sldMk cId="3809762583" sldId="266"/>
            <ac:spMk id="8" creationId="{8CD2B798-7994-4548-A2BE-4AEF9C1A5FAE}"/>
          </ac:spMkLst>
        </pc:spChg>
        <pc:spChg chg="add del">
          <ac:chgData name="Martin Hardy" userId="18c45b91-9529-4376-afee-15439663c977" providerId="ADAL" clId="{00D4F08C-7E31-4DF7-8A5C-81DD50D184A2}" dt="2021-11-25T13:48:13.105" v="173" actId="26606"/>
          <ac:spMkLst>
            <pc:docMk/>
            <pc:sldMk cId="3809762583" sldId="266"/>
            <ac:spMk id="9" creationId="{8CD2B798-7994-4548-A2BE-4AEF9C1A5FAE}"/>
          </ac:spMkLst>
        </pc:spChg>
        <pc:spChg chg="add del">
          <ac:chgData name="Martin Hardy" userId="18c45b91-9529-4376-afee-15439663c977" providerId="ADAL" clId="{00D4F08C-7E31-4DF7-8A5C-81DD50D184A2}" dt="2021-11-25T13:48:40.815" v="177" actId="26606"/>
          <ac:spMkLst>
            <pc:docMk/>
            <pc:sldMk cId="3809762583" sldId="266"/>
            <ac:spMk id="10" creationId="{E6162320-3B67-42BB-AF9D-939326E6489E}"/>
          </ac:spMkLst>
        </pc:spChg>
        <pc:spChg chg="add del">
          <ac:chgData name="Martin Hardy" userId="18c45b91-9529-4376-afee-15439663c977" providerId="ADAL" clId="{00D4F08C-7E31-4DF7-8A5C-81DD50D184A2}" dt="2021-11-25T13:48:13.105" v="173" actId="26606"/>
          <ac:spMkLst>
            <pc:docMk/>
            <pc:sldMk cId="3809762583" sldId="266"/>
            <ac:spMk id="11" creationId="{E6162320-3B67-42BB-AF9D-939326E6489E}"/>
          </ac:spMkLst>
        </pc:spChg>
        <pc:spChg chg="add del">
          <ac:chgData name="Martin Hardy" userId="18c45b91-9529-4376-afee-15439663c977" providerId="ADAL" clId="{00D4F08C-7E31-4DF7-8A5C-81DD50D184A2}" dt="2021-11-25T13:48:40.815" v="177" actId="26606"/>
          <ac:spMkLst>
            <pc:docMk/>
            <pc:sldMk cId="3809762583" sldId="266"/>
            <ac:spMk id="14" creationId="{2FDF0794-1B86-42B2-B8C7-F60123E638ED}"/>
          </ac:spMkLst>
        </pc:spChg>
        <pc:spChg chg="add del">
          <ac:chgData name="Martin Hardy" userId="18c45b91-9529-4376-afee-15439663c977" providerId="ADAL" clId="{00D4F08C-7E31-4DF7-8A5C-81DD50D184A2}" dt="2021-11-25T13:48:13.105" v="173" actId="26606"/>
          <ac:spMkLst>
            <pc:docMk/>
            <pc:sldMk cId="3809762583" sldId="266"/>
            <ac:spMk id="15" creationId="{2FDF0794-1B86-42B2-B8C7-F60123E638ED}"/>
          </ac:spMkLst>
        </pc:spChg>
        <pc:spChg chg="add del">
          <ac:chgData name="Martin Hardy" userId="18c45b91-9529-4376-afee-15439663c977" providerId="ADAL" clId="{00D4F08C-7E31-4DF7-8A5C-81DD50D184A2}" dt="2021-11-25T13:48:13.105" v="173" actId="26606"/>
          <ac:spMkLst>
            <pc:docMk/>
            <pc:sldMk cId="3809762583" sldId="266"/>
            <ac:spMk id="17" creationId="{EAA48FC5-3C83-4F1B-BC33-DF0B588F8317}"/>
          </ac:spMkLst>
        </pc:spChg>
        <pc:spChg chg="add del">
          <ac:chgData name="Martin Hardy" userId="18c45b91-9529-4376-afee-15439663c977" providerId="ADAL" clId="{00D4F08C-7E31-4DF7-8A5C-81DD50D184A2}" dt="2021-11-25T13:48:40.815" v="177" actId="26606"/>
          <ac:spMkLst>
            <pc:docMk/>
            <pc:sldMk cId="3809762583" sldId="266"/>
            <ac:spMk id="18" creationId="{C5373426-E26E-431D-959C-5DB96C0B6208}"/>
          </ac:spMkLst>
        </pc:spChg>
        <pc:spChg chg="add del">
          <ac:chgData name="Martin Hardy" userId="18c45b91-9529-4376-afee-15439663c977" providerId="ADAL" clId="{00D4F08C-7E31-4DF7-8A5C-81DD50D184A2}" dt="2021-11-25T13:48:42.376" v="179" actId="26606"/>
          <ac:spMkLst>
            <pc:docMk/>
            <pc:sldMk cId="3809762583" sldId="266"/>
            <ac:spMk id="22" creationId="{8CD2B798-7994-4548-A2BE-4AEF9C1A5FAE}"/>
          </ac:spMkLst>
        </pc:spChg>
        <pc:spChg chg="add del">
          <ac:chgData name="Martin Hardy" userId="18c45b91-9529-4376-afee-15439663c977" providerId="ADAL" clId="{00D4F08C-7E31-4DF7-8A5C-81DD50D184A2}" dt="2021-11-25T13:48:42.376" v="179" actId="26606"/>
          <ac:spMkLst>
            <pc:docMk/>
            <pc:sldMk cId="3809762583" sldId="266"/>
            <ac:spMk id="23" creationId="{E6162320-3B67-42BB-AF9D-939326E6489E}"/>
          </ac:spMkLst>
        </pc:spChg>
        <pc:spChg chg="add del">
          <ac:chgData name="Martin Hardy" userId="18c45b91-9529-4376-afee-15439663c977" providerId="ADAL" clId="{00D4F08C-7E31-4DF7-8A5C-81DD50D184A2}" dt="2021-11-25T13:48:42.376" v="179" actId="26606"/>
          <ac:spMkLst>
            <pc:docMk/>
            <pc:sldMk cId="3809762583" sldId="266"/>
            <ac:spMk id="25" creationId="{2FDF0794-1B86-42B2-B8C7-F60123E638ED}"/>
          </ac:spMkLst>
        </pc:spChg>
        <pc:spChg chg="add del">
          <ac:chgData name="Martin Hardy" userId="18c45b91-9529-4376-afee-15439663c977" providerId="ADAL" clId="{00D4F08C-7E31-4DF7-8A5C-81DD50D184A2}" dt="2021-11-25T13:48:42.376" v="179" actId="26606"/>
          <ac:spMkLst>
            <pc:docMk/>
            <pc:sldMk cId="3809762583" sldId="266"/>
            <ac:spMk id="27" creationId="{EAA48FC5-3C83-4F1B-BC33-DF0B588F8317}"/>
          </ac:spMkLst>
        </pc:spChg>
        <pc:spChg chg="add">
          <ac:chgData name="Martin Hardy" userId="18c45b91-9529-4376-afee-15439663c977" providerId="ADAL" clId="{00D4F08C-7E31-4DF7-8A5C-81DD50D184A2}" dt="2021-11-25T13:48:42.406" v="180" actId="26606"/>
          <ac:spMkLst>
            <pc:docMk/>
            <pc:sldMk cId="3809762583" sldId="266"/>
            <ac:spMk id="30" creationId="{8CD2B798-7994-4548-A2BE-4AEF9C1A5FAE}"/>
          </ac:spMkLst>
        </pc:spChg>
        <pc:spChg chg="add">
          <ac:chgData name="Martin Hardy" userId="18c45b91-9529-4376-afee-15439663c977" providerId="ADAL" clId="{00D4F08C-7E31-4DF7-8A5C-81DD50D184A2}" dt="2021-11-25T13:48:42.406" v="180" actId="26606"/>
          <ac:spMkLst>
            <pc:docMk/>
            <pc:sldMk cId="3809762583" sldId="266"/>
            <ac:spMk id="31" creationId="{E6162320-3B67-42BB-AF9D-939326E6489E}"/>
          </ac:spMkLst>
        </pc:spChg>
        <pc:spChg chg="add">
          <ac:chgData name="Martin Hardy" userId="18c45b91-9529-4376-afee-15439663c977" providerId="ADAL" clId="{00D4F08C-7E31-4DF7-8A5C-81DD50D184A2}" dt="2021-11-25T13:48:42.406" v="180" actId="26606"/>
          <ac:spMkLst>
            <pc:docMk/>
            <pc:sldMk cId="3809762583" sldId="266"/>
            <ac:spMk id="33" creationId="{2FDF0794-1B86-42B2-B8C7-F60123E638ED}"/>
          </ac:spMkLst>
        </pc:spChg>
        <pc:spChg chg="add">
          <ac:chgData name="Martin Hardy" userId="18c45b91-9529-4376-afee-15439663c977" providerId="ADAL" clId="{00D4F08C-7E31-4DF7-8A5C-81DD50D184A2}" dt="2021-11-25T13:48:42.406" v="180" actId="26606"/>
          <ac:spMkLst>
            <pc:docMk/>
            <pc:sldMk cId="3809762583" sldId="266"/>
            <ac:spMk id="35" creationId="{EAA48FC5-3C83-4F1B-BC33-DF0B588F8317}"/>
          </ac:spMkLst>
        </pc:spChg>
        <pc:picChg chg="add del">
          <ac:chgData name="Martin Hardy" userId="18c45b91-9529-4376-afee-15439663c977" providerId="ADAL" clId="{00D4F08C-7E31-4DF7-8A5C-81DD50D184A2}" dt="2021-11-25T13:48:13.105" v="173" actId="26606"/>
          <ac:picMkLst>
            <pc:docMk/>
            <pc:sldMk cId="3809762583" sldId="266"/>
            <ac:picMk id="7" creationId="{47543A2B-470B-4983-987B-B1DAE8AA2107}"/>
          </ac:picMkLst>
        </pc:picChg>
        <pc:picChg chg="add del">
          <ac:chgData name="Martin Hardy" userId="18c45b91-9529-4376-afee-15439663c977" providerId="ADAL" clId="{00D4F08C-7E31-4DF7-8A5C-81DD50D184A2}" dt="2021-11-25T13:48:40.815" v="177" actId="26606"/>
          <ac:picMkLst>
            <pc:docMk/>
            <pc:sldMk cId="3809762583" sldId="266"/>
            <ac:picMk id="16" creationId="{07ABA573-2899-4752-83D0-C1B72A41A406}"/>
          </ac:picMkLst>
        </pc:picChg>
        <pc:picChg chg="add del">
          <ac:chgData name="Martin Hardy" userId="18c45b91-9529-4376-afee-15439663c977" providerId="ADAL" clId="{00D4F08C-7E31-4DF7-8A5C-81DD50D184A2}" dt="2021-11-25T13:48:42.376" v="179" actId="26606"/>
          <ac:picMkLst>
            <pc:docMk/>
            <pc:sldMk cId="3809762583" sldId="266"/>
            <ac:picMk id="26" creationId="{4B8C7D2A-9FB0-4746-9BDC-312D55D5C13E}"/>
          </ac:picMkLst>
        </pc:picChg>
        <pc:picChg chg="add">
          <ac:chgData name="Martin Hardy" userId="18c45b91-9529-4376-afee-15439663c977" providerId="ADAL" clId="{00D4F08C-7E31-4DF7-8A5C-81DD50D184A2}" dt="2021-11-25T13:48:42.406" v="180" actId="26606"/>
          <ac:picMkLst>
            <pc:docMk/>
            <pc:sldMk cId="3809762583" sldId="266"/>
            <ac:picMk id="34" creationId="{1A128E6B-BFD9-408E-A49B-798E5AA735CA}"/>
          </ac:picMkLst>
        </pc:picChg>
        <pc:cxnChg chg="add del">
          <ac:chgData name="Martin Hardy" userId="18c45b91-9529-4376-afee-15439663c977" providerId="ADAL" clId="{00D4F08C-7E31-4DF7-8A5C-81DD50D184A2}" dt="2021-11-25T13:48:40.815" v="177" actId="26606"/>
          <ac:cxnSpMkLst>
            <pc:docMk/>
            <pc:sldMk cId="3809762583" sldId="266"/>
            <ac:cxnSpMk id="12" creationId="{6722E143-84C1-4F95-937C-78B92D2811CF}"/>
          </ac:cxnSpMkLst>
        </pc:cxnChg>
        <pc:cxnChg chg="add del">
          <ac:chgData name="Martin Hardy" userId="18c45b91-9529-4376-afee-15439663c977" providerId="ADAL" clId="{00D4F08C-7E31-4DF7-8A5C-81DD50D184A2}" dt="2021-11-25T13:48:13.105" v="173" actId="26606"/>
          <ac:cxnSpMkLst>
            <pc:docMk/>
            <pc:sldMk cId="3809762583" sldId="266"/>
            <ac:cxnSpMk id="13" creationId="{6722E143-84C1-4F95-937C-78B92D2811CF}"/>
          </ac:cxnSpMkLst>
        </pc:cxnChg>
        <pc:cxnChg chg="add del">
          <ac:chgData name="Martin Hardy" userId="18c45b91-9529-4376-afee-15439663c977" providerId="ADAL" clId="{00D4F08C-7E31-4DF7-8A5C-81DD50D184A2}" dt="2021-11-25T13:48:13.105" v="173" actId="26606"/>
          <ac:cxnSpMkLst>
            <pc:docMk/>
            <pc:sldMk cId="3809762583" sldId="266"/>
            <ac:cxnSpMk id="19" creationId="{62F01714-1A39-4194-BD47-8A9960C59985}"/>
          </ac:cxnSpMkLst>
        </pc:cxnChg>
        <pc:cxnChg chg="add del">
          <ac:chgData name="Martin Hardy" userId="18c45b91-9529-4376-afee-15439663c977" providerId="ADAL" clId="{00D4F08C-7E31-4DF7-8A5C-81DD50D184A2}" dt="2021-11-25T13:48:40.815" v="177" actId="26606"/>
          <ac:cxnSpMkLst>
            <pc:docMk/>
            <pc:sldMk cId="3809762583" sldId="266"/>
            <ac:cxnSpMk id="20" creationId="{96D07482-83A3-4451-943C-B46961082957}"/>
          </ac:cxnSpMkLst>
        </pc:cxnChg>
        <pc:cxnChg chg="add del">
          <ac:chgData name="Martin Hardy" userId="18c45b91-9529-4376-afee-15439663c977" providerId="ADAL" clId="{00D4F08C-7E31-4DF7-8A5C-81DD50D184A2}" dt="2021-11-25T13:48:42.376" v="179" actId="26606"/>
          <ac:cxnSpMkLst>
            <pc:docMk/>
            <pc:sldMk cId="3809762583" sldId="266"/>
            <ac:cxnSpMk id="24" creationId="{6722E143-84C1-4F95-937C-78B92D2811CF}"/>
          </ac:cxnSpMkLst>
        </pc:cxnChg>
        <pc:cxnChg chg="add del">
          <ac:chgData name="Martin Hardy" userId="18c45b91-9529-4376-afee-15439663c977" providerId="ADAL" clId="{00D4F08C-7E31-4DF7-8A5C-81DD50D184A2}" dt="2021-11-25T13:48:42.376" v="179" actId="26606"/>
          <ac:cxnSpMkLst>
            <pc:docMk/>
            <pc:sldMk cId="3809762583" sldId="266"/>
            <ac:cxnSpMk id="28" creationId="{62F01714-1A39-4194-BD47-8A9960C59985}"/>
          </ac:cxnSpMkLst>
        </pc:cxnChg>
        <pc:cxnChg chg="add">
          <ac:chgData name="Martin Hardy" userId="18c45b91-9529-4376-afee-15439663c977" providerId="ADAL" clId="{00D4F08C-7E31-4DF7-8A5C-81DD50D184A2}" dt="2021-11-25T13:48:42.406" v="180" actId="26606"/>
          <ac:cxnSpMkLst>
            <pc:docMk/>
            <pc:sldMk cId="3809762583" sldId="266"/>
            <ac:cxnSpMk id="32" creationId="{6722E143-84C1-4F95-937C-78B92D2811CF}"/>
          </ac:cxnSpMkLst>
        </pc:cxnChg>
        <pc:cxnChg chg="add">
          <ac:chgData name="Martin Hardy" userId="18c45b91-9529-4376-afee-15439663c977" providerId="ADAL" clId="{00D4F08C-7E31-4DF7-8A5C-81DD50D184A2}" dt="2021-11-25T13:48:42.406" v="180" actId="26606"/>
          <ac:cxnSpMkLst>
            <pc:docMk/>
            <pc:sldMk cId="3809762583" sldId="266"/>
            <ac:cxnSpMk id="36" creationId="{62F01714-1A39-4194-BD47-8A9960C59985}"/>
          </ac:cxnSpMkLst>
        </pc:cxnChg>
      </pc:sldChg>
      <pc:sldChg chg="addSp delSp modSp mod modClrScheme chgLayout modNotesTx">
        <pc:chgData name="Martin Hardy" userId="18c45b91-9529-4376-afee-15439663c977" providerId="ADAL" clId="{00D4F08C-7E31-4DF7-8A5C-81DD50D184A2}" dt="2021-11-25T13:42:46.659" v="129" actId="20577"/>
        <pc:sldMkLst>
          <pc:docMk/>
          <pc:sldMk cId="3984742994" sldId="385"/>
        </pc:sldMkLst>
        <pc:spChg chg="mod ord">
          <ac:chgData name="Martin Hardy" userId="18c45b91-9529-4376-afee-15439663c977" providerId="ADAL" clId="{00D4F08C-7E31-4DF7-8A5C-81DD50D184A2}" dt="2021-11-25T13:40:43.175" v="74" actId="700"/>
          <ac:spMkLst>
            <pc:docMk/>
            <pc:sldMk cId="3984742994" sldId="385"/>
            <ac:spMk id="2" creationId="{136A748A-1F80-4680-A5BC-E2AF0526BCFD}"/>
          </ac:spMkLst>
        </pc:spChg>
        <pc:spChg chg="add mod ord">
          <ac:chgData name="Martin Hardy" userId="18c45b91-9529-4376-afee-15439663c977" providerId="ADAL" clId="{00D4F08C-7E31-4DF7-8A5C-81DD50D184A2}" dt="2021-11-25T13:42:13.248" v="112" actId="20577"/>
          <ac:spMkLst>
            <pc:docMk/>
            <pc:sldMk cId="3984742994" sldId="385"/>
            <ac:spMk id="3" creationId="{E533D103-A3F0-4A08-BD6C-1D2BFE0B6880}"/>
          </ac:spMkLst>
        </pc:spChg>
        <pc:spChg chg="del mod ord">
          <ac:chgData name="Martin Hardy" userId="18c45b91-9529-4376-afee-15439663c977" providerId="ADAL" clId="{00D4F08C-7E31-4DF7-8A5C-81DD50D184A2}" dt="2021-11-25T13:40:43.175" v="74" actId="700"/>
          <ac:spMkLst>
            <pc:docMk/>
            <pc:sldMk cId="3984742994" sldId="385"/>
            <ac:spMk id="4" creationId="{118D370F-35B5-48D0-96EF-1611F902316F}"/>
          </ac:spMkLst>
        </pc:spChg>
        <pc:spChg chg="mod ord">
          <ac:chgData name="Martin Hardy" userId="18c45b91-9529-4376-afee-15439663c977" providerId="ADAL" clId="{00D4F08C-7E31-4DF7-8A5C-81DD50D184A2}" dt="2021-11-25T13:40:43.175" v="74" actId="700"/>
          <ac:spMkLst>
            <pc:docMk/>
            <pc:sldMk cId="3984742994" sldId="385"/>
            <ac:spMk id="5" creationId="{11CD095E-BBA4-47E4-8D53-713C7B022F16}"/>
          </ac:spMkLst>
        </pc:spChg>
        <pc:spChg chg="mod ord">
          <ac:chgData name="Martin Hardy" userId="18c45b91-9529-4376-afee-15439663c977" providerId="ADAL" clId="{00D4F08C-7E31-4DF7-8A5C-81DD50D184A2}" dt="2021-11-25T13:40:43.175" v="74" actId="700"/>
          <ac:spMkLst>
            <pc:docMk/>
            <pc:sldMk cId="3984742994" sldId="385"/>
            <ac:spMk id="6" creationId="{6ABA69B2-4B03-4A7D-8B27-DCCE00ACB29D}"/>
          </ac:spMkLst>
        </pc:spChg>
        <pc:spChg chg="del">
          <ac:chgData name="Martin Hardy" userId="18c45b91-9529-4376-afee-15439663c977" providerId="ADAL" clId="{00D4F08C-7E31-4DF7-8A5C-81DD50D184A2}" dt="2021-11-25T13:40:43.175" v="74" actId="700"/>
          <ac:spMkLst>
            <pc:docMk/>
            <pc:sldMk cId="3984742994" sldId="385"/>
            <ac:spMk id="7" creationId="{017C7709-0095-490C-84F5-03FAED028645}"/>
          </ac:spMkLst>
        </pc:spChg>
        <pc:spChg chg="del mod ord">
          <ac:chgData name="Martin Hardy" userId="18c45b91-9529-4376-afee-15439663c977" providerId="ADAL" clId="{00D4F08C-7E31-4DF7-8A5C-81DD50D184A2}" dt="2021-11-25T13:40:43.175" v="74" actId="700"/>
          <ac:spMkLst>
            <pc:docMk/>
            <pc:sldMk cId="3984742994" sldId="385"/>
            <ac:spMk id="8" creationId="{70590DA8-4F20-430F-95A3-F7B47E65B073}"/>
          </ac:spMkLst>
        </pc:spChg>
        <pc:spChg chg="del">
          <ac:chgData name="Martin Hardy" userId="18c45b91-9529-4376-afee-15439663c977" providerId="ADAL" clId="{00D4F08C-7E31-4DF7-8A5C-81DD50D184A2}" dt="2021-11-25T13:40:43.175" v="74" actId="700"/>
          <ac:spMkLst>
            <pc:docMk/>
            <pc:sldMk cId="3984742994" sldId="385"/>
            <ac:spMk id="9" creationId="{3C2D7E8A-A872-4F81-BEA6-1666C90551BC}"/>
          </ac:spMkLst>
        </pc:spChg>
        <pc:spChg chg="mod ord">
          <ac:chgData name="Martin Hardy" userId="18c45b91-9529-4376-afee-15439663c977" providerId="ADAL" clId="{00D4F08C-7E31-4DF7-8A5C-81DD50D184A2}" dt="2021-11-25T13:40:43.175" v="74" actId="700"/>
          <ac:spMkLst>
            <pc:docMk/>
            <pc:sldMk cId="3984742994" sldId="385"/>
            <ac:spMk id="11" creationId="{43DDC76A-0058-4C7E-B997-FBA61D16F64A}"/>
          </ac:spMkLst>
        </pc:spChg>
      </pc:sldChg>
      <pc:sldChg chg="del">
        <pc:chgData name="Martin Hardy" userId="18c45b91-9529-4376-afee-15439663c977" providerId="ADAL" clId="{00D4F08C-7E31-4DF7-8A5C-81DD50D184A2}" dt="2021-11-21T18:17:12.812" v="55" actId="47"/>
        <pc:sldMkLst>
          <pc:docMk/>
          <pc:sldMk cId="1547788328" sldId="461"/>
        </pc:sldMkLst>
      </pc:sldChg>
      <pc:sldChg chg="addSp delSp modSp add mod ord setBg setClrOvrMap">
        <pc:chgData name="Martin Hardy" userId="18c45b91-9529-4376-afee-15439663c977" providerId="ADAL" clId="{00D4F08C-7E31-4DF7-8A5C-81DD50D184A2}" dt="2021-11-25T13:48:31.355" v="175" actId="26606"/>
        <pc:sldMkLst>
          <pc:docMk/>
          <pc:sldMk cId="2459020464" sldId="461"/>
        </pc:sldMkLst>
        <pc:spChg chg="mod">
          <ac:chgData name="Martin Hardy" userId="18c45b91-9529-4376-afee-15439663c977" providerId="ADAL" clId="{00D4F08C-7E31-4DF7-8A5C-81DD50D184A2}" dt="2021-11-25T13:48:31.355" v="175" actId="26606"/>
          <ac:spMkLst>
            <pc:docMk/>
            <pc:sldMk cId="2459020464" sldId="461"/>
            <ac:spMk id="2" creationId="{905CDD7D-A2BF-4AA3-8565-D7BACF492C21}"/>
          </ac:spMkLst>
        </pc:spChg>
        <pc:spChg chg="mod">
          <ac:chgData name="Martin Hardy" userId="18c45b91-9529-4376-afee-15439663c977" providerId="ADAL" clId="{00D4F08C-7E31-4DF7-8A5C-81DD50D184A2}" dt="2021-11-25T13:48:31.355" v="175" actId="26606"/>
          <ac:spMkLst>
            <pc:docMk/>
            <pc:sldMk cId="2459020464" sldId="461"/>
            <ac:spMk id="3" creationId="{0079E3F9-6F3C-4C12-89C1-4DD38088FAB3}"/>
          </ac:spMkLst>
        </pc:spChg>
        <pc:spChg chg="add">
          <ac:chgData name="Martin Hardy" userId="18c45b91-9529-4376-afee-15439663c977" providerId="ADAL" clId="{00D4F08C-7E31-4DF7-8A5C-81DD50D184A2}" dt="2021-11-25T13:48:31.355" v="175" actId="26606"/>
          <ac:spMkLst>
            <pc:docMk/>
            <pc:sldMk cId="2459020464" sldId="461"/>
            <ac:spMk id="6" creationId="{8CD2B798-7994-4548-A2BE-4AEF9C1A5FAE}"/>
          </ac:spMkLst>
        </pc:spChg>
        <pc:spChg chg="add">
          <ac:chgData name="Martin Hardy" userId="18c45b91-9529-4376-afee-15439663c977" providerId="ADAL" clId="{00D4F08C-7E31-4DF7-8A5C-81DD50D184A2}" dt="2021-11-25T13:48:31.355" v="175" actId="26606"/>
          <ac:spMkLst>
            <pc:docMk/>
            <pc:sldMk cId="2459020464" sldId="461"/>
            <ac:spMk id="7" creationId="{E6162320-3B67-42BB-AF9D-939326E6489E}"/>
          </ac:spMkLst>
        </pc:spChg>
        <pc:spChg chg="add del">
          <ac:chgData name="Martin Hardy" userId="18c45b91-9529-4376-afee-15439663c977" providerId="ADAL" clId="{00D4F08C-7E31-4DF7-8A5C-81DD50D184A2}" dt="2021-11-25T13:47:52.673" v="170" actId="26606"/>
          <ac:spMkLst>
            <pc:docMk/>
            <pc:sldMk cId="2459020464" sldId="461"/>
            <ac:spMk id="9" creationId="{8CD2B798-7994-4548-A2BE-4AEF9C1A5FAE}"/>
          </ac:spMkLst>
        </pc:spChg>
        <pc:spChg chg="add">
          <ac:chgData name="Martin Hardy" userId="18c45b91-9529-4376-afee-15439663c977" providerId="ADAL" clId="{00D4F08C-7E31-4DF7-8A5C-81DD50D184A2}" dt="2021-11-25T13:48:31.355" v="175" actId="26606"/>
          <ac:spMkLst>
            <pc:docMk/>
            <pc:sldMk cId="2459020464" sldId="461"/>
            <ac:spMk id="10" creationId="{2FDF0794-1B86-42B2-B8C7-F60123E638ED}"/>
          </ac:spMkLst>
        </pc:spChg>
        <pc:spChg chg="add del">
          <ac:chgData name="Martin Hardy" userId="18c45b91-9529-4376-afee-15439663c977" providerId="ADAL" clId="{00D4F08C-7E31-4DF7-8A5C-81DD50D184A2}" dt="2021-11-25T13:47:52.673" v="170" actId="26606"/>
          <ac:spMkLst>
            <pc:docMk/>
            <pc:sldMk cId="2459020464" sldId="461"/>
            <ac:spMk id="11" creationId="{E6162320-3B67-42BB-AF9D-939326E6489E}"/>
          </ac:spMkLst>
        </pc:spChg>
        <pc:spChg chg="add">
          <ac:chgData name="Martin Hardy" userId="18c45b91-9529-4376-afee-15439663c977" providerId="ADAL" clId="{00D4F08C-7E31-4DF7-8A5C-81DD50D184A2}" dt="2021-11-25T13:48:31.355" v="175" actId="26606"/>
          <ac:spMkLst>
            <pc:docMk/>
            <pc:sldMk cId="2459020464" sldId="461"/>
            <ac:spMk id="14" creationId="{EAA48FC5-3C83-4F1B-BC33-DF0B588F8317}"/>
          </ac:spMkLst>
        </pc:spChg>
        <pc:spChg chg="add del">
          <ac:chgData name="Martin Hardy" userId="18c45b91-9529-4376-afee-15439663c977" providerId="ADAL" clId="{00D4F08C-7E31-4DF7-8A5C-81DD50D184A2}" dt="2021-11-25T13:47:52.673" v="170" actId="26606"/>
          <ac:spMkLst>
            <pc:docMk/>
            <pc:sldMk cId="2459020464" sldId="461"/>
            <ac:spMk id="15" creationId="{B8D726A5-7900-41B4-8D49-49B4A2010E7C}"/>
          </ac:spMkLst>
        </pc:spChg>
        <pc:spChg chg="add del">
          <ac:chgData name="Martin Hardy" userId="18c45b91-9529-4376-afee-15439663c977" providerId="ADAL" clId="{00D4F08C-7E31-4DF7-8A5C-81DD50D184A2}" dt="2021-11-25T13:48:14.928" v="174" actId="26606"/>
          <ac:spMkLst>
            <pc:docMk/>
            <pc:sldMk cId="2459020464" sldId="461"/>
            <ac:spMk id="19" creationId="{8CD2B798-7994-4548-A2BE-4AEF9C1A5FAE}"/>
          </ac:spMkLst>
        </pc:spChg>
        <pc:spChg chg="add del">
          <ac:chgData name="Martin Hardy" userId="18c45b91-9529-4376-afee-15439663c977" providerId="ADAL" clId="{00D4F08C-7E31-4DF7-8A5C-81DD50D184A2}" dt="2021-11-25T13:48:14.928" v="174" actId="26606"/>
          <ac:spMkLst>
            <pc:docMk/>
            <pc:sldMk cId="2459020464" sldId="461"/>
            <ac:spMk id="20" creationId="{E6162320-3B67-42BB-AF9D-939326E6489E}"/>
          </ac:spMkLst>
        </pc:spChg>
        <pc:spChg chg="add del">
          <ac:chgData name="Martin Hardy" userId="18c45b91-9529-4376-afee-15439663c977" providerId="ADAL" clId="{00D4F08C-7E31-4DF7-8A5C-81DD50D184A2}" dt="2021-11-25T13:48:14.928" v="174" actId="26606"/>
          <ac:spMkLst>
            <pc:docMk/>
            <pc:sldMk cId="2459020464" sldId="461"/>
            <ac:spMk id="22" creationId="{B8D726A5-7900-41B4-8D49-49B4A2010E7C}"/>
          </ac:spMkLst>
        </pc:spChg>
        <pc:picChg chg="add del">
          <ac:chgData name="Martin Hardy" userId="18c45b91-9529-4376-afee-15439663c977" providerId="ADAL" clId="{00D4F08C-7E31-4DF7-8A5C-81DD50D184A2}" dt="2021-11-25T13:47:52.673" v="170" actId="26606"/>
          <ac:picMkLst>
            <pc:docMk/>
            <pc:sldMk cId="2459020464" sldId="461"/>
            <ac:picMk id="5" creationId="{DA311C11-34DC-448F-ADB6-128E485A937A}"/>
          </ac:picMkLst>
        </pc:picChg>
        <pc:picChg chg="add">
          <ac:chgData name="Martin Hardy" userId="18c45b91-9529-4376-afee-15439663c977" providerId="ADAL" clId="{00D4F08C-7E31-4DF7-8A5C-81DD50D184A2}" dt="2021-11-25T13:48:31.355" v="175" actId="26606"/>
          <ac:picMkLst>
            <pc:docMk/>
            <pc:sldMk cId="2459020464" sldId="461"/>
            <ac:picMk id="12" creationId="{7BE78232-077C-4B2F-A4A3-64C09DDEA23C}"/>
          </ac:picMkLst>
        </pc:picChg>
        <pc:picChg chg="add del">
          <ac:chgData name="Martin Hardy" userId="18c45b91-9529-4376-afee-15439663c977" providerId="ADAL" clId="{00D4F08C-7E31-4DF7-8A5C-81DD50D184A2}" dt="2021-11-25T13:48:14.928" v="174" actId="26606"/>
          <ac:picMkLst>
            <pc:docMk/>
            <pc:sldMk cId="2459020464" sldId="461"/>
            <ac:picMk id="23" creationId="{9FB913A6-960E-45A8-9758-702971725D8B}"/>
          </ac:picMkLst>
        </pc:picChg>
        <pc:cxnChg chg="add">
          <ac:chgData name="Martin Hardy" userId="18c45b91-9529-4376-afee-15439663c977" providerId="ADAL" clId="{00D4F08C-7E31-4DF7-8A5C-81DD50D184A2}" dt="2021-11-25T13:48:31.355" v="175" actId="26606"/>
          <ac:cxnSpMkLst>
            <pc:docMk/>
            <pc:sldMk cId="2459020464" sldId="461"/>
            <ac:cxnSpMk id="8" creationId="{6722E143-84C1-4F95-937C-78B92D2811CF}"/>
          </ac:cxnSpMkLst>
        </pc:cxnChg>
        <pc:cxnChg chg="add del">
          <ac:chgData name="Martin Hardy" userId="18c45b91-9529-4376-afee-15439663c977" providerId="ADAL" clId="{00D4F08C-7E31-4DF7-8A5C-81DD50D184A2}" dt="2021-11-25T13:47:52.673" v="170" actId="26606"/>
          <ac:cxnSpMkLst>
            <pc:docMk/>
            <pc:sldMk cId="2459020464" sldId="461"/>
            <ac:cxnSpMk id="13" creationId="{6722E143-84C1-4F95-937C-78B92D2811CF}"/>
          </ac:cxnSpMkLst>
        </pc:cxnChg>
        <pc:cxnChg chg="add">
          <ac:chgData name="Martin Hardy" userId="18c45b91-9529-4376-afee-15439663c977" providerId="ADAL" clId="{00D4F08C-7E31-4DF7-8A5C-81DD50D184A2}" dt="2021-11-25T13:48:31.355" v="175" actId="26606"/>
          <ac:cxnSpMkLst>
            <pc:docMk/>
            <pc:sldMk cId="2459020464" sldId="461"/>
            <ac:cxnSpMk id="16" creationId="{62F01714-1A39-4194-BD47-8A9960C59985}"/>
          </ac:cxnSpMkLst>
        </pc:cxnChg>
        <pc:cxnChg chg="add del">
          <ac:chgData name="Martin Hardy" userId="18c45b91-9529-4376-afee-15439663c977" providerId="ADAL" clId="{00D4F08C-7E31-4DF7-8A5C-81DD50D184A2}" dt="2021-11-25T13:47:52.673" v="170" actId="26606"/>
          <ac:cxnSpMkLst>
            <pc:docMk/>
            <pc:sldMk cId="2459020464" sldId="461"/>
            <ac:cxnSpMk id="17" creationId="{46E49661-E258-450C-8150-A91A6B30D1CD}"/>
          </ac:cxnSpMkLst>
        </pc:cxnChg>
        <pc:cxnChg chg="add del">
          <ac:chgData name="Martin Hardy" userId="18c45b91-9529-4376-afee-15439663c977" providerId="ADAL" clId="{00D4F08C-7E31-4DF7-8A5C-81DD50D184A2}" dt="2021-11-25T13:48:14.928" v="174" actId="26606"/>
          <ac:cxnSpMkLst>
            <pc:docMk/>
            <pc:sldMk cId="2459020464" sldId="461"/>
            <ac:cxnSpMk id="21" creationId="{6722E143-84C1-4F95-937C-78B92D2811CF}"/>
          </ac:cxnSpMkLst>
        </pc:cxnChg>
        <pc:cxnChg chg="add del">
          <ac:chgData name="Martin Hardy" userId="18c45b91-9529-4376-afee-15439663c977" providerId="ADAL" clId="{00D4F08C-7E31-4DF7-8A5C-81DD50D184A2}" dt="2021-11-25T13:48:14.928" v="174" actId="26606"/>
          <ac:cxnSpMkLst>
            <pc:docMk/>
            <pc:sldMk cId="2459020464" sldId="461"/>
            <ac:cxnSpMk id="24" creationId="{46E49661-E258-450C-8150-A91A6B30D1CD}"/>
          </ac:cxnSpMkLst>
        </pc:cxnChg>
      </pc:sldChg>
      <pc:sldChg chg="addSp delSp modSp add mod setBg">
        <pc:chgData name="Martin Hardy" userId="18c45b91-9529-4376-afee-15439663c977" providerId="ADAL" clId="{00D4F08C-7E31-4DF7-8A5C-81DD50D184A2}" dt="2021-11-25T13:44:00.408" v="154" actId="26606"/>
        <pc:sldMkLst>
          <pc:docMk/>
          <pc:sldMk cId="391070936" sldId="462"/>
        </pc:sldMkLst>
        <pc:spChg chg="mod">
          <ac:chgData name="Martin Hardy" userId="18c45b91-9529-4376-afee-15439663c977" providerId="ADAL" clId="{00D4F08C-7E31-4DF7-8A5C-81DD50D184A2}" dt="2021-11-25T13:44:00.408" v="154" actId="26606"/>
          <ac:spMkLst>
            <pc:docMk/>
            <pc:sldMk cId="391070936" sldId="462"/>
            <ac:spMk id="2" creationId="{136A748A-1F80-4680-A5BC-E2AF0526BCFD}"/>
          </ac:spMkLst>
        </pc:spChg>
        <pc:spChg chg="del mod">
          <ac:chgData name="Martin Hardy" userId="18c45b91-9529-4376-afee-15439663c977" providerId="ADAL" clId="{00D4F08C-7E31-4DF7-8A5C-81DD50D184A2}" dt="2021-11-25T13:43:18.802" v="147"/>
          <ac:spMkLst>
            <pc:docMk/>
            <pc:sldMk cId="391070936" sldId="462"/>
            <ac:spMk id="3" creationId="{E533D103-A3F0-4A08-BD6C-1D2BFE0B6880}"/>
          </ac:spMkLst>
        </pc:spChg>
        <pc:spChg chg="mod ord">
          <ac:chgData name="Martin Hardy" userId="18c45b91-9529-4376-afee-15439663c977" providerId="ADAL" clId="{00D4F08C-7E31-4DF7-8A5C-81DD50D184A2}" dt="2021-11-25T13:44:00.408" v="154" actId="26606"/>
          <ac:spMkLst>
            <pc:docMk/>
            <pc:sldMk cId="391070936" sldId="462"/>
            <ac:spMk id="5" creationId="{11CD095E-BBA4-47E4-8D53-713C7B022F16}"/>
          </ac:spMkLst>
        </pc:spChg>
        <pc:spChg chg="mod ord">
          <ac:chgData name="Martin Hardy" userId="18c45b91-9529-4376-afee-15439663c977" providerId="ADAL" clId="{00D4F08C-7E31-4DF7-8A5C-81DD50D184A2}" dt="2021-11-25T13:44:00.408" v="154" actId="26606"/>
          <ac:spMkLst>
            <pc:docMk/>
            <pc:sldMk cId="391070936" sldId="462"/>
            <ac:spMk id="6" creationId="{6ABA69B2-4B03-4A7D-8B27-DCCE00ACB29D}"/>
          </ac:spMkLst>
        </pc:spChg>
        <pc:spChg chg="mod">
          <ac:chgData name="Martin Hardy" userId="18c45b91-9529-4376-afee-15439663c977" providerId="ADAL" clId="{00D4F08C-7E31-4DF7-8A5C-81DD50D184A2}" dt="2021-11-25T13:44:00.408" v="154" actId="26606"/>
          <ac:spMkLst>
            <pc:docMk/>
            <pc:sldMk cId="391070936" sldId="462"/>
            <ac:spMk id="11" creationId="{43DDC76A-0058-4C7E-B997-FBA61D16F64A}"/>
          </ac:spMkLst>
        </pc:spChg>
        <pc:spChg chg="add del">
          <ac:chgData name="Martin Hardy" userId="18c45b91-9529-4376-afee-15439663c977" providerId="ADAL" clId="{00D4F08C-7E31-4DF7-8A5C-81DD50D184A2}" dt="2021-11-25T13:44:00.408" v="154" actId="26606"/>
          <ac:spMkLst>
            <pc:docMk/>
            <pc:sldMk cId="391070936" sldId="462"/>
            <ac:spMk id="13" creationId="{3A8EC506-B1DA-46A1-B44D-774E68468E13}"/>
          </ac:spMkLst>
        </pc:spChg>
        <pc:spChg chg="add del">
          <ac:chgData name="Martin Hardy" userId="18c45b91-9529-4376-afee-15439663c977" providerId="ADAL" clId="{00D4F08C-7E31-4DF7-8A5C-81DD50D184A2}" dt="2021-11-25T13:44:00.408" v="154" actId="26606"/>
          <ac:spMkLst>
            <pc:docMk/>
            <pc:sldMk cId="391070936" sldId="462"/>
            <ac:spMk id="14" creationId="{BFF30785-305E-45D7-984F-5AA93D3CA561}"/>
          </ac:spMkLst>
        </pc:spChg>
        <pc:spChg chg="add del">
          <ac:chgData name="Martin Hardy" userId="18c45b91-9529-4376-afee-15439663c977" providerId="ADAL" clId="{00D4F08C-7E31-4DF7-8A5C-81DD50D184A2}" dt="2021-11-25T13:43:57.393" v="152" actId="26606"/>
          <ac:spMkLst>
            <pc:docMk/>
            <pc:sldMk cId="391070936" sldId="462"/>
            <ac:spMk id="16" creationId="{3A8EC506-B1DA-46A1-B44D-774E68468E13}"/>
          </ac:spMkLst>
        </pc:spChg>
        <pc:spChg chg="add del">
          <ac:chgData name="Martin Hardy" userId="18c45b91-9529-4376-afee-15439663c977" providerId="ADAL" clId="{00D4F08C-7E31-4DF7-8A5C-81DD50D184A2}" dt="2021-11-25T13:44:00.408" v="154" actId="26606"/>
          <ac:spMkLst>
            <pc:docMk/>
            <pc:sldMk cId="391070936" sldId="462"/>
            <ac:spMk id="17" creationId="{C6D18C07-B1F9-42F0-8956-B88FC37A674C}"/>
          </ac:spMkLst>
        </pc:spChg>
        <pc:spChg chg="add del">
          <ac:chgData name="Martin Hardy" userId="18c45b91-9529-4376-afee-15439663c977" providerId="ADAL" clId="{00D4F08C-7E31-4DF7-8A5C-81DD50D184A2}" dt="2021-11-25T13:43:57.393" v="152" actId="26606"/>
          <ac:spMkLst>
            <pc:docMk/>
            <pc:sldMk cId="391070936" sldId="462"/>
            <ac:spMk id="18" creationId="{BFF30785-305E-45D7-984F-5AA93D3CA561}"/>
          </ac:spMkLst>
        </pc:spChg>
        <pc:spChg chg="add del">
          <ac:chgData name="Martin Hardy" userId="18c45b91-9529-4376-afee-15439663c977" providerId="ADAL" clId="{00D4F08C-7E31-4DF7-8A5C-81DD50D184A2}" dt="2021-11-25T13:43:57.393" v="152" actId="26606"/>
          <ac:spMkLst>
            <pc:docMk/>
            <pc:sldMk cId="391070936" sldId="462"/>
            <ac:spMk id="22" creationId="{42DD0C21-8FEE-4C18-8789-CC8ABE206FE6}"/>
          </ac:spMkLst>
        </pc:spChg>
        <pc:spChg chg="add del">
          <ac:chgData name="Martin Hardy" userId="18c45b91-9529-4376-afee-15439663c977" providerId="ADAL" clId="{00D4F08C-7E31-4DF7-8A5C-81DD50D184A2}" dt="2021-11-25T13:43:57.393" v="152" actId="26606"/>
          <ac:spMkLst>
            <pc:docMk/>
            <pc:sldMk cId="391070936" sldId="462"/>
            <ac:spMk id="24" creationId="{A4B51757-7607-4CEA-A0EE-3C5BDC2C1CFB}"/>
          </ac:spMkLst>
        </pc:spChg>
        <pc:picChg chg="add mod">
          <ac:chgData name="Martin Hardy" userId="18c45b91-9529-4376-afee-15439663c977" providerId="ADAL" clId="{00D4F08C-7E31-4DF7-8A5C-81DD50D184A2}" dt="2021-11-25T13:44:00.408" v="154" actId="26606"/>
          <ac:picMkLst>
            <pc:docMk/>
            <pc:sldMk cId="391070936" sldId="462"/>
            <ac:picMk id="7" creationId="{BAA31F66-8D7F-4441-A15E-20ABE40ADA9B}"/>
          </ac:picMkLst>
        </pc:picChg>
        <pc:cxnChg chg="add del">
          <ac:chgData name="Martin Hardy" userId="18c45b91-9529-4376-afee-15439663c977" providerId="ADAL" clId="{00D4F08C-7E31-4DF7-8A5C-81DD50D184A2}" dt="2021-11-25T13:44:00.408" v="154" actId="26606"/>
          <ac:cxnSpMkLst>
            <pc:docMk/>
            <pc:sldMk cId="391070936" sldId="462"/>
            <ac:cxnSpMk id="15" creationId="{15E01FA5-D766-43CA-A83D-E7CF3F04E96F}"/>
          </ac:cxnSpMkLst>
        </pc:cxnChg>
        <pc:cxnChg chg="add del">
          <ac:chgData name="Martin Hardy" userId="18c45b91-9529-4376-afee-15439663c977" providerId="ADAL" clId="{00D4F08C-7E31-4DF7-8A5C-81DD50D184A2}" dt="2021-11-25T13:43:57.393" v="152" actId="26606"/>
          <ac:cxnSpMkLst>
            <pc:docMk/>
            <pc:sldMk cId="391070936" sldId="462"/>
            <ac:cxnSpMk id="20" creationId="{15E01FA5-D766-43CA-A83D-E7CF3F04E96F}"/>
          </ac:cxnSpMkLst>
        </pc:cxnChg>
        <pc:cxnChg chg="add del">
          <ac:chgData name="Martin Hardy" userId="18c45b91-9529-4376-afee-15439663c977" providerId="ADAL" clId="{00D4F08C-7E31-4DF7-8A5C-81DD50D184A2}" dt="2021-11-25T13:43:57.393" v="152" actId="26606"/>
          <ac:cxnSpMkLst>
            <pc:docMk/>
            <pc:sldMk cId="391070936" sldId="462"/>
            <ac:cxnSpMk id="26" creationId="{FEF39256-F095-41C8-8707-6C1A665E8F2F}"/>
          </ac:cxnSpMkLst>
        </pc:cxnChg>
      </pc:sldChg>
      <pc:sldChg chg="del">
        <pc:chgData name="Martin Hardy" userId="18c45b91-9529-4376-afee-15439663c977" providerId="ADAL" clId="{00D4F08C-7E31-4DF7-8A5C-81DD50D184A2}" dt="2021-11-21T18:17:12.812" v="55" actId="47"/>
        <pc:sldMkLst>
          <pc:docMk/>
          <pc:sldMk cId="3877086628" sldId="462"/>
        </pc:sldMkLst>
      </pc:sldChg>
      <pc:sldChg chg="modSp new mod modNotesTx">
        <pc:chgData name="Martin Hardy" userId="18c45b91-9529-4376-afee-15439663c977" providerId="ADAL" clId="{00D4F08C-7E31-4DF7-8A5C-81DD50D184A2}" dt="2021-11-25T13:55:05.171" v="446" actId="20577"/>
        <pc:sldMkLst>
          <pc:docMk/>
          <pc:sldMk cId="2076823850" sldId="463"/>
        </pc:sldMkLst>
        <pc:spChg chg="mod">
          <ac:chgData name="Martin Hardy" userId="18c45b91-9529-4376-afee-15439663c977" providerId="ADAL" clId="{00D4F08C-7E31-4DF7-8A5C-81DD50D184A2}" dt="2021-11-25T13:50:46.438" v="240" actId="27636"/>
          <ac:spMkLst>
            <pc:docMk/>
            <pc:sldMk cId="2076823850" sldId="463"/>
            <ac:spMk id="2" creationId="{D9152CBB-C44A-4EA7-A98D-619434F8D90A}"/>
          </ac:spMkLst>
        </pc:spChg>
        <pc:spChg chg="mod">
          <ac:chgData name="Martin Hardy" userId="18c45b91-9529-4376-afee-15439663c977" providerId="ADAL" clId="{00D4F08C-7E31-4DF7-8A5C-81DD50D184A2}" dt="2021-11-25T13:55:05.171" v="446" actId="20577"/>
          <ac:spMkLst>
            <pc:docMk/>
            <pc:sldMk cId="2076823850" sldId="463"/>
            <ac:spMk id="3" creationId="{59B2F897-1CC3-4ABD-BB5E-92B7B18DF5F2}"/>
          </ac:spMkLst>
        </pc:spChg>
      </pc:sldChg>
      <pc:sldChg chg="del">
        <pc:chgData name="Martin Hardy" userId="18c45b91-9529-4376-afee-15439663c977" providerId="ADAL" clId="{00D4F08C-7E31-4DF7-8A5C-81DD50D184A2}" dt="2021-11-21T18:17:12.812" v="55" actId="47"/>
        <pc:sldMkLst>
          <pc:docMk/>
          <pc:sldMk cId="3125962198" sldId="463"/>
        </pc:sldMkLst>
      </pc:sldChg>
    </pc:docChg>
  </pc:docChgLst>
  <pc:docChgLst>
    <pc:chgData name="Martin Hardy" userId="S::mhardy@cegepgarneau.ca::18c45b91-9529-4376-afee-15439663c977" providerId="AD" clId="Web-{77392EC1-31D6-9741-D46A-42DF08861295}"/>
    <pc:docChg chg="modSld">
      <pc:chgData name="Martin Hardy" userId="S::mhardy@cegepgarneau.ca::18c45b91-9529-4376-afee-15439663c977" providerId="AD" clId="Web-{77392EC1-31D6-9741-D46A-42DF08861295}" dt="2021-11-08T17:32:16.319" v="2"/>
      <pc:docMkLst>
        <pc:docMk/>
      </pc:docMkLst>
      <pc:sldChg chg="modSp modNotes">
        <pc:chgData name="Martin Hardy" userId="S::mhardy@cegepgarneau.ca::18c45b91-9529-4376-afee-15439663c977" providerId="AD" clId="Web-{77392EC1-31D6-9741-D46A-42DF08861295}" dt="2021-11-08T17:32:16.319" v="2"/>
        <pc:sldMkLst>
          <pc:docMk/>
          <pc:sldMk cId="1566901393" sldId="404"/>
        </pc:sldMkLst>
        <pc:spChg chg="mod">
          <ac:chgData name="Martin Hardy" userId="S::mhardy@cegepgarneau.ca::18c45b91-9529-4376-afee-15439663c977" providerId="AD" clId="Web-{77392EC1-31D6-9741-D46A-42DF08861295}" dt="2021-11-08T17:31:10.458" v="0" actId="20577"/>
          <ac:spMkLst>
            <pc:docMk/>
            <pc:sldMk cId="1566901393" sldId="404"/>
            <ac:spMk id="4" creationId="{42493634-3041-4CC8-9CAB-D7096C144905}"/>
          </ac:spMkLst>
        </pc:spChg>
      </pc:sldChg>
    </pc:docChg>
  </pc:docChgLst>
  <pc:docChgLst>
    <pc:chgData name="Martin Hardy" userId="18c45b91-9529-4376-afee-15439663c977" providerId="ADAL" clId="{51AD99B1-9A51-46FE-A653-1714788288D8}"/>
    <pc:docChg chg="undo redo custSel addSld delSld modSld sldOrd addMainMaster delMainMaster addSection delSection modSection">
      <pc:chgData name="Martin Hardy" userId="18c45b91-9529-4376-afee-15439663c977" providerId="ADAL" clId="{51AD99B1-9A51-46FE-A653-1714788288D8}" dt="2021-11-02T19:50:19.111" v="8772" actId="20577"/>
      <pc:docMkLst>
        <pc:docMk/>
      </pc:docMkLst>
      <pc:sldChg chg="modSp mod">
        <pc:chgData name="Martin Hardy" userId="18c45b91-9529-4376-afee-15439663c977" providerId="ADAL" clId="{51AD99B1-9A51-46FE-A653-1714788288D8}" dt="2021-10-27T18:20:03.596" v="14" actId="6549"/>
        <pc:sldMkLst>
          <pc:docMk/>
          <pc:sldMk cId="3737331811" sldId="257"/>
        </pc:sldMkLst>
        <pc:spChg chg="mod">
          <ac:chgData name="Martin Hardy" userId="18c45b91-9529-4376-afee-15439663c977" providerId="ADAL" clId="{51AD99B1-9A51-46FE-A653-1714788288D8}" dt="2021-10-27T18:20:03.596" v="14" actId="6549"/>
          <ac:spMkLst>
            <pc:docMk/>
            <pc:sldMk cId="3737331811" sldId="257"/>
            <ac:spMk id="5" creationId="{9E480E55-15FD-4515-A046-9DB8D47B9CF5}"/>
          </ac:spMkLst>
        </pc:spChg>
      </pc:sldChg>
      <pc:sldChg chg="modSp mod ord">
        <pc:chgData name="Martin Hardy" userId="18c45b91-9529-4376-afee-15439663c977" providerId="ADAL" clId="{51AD99B1-9A51-46FE-A653-1714788288D8}" dt="2021-10-27T18:25:00.491" v="166" actId="20577"/>
        <pc:sldMkLst>
          <pc:docMk/>
          <pc:sldMk cId="3809762583" sldId="266"/>
        </pc:sldMkLst>
        <pc:spChg chg="mod">
          <ac:chgData name="Martin Hardy" userId="18c45b91-9529-4376-afee-15439663c977" providerId="ADAL" clId="{51AD99B1-9A51-46FE-A653-1714788288D8}" dt="2021-10-27T18:24:57.320" v="159" actId="20577"/>
          <ac:spMkLst>
            <pc:docMk/>
            <pc:sldMk cId="3809762583" sldId="266"/>
            <ac:spMk id="2" creationId="{905CDD7D-A2BF-4AA3-8565-D7BACF492C21}"/>
          </ac:spMkLst>
        </pc:spChg>
        <pc:spChg chg="mod">
          <ac:chgData name="Martin Hardy" userId="18c45b91-9529-4376-afee-15439663c977" providerId="ADAL" clId="{51AD99B1-9A51-46FE-A653-1714788288D8}" dt="2021-10-27T18:25:00.491" v="166" actId="20577"/>
          <ac:spMkLst>
            <pc:docMk/>
            <pc:sldMk cId="3809762583" sldId="266"/>
            <ac:spMk id="3" creationId="{0079E3F9-6F3C-4C12-89C1-4DD38088FAB3}"/>
          </ac:spMkLst>
        </pc:spChg>
      </pc:sldChg>
      <pc:sldChg chg="modSp add del mod">
        <pc:chgData name="Martin Hardy" userId="18c45b91-9529-4376-afee-15439663c977" providerId="ADAL" clId="{51AD99B1-9A51-46FE-A653-1714788288D8}" dt="2021-10-27T18:23:00.387" v="87" actId="20577"/>
        <pc:sldMkLst>
          <pc:docMk/>
          <pc:sldMk cId="886089098" sldId="284"/>
        </pc:sldMkLst>
        <pc:spChg chg="mod">
          <ac:chgData name="Martin Hardy" userId="18c45b91-9529-4376-afee-15439663c977" providerId="ADAL" clId="{51AD99B1-9A51-46FE-A653-1714788288D8}" dt="2021-10-27T18:23:00.387" v="87" actId="20577"/>
          <ac:spMkLst>
            <pc:docMk/>
            <pc:sldMk cId="886089098" sldId="284"/>
            <ac:spMk id="3" creationId="{FF40BA11-D48C-44C4-AB14-9B66EBE9965D}"/>
          </ac:spMkLst>
        </pc:spChg>
      </pc:sldChg>
      <pc:sldChg chg="modSp mod">
        <pc:chgData name="Martin Hardy" userId="18c45b91-9529-4376-afee-15439663c977" providerId="ADAL" clId="{51AD99B1-9A51-46FE-A653-1714788288D8}" dt="2021-10-27T18:25:32.722" v="197" actId="20577"/>
        <pc:sldMkLst>
          <pc:docMk/>
          <pc:sldMk cId="2282098802" sldId="307"/>
        </pc:sldMkLst>
        <pc:spChg chg="mod">
          <ac:chgData name="Martin Hardy" userId="18c45b91-9529-4376-afee-15439663c977" providerId="ADAL" clId="{51AD99B1-9A51-46FE-A653-1714788288D8}" dt="2021-10-27T18:25:29.194" v="190" actId="20577"/>
          <ac:spMkLst>
            <pc:docMk/>
            <pc:sldMk cId="2282098802" sldId="307"/>
            <ac:spMk id="2" creationId="{905CDD7D-A2BF-4AA3-8565-D7BACF492C21}"/>
          </ac:spMkLst>
        </pc:spChg>
        <pc:spChg chg="mod">
          <ac:chgData name="Martin Hardy" userId="18c45b91-9529-4376-afee-15439663c977" providerId="ADAL" clId="{51AD99B1-9A51-46FE-A653-1714788288D8}" dt="2021-10-27T18:25:32.722" v="197" actId="20577"/>
          <ac:spMkLst>
            <pc:docMk/>
            <pc:sldMk cId="2282098802" sldId="307"/>
            <ac:spMk id="3" creationId="{0079E3F9-6F3C-4C12-89C1-4DD38088FAB3}"/>
          </ac:spMkLst>
        </pc:spChg>
      </pc:sldChg>
      <pc:sldChg chg="addSp delSp modSp add del mod chgLayout modNotesTx">
        <pc:chgData name="Martin Hardy" userId="18c45b91-9529-4376-afee-15439663c977" providerId="ADAL" clId="{51AD99B1-9A51-46FE-A653-1714788288D8}" dt="2021-10-30T17:35:00.814" v="8491" actId="27636"/>
        <pc:sldMkLst>
          <pc:docMk/>
          <pc:sldMk cId="303876403" sldId="346"/>
        </pc:sldMkLst>
        <pc:spChg chg="mod ord">
          <ac:chgData name="Martin Hardy" userId="18c45b91-9529-4376-afee-15439663c977" providerId="ADAL" clId="{51AD99B1-9A51-46FE-A653-1714788288D8}" dt="2021-10-30T17:09:18.591" v="8136" actId="1076"/>
          <ac:spMkLst>
            <pc:docMk/>
            <pc:sldMk cId="303876403" sldId="346"/>
            <ac:spMk id="2" creationId="{28121302-8CC0-4962-85A8-8FAE55227E51}"/>
          </ac:spMkLst>
        </pc:spChg>
        <pc:spChg chg="mod ord">
          <ac:chgData name="Martin Hardy" userId="18c45b91-9529-4376-afee-15439663c977" providerId="ADAL" clId="{51AD99B1-9A51-46FE-A653-1714788288D8}" dt="2021-10-30T17:34:58.480" v="8489" actId="14100"/>
          <ac:spMkLst>
            <pc:docMk/>
            <pc:sldMk cId="303876403" sldId="346"/>
            <ac:spMk id="3" creationId="{52AC1559-12EB-4EA3-B5AB-AB41514805D1}"/>
          </ac:spMkLst>
        </pc:spChg>
        <pc:spChg chg="mod ord">
          <ac:chgData name="Martin Hardy" userId="18c45b91-9529-4376-afee-15439663c977" providerId="ADAL" clId="{51AD99B1-9A51-46FE-A653-1714788288D8}" dt="2021-10-27T20:24:20.631" v="3479" actId="700"/>
          <ac:spMkLst>
            <pc:docMk/>
            <pc:sldMk cId="303876403" sldId="346"/>
            <ac:spMk id="4" creationId="{78E578F2-378B-4717-B814-0C56B606DDDA}"/>
          </ac:spMkLst>
        </pc:spChg>
        <pc:spChg chg="mod ord">
          <ac:chgData name="Martin Hardy" userId="18c45b91-9529-4376-afee-15439663c977" providerId="ADAL" clId="{51AD99B1-9A51-46FE-A653-1714788288D8}" dt="2021-10-27T20:24:20.631" v="3479" actId="700"/>
          <ac:spMkLst>
            <pc:docMk/>
            <pc:sldMk cId="303876403" sldId="346"/>
            <ac:spMk id="5" creationId="{123D0F6D-5BF3-49AC-959B-27E6A1323378}"/>
          </ac:spMkLst>
        </pc:spChg>
        <pc:spChg chg="add del mod ord">
          <ac:chgData name="Martin Hardy" userId="18c45b91-9529-4376-afee-15439663c977" providerId="ADAL" clId="{51AD99B1-9A51-46FE-A653-1714788288D8}" dt="2021-10-27T20:22:44.460" v="3434" actId="478"/>
          <ac:spMkLst>
            <pc:docMk/>
            <pc:sldMk cId="303876403" sldId="346"/>
            <ac:spMk id="6" creationId="{4AA24F82-E5F5-4BCE-AA00-76B3BB86827B}"/>
          </ac:spMkLst>
        </pc:spChg>
        <pc:spChg chg="mod ord">
          <ac:chgData name="Martin Hardy" userId="18c45b91-9529-4376-afee-15439663c977" providerId="ADAL" clId="{51AD99B1-9A51-46FE-A653-1714788288D8}" dt="2021-10-27T20:24:38.812" v="3507" actId="27636"/>
          <ac:spMkLst>
            <pc:docMk/>
            <pc:sldMk cId="303876403" sldId="346"/>
            <ac:spMk id="7" creationId="{D0C379DD-AAAE-4A42-92D8-5145241CBF73}"/>
          </ac:spMkLst>
        </pc:spChg>
        <pc:spChg chg="add del mod">
          <ac:chgData name="Martin Hardy" userId="18c45b91-9529-4376-afee-15439663c977" providerId="ADAL" clId="{51AD99B1-9A51-46FE-A653-1714788288D8}" dt="2021-10-30T17:09:20.781" v="8137" actId="478"/>
          <ac:spMkLst>
            <pc:docMk/>
            <pc:sldMk cId="303876403" sldId="346"/>
            <ac:spMk id="8" creationId="{44DDD5F0-A27C-4CAF-9731-80BE8106D37E}"/>
          </ac:spMkLst>
        </pc:spChg>
        <pc:spChg chg="del mod">
          <ac:chgData name="Martin Hardy" userId="18c45b91-9529-4376-afee-15439663c977" providerId="ADAL" clId="{51AD99B1-9A51-46FE-A653-1714788288D8}" dt="2021-10-27T20:21:29.726" v="3343" actId="700"/>
          <ac:spMkLst>
            <pc:docMk/>
            <pc:sldMk cId="303876403" sldId="346"/>
            <ac:spMk id="8" creationId="{7632AAB6-5EFF-4AF2-A6A9-7D345442AF56}"/>
          </ac:spMkLst>
        </pc:spChg>
        <pc:spChg chg="del mod ord">
          <ac:chgData name="Martin Hardy" userId="18c45b91-9529-4376-afee-15439663c977" providerId="ADAL" clId="{51AD99B1-9A51-46FE-A653-1714788288D8}" dt="2021-10-30T17:06:34.581" v="8095" actId="21"/>
          <ac:spMkLst>
            <pc:docMk/>
            <pc:sldMk cId="303876403" sldId="346"/>
            <ac:spMk id="9" creationId="{6C4755EA-F57D-42FC-B68C-2069BFDA0162}"/>
          </ac:spMkLst>
        </pc:spChg>
        <pc:spChg chg="add mod ord">
          <ac:chgData name="Martin Hardy" userId="18c45b91-9529-4376-afee-15439663c977" providerId="ADAL" clId="{51AD99B1-9A51-46FE-A653-1714788288D8}" dt="2021-10-30T17:10:22.004" v="8221" actId="21"/>
          <ac:spMkLst>
            <pc:docMk/>
            <pc:sldMk cId="303876403" sldId="346"/>
            <ac:spMk id="10" creationId="{58D8AF27-356D-4E43-9FB7-9F9B91D83BF1}"/>
          </ac:spMkLst>
        </pc:spChg>
        <pc:spChg chg="add del mod ord">
          <ac:chgData name="Martin Hardy" userId="18c45b91-9529-4376-afee-15439663c977" providerId="ADAL" clId="{51AD99B1-9A51-46FE-A653-1714788288D8}" dt="2021-10-30T17:06:34.581" v="8095" actId="21"/>
          <ac:spMkLst>
            <pc:docMk/>
            <pc:sldMk cId="303876403" sldId="346"/>
            <ac:spMk id="11" creationId="{80827822-6BBA-4624-AE4A-24D048A4832C}"/>
          </ac:spMkLst>
        </pc:spChg>
        <pc:spChg chg="add mod">
          <ac:chgData name="Martin Hardy" userId="18c45b91-9529-4376-afee-15439663c977" providerId="ADAL" clId="{51AD99B1-9A51-46FE-A653-1714788288D8}" dt="2021-10-30T17:09:38.942" v="8144" actId="1076"/>
          <ac:spMkLst>
            <pc:docMk/>
            <pc:sldMk cId="303876403" sldId="346"/>
            <ac:spMk id="12" creationId="{4F0E3487-2A34-4CC8-A199-FDFD3EF05A68}"/>
          </ac:spMkLst>
        </pc:spChg>
        <pc:spChg chg="add mod">
          <ac:chgData name="Martin Hardy" userId="18c45b91-9529-4376-afee-15439663c977" providerId="ADAL" clId="{51AD99B1-9A51-46FE-A653-1714788288D8}" dt="2021-10-30T17:35:00.814" v="8491" actId="27636"/>
          <ac:spMkLst>
            <pc:docMk/>
            <pc:sldMk cId="303876403" sldId="346"/>
            <ac:spMk id="13" creationId="{8E92AB2E-80AD-4434-BD24-16E4805EE067}"/>
          </ac:spMkLst>
        </pc:spChg>
        <pc:spChg chg="add del mod">
          <ac:chgData name="Martin Hardy" userId="18c45b91-9529-4376-afee-15439663c977" providerId="ADAL" clId="{51AD99B1-9A51-46FE-A653-1714788288D8}" dt="2021-10-30T17:09:21.765" v="8138" actId="478"/>
          <ac:spMkLst>
            <pc:docMk/>
            <pc:sldMk cId="303876403" sldId="346"/>
            <ac:spMk id="15" creationId="{4BDFDB25-4396-4996-A55E-02E4CD75C70A}"/>
          </ac:spMkLst>
        </pc:spChg>
      </pc:sldChg>
      <pc:sldChg chg="del">
        <pc:chgData name="Martin Hardy" userId="18c45b91-9529-4376-afee-15439663c977" providerId="ADAL" clId="{51AD99B1-9A51-46FE-A653-1714788288D8}" dt="2021-10-27T18:20:21.848" v="16" actId="47"/>
        <pc:sldMkLst>
          <pc:docMk/>
          <pc:sldMk cId="2819260804" sldId="350"/>
        </pc:sldMkLst>
      </pc:sldChg>
      <pc:sldChg chg="modSp del mod">
        <pc:chgData name="Martin Hardy" userId="18c45b91-9529-4376-afee-15439663c977" providerId="ADAL" clId="{51AD99B1-9A51-46FE-A653-1714788288D8}" dt="2021-10-27T18:37:36.822" v="637" actId="47"/>
        <pc:sldMkLst>
          <pc:docMk/>
          <pc:sldMk cId="587549209" sldId="356"/>
        </pc:sldMkLst>
        <pc:spChg chg="mod">
          <ac:chgData name="Martin Hardy" userId="18c45b91-9529-4376-afee-15439663c977" providerId="ADAL" clId="{51AD99B1-9A51-46FE-A653-1714788288D8}" dt="2021-10-27T18:29:31.218" v="297" actId="6549"/>
          <ac:spMkLst>
            <pc:docMk/>
            <pc:sldMk cId="587549209" sldId="356"/>
            <ac:spMk id="2" creationId="{92E89BAD-96D3-40AC-B866-E489DB37EFE4}"/>
          </ac:spMkLst>
        </pc:spChg>
        <pc:spChg chg="mod">
          <ac:chgData name="Martin Hardy" userId="18c45b91-9529-4376-afee-15439663c977" providerId="ADAL" clId="{51AD99B1-9A51-46FE-A653-1714788288D8}" dt="2021-10-27T18:29:28.057" v="295" actId="6549"/>
          <ac:spMkLst>
            <pc:docMk/>
            <pc:sldMk cId="587549209" sldId="356"/>
            <ac:spMk id="3" creationId="{D816142B-8344-4274-A921-136EBA67EC6A}"/>
          </ac:spMkLst>
        </pc:spChg>
        <pc:spChg chg="mod">
          <ac:chgData name="Martin Hardy" userId="18c45b91-9529-4376-afee-15439663c977" providerId="ADAL" clId="{51AD99B1-9A51-46FE-A653-1714788288D8}" dt="2021-10-27T18:29:29.570" v="296" actId="6549"/>
          <ac:spMkLst>
            <pc:docMk/>
            <pc:sldMk cId="587549209" sldId="356"/>
            <ac:spMk id="4" creationId="{A9E6778E-A083-4433-BD82-ABEE9FA61C3A}"/>
          </ac:spMkLst>
        </pc:spChg>
      </pc:sldChg>
      <pc:sldChg chg="addSp delSp modSp add del mod">
        <pc:chgData name="Martin Hardy" userId="18c45b91-9529-4376-afee-15439663c977" providerId="ADAL" clId="{51AD99B1-9A51-46FE-A653-1714788288D8}" dt="2021-10-29T19:26:15.826" v="7319" actId="1076"/>
        <pc:sldMkLst>
          <pc:docMk/>
          <pc:sldMk cId="2265354228" sldId="361"/>
        </pc:sldMkLst>
        <pc:spChg chg="mod">
          <ac:chgData name="Martin Hardy" userId="18c45b91-9529-4376-afee-15439663c977" providerId="ADAL" clId="{51AD99B1-9A51-46FE-A653-1714788288D8}" dt="2021-10-27T22:41:54.695" v="5911" actId="20577"/>
          <ac:spMkLst>
            <pc:docMk/>
            <pc:sldMk cId="2265354228" sldId="361"/>
            <ac:spMk id="4" creationId="{0D464C64-E23E-4D3F-A36A-59E4262BF54A}"/>
          </ac:spMkLst>
        </pc:spChg>
        <pc:picChg chg="add mod">
          <ac:chgData name="Martin Hardy" userId="18c45b91-9529-4376-afee-15439663c977" providerId="ADAL" clId="{51AD99B1-9A51-46FE-A653-1714788288D8}" dt="2021-10-29T19:26:15.826" v="7319" actId="1076"/>
          <ac:picMkLst>
            <pc:docMk/>
            <pc:sldMk cId="2265354228" sldId="361"/>
            <ac:picMk id="3" creationId="{F0F002AF-D49C-4194-8F57-FEB55438C01C}"/>
          </ac:picMkLst>
        </pc:picChg>
        <pc:picChg chg="del">
          <ac:chgData name="Martin Hardy" userId="18c45b91-9529-4376-afee-15439663c977" providerId="ADAL" clId="{51AD99B1-9A51-46FE-A653-1714788288D8}" dt="2021-10-27T20:15:21.838" v="3084" actId="478"/>
          <ac:picMkLst>
            <pc:docMk/>
            <pc:sldMk cId="2265354228" sldId="361"/>
            <ac:picMk id="8" creationId="{BA16A6C1-80D6-4B58-B15D-FBE5188FB80B}"/>
          </ac:picMkLst>
        </pc:picChg>
      </pc:sldChg>
      <pc:sldChg chg="del">
        <pc:chgData name="Martin Hardy" userId="18c45b91-9529-4376-afee-15439663c977" providerId="ADAL" clId="{51AD99B1-9A51-46FE-A653-1714788288D8}" dt="2021-10-27T18:23:33.395" v="90" actId="47"/>
        <pc:sldMkLst>
          <pc:docMk/>
          <pc:sldMk cId="2145162004" sldId="362"/>
        </pc:sldMkLst>
      </pc:sldChg>
      <pc:sldChg chg="modSp del mod modNotesTx">
        <pc:chgData name="Martin Hardy" userId="18c45b91-9529-4376-afee-15439663c977" providerId="ADAL" clId="{51AD99B1-9A51-46FE-A653-1714788288D8}" dt="2021-10-27T18:23:56.634" v="119" actId="47"/>
        <pc:sldMkLst>
          <pc:docMk/>
          <pc:sldMk cId="1230129519" sldId="363"/>
        </pc:sldMkLst>
        <pc:spChg chg="mod">
          <ac:chgData name="Martin Hardy" userId="18c45b91-9529-4376-afee-15439663c977" providerId="ADAL" clId="{51AD99B1-9A51-46FE-A653-1714788288D8}" dt="2021-10-27T18:19:50.690" v="0" actId="6549"/>
          <ac:spMkLst>
            <pc:docMk/>
            <pc:sldMk cId="1230129519" sldId="363"/>
            <ac:spMk id="3" creationId="{82B41275-935B-496F-8435-E639E424644D}"/>
          </ac:spMkLst>
        </pc:spChg>
        <pc:spChg chg="mod">
          <ac:chgData name="Martin Hardy" userId="18c45b91-9529-4376-afee-15439663c977" providerId="ADAL" clId="{51AD99B1-9A51-46FE-A653-1714788288D8}" dt="2021-10-27T18:19:54.023" v="3" actId="6549"/>
          <ac:spMkLst>
            <pc:docMk/>
            <pc:sldMk cId="1230129519" sldId="363"/>
            <ac:spMk id="7" creationId="{08DB35FF-43E8-4A1C-B55C-6A6C7C1D6AEA}"/>
          </ac:spMkLst>
        </pc:spChg>
        <pc:spChg chg="mod">
          <ac:chgData name="Martin Hardy" userId="18c45b91-9529-4376-afee-15439663c977" providerId="ADAL" clId="{51AD99B1-9A51-46FE-A653-1714788288D8}" dt="2021-10-27T18:19:52.013" v="2" actId="27636"/>
          <ac:spMkLst>
            <pc:docMk/>
            <pc:sldMk cId="1230129519" sldId="363"/>
            <ac:spMk id="9" creationId="{E7BEEA85-2361-4C55-96FA-C813F47B8371}"/>
          </ac:spMkLst>
        </pc:spChg>
        <pc:spChg chg="mod">
          <ac:chgData name="Martin Hardy" userId="18c45b91-9529-4376-afee-15439663c977" providerId="ADAL" clId="{51AD99B1-9A51-46FE-A653-1714788288D8}" dt="2021-10-27T18:19:55.159" v="4" actId="6549"/>
          <ac:spMkLst>
            <pc:docMk/>
            <pc:sldMk cId="1230129519" sldId="363"/>
            <ac:spMk id="10" creationId="{DFC7B002-DB5E-4CE2-A59C-E3CC4BF3F7E7}"/>
          </ac:spMkLst>
        </pc:spChg>
      </pc:sldChg>
      <pc:sldChg chg="addSp modSp mod modNotesTx">
        <pc:chgData name="Martin Hardy" userId="18c45b91-9529-4376-afee-15439663c977" providerId="ADAL" clId="{51AD99B1-9A51-46FE-A653-1714788288D8}" dt="2021-10-30T18:16:59.159" v="8641" actId="1076"/>
        <pc:sldMkLst>
          <pc:docMk/>
          <pc:sldMk cId="563387432" sldId="364"/>
        </pc:sldMkLst>
        <pc:spChg chg="mod">
          <ac:chgData name="Martin Hardy" userId="18c45b91-9529-4376-afee-15439663c977" providerId="ADAL" clId="{51AD99B1-9A51-46FE-A653-1714788288D8}" dt="2021-10-27T18:38:14.271" v="656" actId="20577"/>
          <ac:spMkLst>
            <pc:docMk/>
            <pc:sldMk cId="563387432" sldId="364"/>
            <ac:spMk id="2" creationId="{92E89BAD-96D3-40AC-B866-E489DB37EFE4}"/>
          </ac:spMkLst>
        </pc:spChg>
        <pc:spChg chg="mod">
          <ac:chgData name="Martin Hardy" userId="18c45b91-9529-4376-afee-15439663c977" providerId="ADAL" clId="{51AD99B1-9A51-46FE-A653-1714788288D8}" dt="2021-10-30T18:16:52.222" v="8639" actId="20577"/>
          <ac:spMkLst>
            <pc:docMk/>
            <pc:sldMk cId="563387432" sldId="364"/>
            <ac:spMk id="4" creationId="{A9E6778E-A083-4433-BD82-ABEE9FA61C3A}"/>
          </ac:spMkLst>
        </pc:spChg>
        <pc:spChg chg="mod">
          <ac:chgData name="Martin Hardy" userId="18c45b91-9529-4376-afee-15439663c977" providerId="ADAL" clId="{51AD99B1-9A51-46FE-A653-1714788288D8}" dt="2021-10-30T18:16:49.958" v="8637" actId="20577"/>
          <ac:spMkLst>
            <pc:docMk/>
            <pc:sldMk cId="563387432" sldId="364"/>
            <ac:spMk id="7" creationId="{2F7A4639-742C-4624-8855-77F36976D6C5}"/>
          </ac:spMkLst>
        </pc:spChg>
        <pc:picChg chg="add mod">
          <ac:chgData name="Martin Hardy" userId="18c45b91-9529-4376-afee-15439663c977" providerId="ADAL" clId="{51AD99B1-9A51-46FE-A653-1714788288D8}" dt="2021-10-29T19:13:04.266" v="7177" actId="1076"/>
          <ac:picMkLst>
            <pc:docMk/>
            <pc:sldMk cId="563387432" sldId="364"/>
            <ac:picMk id="8" creationId="{553D1264-B8F3-46AE-85C2-BA683CF8D9C0}"/>
          </ac:picMkLst>
        </pc:picChg>
        <pc:picChg chg="add mod">
          <ac:chgData name="Martin Hardy" userId="18c45b91-9529-4376-afee-15439663c977" providerId="ADAL" clId="{51AD99B1-9A51-46FE-A653-1714788288D8}" dt="2021-10-30T18:16:59.159" v="8641" actId="1076"/>
          <ac:picMkLst>
            <pc:docMk/>
            <pc:sldMk cId="563387432" sldId="364"/>
            <ac:picMk id="9" creationId="{079081BB-644E-4650-A01E-48CDF72CB5D6}"/>
          </ac:picMkLst>
        </pc:picChg>
      </pc:sldChg>
      <pc:sldChg chg="del">
        <pc:chgData name="Martin Hardy" userId="18c45b91-9529-4376-afee-15439663c977" providerId="ADAL" clId="{51AD99B1-9A51-46FE-A653-1714788288D8}" dt="2021-10-27T18:20:26.609" v="17" actId="47"/>
        <pc:sldMkLst>
          <pc:docMk/>
          <pc:sldMk cId="1124303352" sldId="365"/>
        </pc:sldMkLst>
      </pc:sldChg>
      <pc:sldChg chg="del">
        <pc:chgData name="Martin Hardy" userId="18c45b91-9529-4376-afee-15439663c977" providerId="ADAL" clId="{51AD99B1-9A51-46FE-A653-1714788288D8}" dt="2021-10-27T18:20:26.609" v="17" actId="47"/>
        <pc:sldMkLst>
          <pc:docMk/>
          <pc:sldMk cId="3020232192" sldId="366"/>
        </pc:sldMkLst>
      </pc:sldChg>
      <pc:sldChg chg="del">
        <pc:chgData name="Martin Hardy" userId="18c45b91-9529-4376-afee-15439663c977" providerId="ADAL" clId="{51AD99B1-9A51-46FE-A653-1714788288D8}" dt="2021-10-27T18:20:26.609" v="17" actId="47"/>
        <pc:sldMkLst>
          <pc:docMk/>
          <pc:sldMk cId="846957072" sldId="367"/>
        </pc:sldMkLst>
      </pc:sldChg>
      <pc:sldChg chg="del">
        <pc:chgData name="Martin Hardy" userId="18c45b91-9529-4376-afee-15439663c977" providerId="ADAL" clId="{51AD99B1-9A51-46FE-A653-1714788288D8}" dt="2021-10-27T18:20:26.609" v="17" actId="47"/>
        <pc:sldMkLst>
          <pc:docMk/>
          <pc:sldMk cId="2121084723" sldId="368"/>
        </pc:sldMkLst>
      </pc:sldChg>
      <pc:sldChg chg="modSp mod modNotesTx">
        <pc:chgData name="Martin Hardy" userId="18c45b91-9529-4376-afee-15439663c977" providerId="ADAL" clId="{51AD99B1-9A51-46FE-A653-1714788288D8}" dt="2021-11-02T19:50:19.111" v="8772" actId="20577"/>
        <pc:sldMkLst>
          <pc:docMk/>
          <pc:sldMk cId="3199947644" sldId="369"/>
        </pc:sldMkLst>
        <pc:spChg chg="mod">
          <ac:chgData name="Martin Hardy" userId="18c45b91-9529-4376-afee-15439663c977" providerId="ADAL" clId="{51AD99B1-9A51-46FE-A653-1714788288D8}" dt="2021-11-02T19:47:59.289" v="8721" actId="27636"/>
          <ac:spMkLst>
            <pc:docMk/>
            <pc:sldMk cId="3199947644" sldId="369"/>
            <ac:spMk id="8" creationId="{A9204AAB-0324-4CE6-BFBB-5AC042882832}"/>
          </ac:spMkLst>
        </pc:spChg>
        <pc:spChg chg="mod">
          <ac:chgData name="Martin Hardy" userId="18c45b91-9529-4376-afee-15439663c977" providerId="ADAL" clId="{51AD99B1-9A51-46FE-A653-1714788288D8}" dt="2021-11-02T19:50:19.111" v="8772" actId="20577"/>
          <ac:spMkLst>
            <pc:docMk/>
            <pc:sldMk cId="3199947644" sldId="369"/>
            <ac:spMk id="9" creationId="{FEF29BB8-F5F1-4FE3-93A8-DD72F23B2DED}"/>
          </ac:spMkLst>
        </pc:spChg>
        <pc:spChg chg="mod">
          <ac:chgData name="Martin Hardy" userId="18c45b91-9529-4376-afee-15439663c977" providerId="ADAL" clId="{51AD99B1-9A51-46FE-A653-1714788288D8}" dt="2021-11-02T19:48:38.800" v="8726" actId="27636"/>
          <ac:spMkLst>
            <pc:docMk/>
            <pc:sldMk cId="3199947644" sldId="369"/>
            <ac:spMk id="10" creationId="{A5C0824A-DF9E-42C5-9ED3-278512C95D60}"/>
          </ac:spMkLst>
        </pc:spChg>
      </pc:sldChg>
      <pc:sldChg chg="addSp modSp mod ord modNotesTx">
        <pc:chgData name="Martin Hardy" userId="18c45b91-9529-4376-afee-15439663c977" providerId="ADAL" clId="{51AD99B1-9A51-46FE-A653-1714788288D8}" dt="2021-10-29T19:13:49.587" v="7179" actId="1076"/>
        <pc:sldMkLst>
          <pc:docMk/>
          <pc:sldMk cId="191608788" sldId="370"/>
        </pc:sldMkLst>
        <pc:spChg chg="mod">
          <ac:chgData name="Martin Hardy" userId="18c45b91-9529-4376-afee-15439663c977" providerId="ADAL" clId="{51AD99B1-9A51-46FE-A653-1714788288D8}" dt="2021-10-27T18:58:40.563" v="1073" actId="14100"/>
          <ac:spMkLst>
            <pc:docMk/>
            <pc:sldMk cId="191608788" sldId="370"/>
            <ac:spMk id="2" creationId="{92E89BAD-96D3-40AC-B866-E489DB37EFE4}"/>
          </ac:spMkLst>
        </pc:spChg>
        <pc:spChg chg="add mod">
          <ac:chgData name="Martin Hardy" userId="18c45b91-9529-4376-afee-15439663c977" providerId="ADAL" clId="{51AD99B1-9A51-46FE-A653-1714788288D8}" dt="2021-10-27T18:58:48.876" v="1074" actId="12"/>
          <ac:spMkLst>
            <pc:docMk/>
            <pc:sldMk cId="191608788" sldId="370"/>
            <ac:spMk id="3" creationId="{7C90B955-D5B1-4211-B7DA-CF12B35E62FA}"/>
          </ac:spMkLst>
        </pc:spChg>
        <pc:spChg chg="mod">
          <ac:chgData name="Martin Hardy" userId="18c45b91-9529-4376-afee-15439663c977" providerId="ADAL" clId="{51AD99B1-9A51-46FE-A653-1714788288D8}" dt="2021-10-27T22:20:59.358" v="5081" actId="20577"/>
          <ac:spMkLst>
            <pc:docMk/>
            <pc:sldMk cId="191608788" sldId="370"/>
            <ac:spMk id="4" creationId="{A9E6778E-A083-4433-BD82-ABEE9FA61C3A}"/>
          </ac:spMkLst>
        </pc:spChg>
        <pc:picChg chg="add mod">
          <ac:chgData name="Martin Hardy" userId="18c45b91-9529-4376-afee-15439663c977" providerId="ADAL" clId="{51AD99B1-9A51-46FE-A653-1714788288D8}" dt="2021-10-29T19:13:49.587" v="7179" actId="1076"/>
          <ac:picMkLst>
            <pc:docMk/>
            <pc:sldMk cId="191608788" sldId="370"/>
            <ac:picMk id="8" creationId="{3044D3BC-3EBB-4C74-A8D3-1BB425D9E8FC}"/>
          </ac:picMkLst>
        </pc:picChg>
      </pc:sldChg>
      <pc:sldChg chg="del">
        <pc:chgData name="Martin Hardy" userId="18c45b91-9529-4376-afee-15439663c977" providerId="ADAL" clId="{51AD99B1-9A51-46FE-A653-1714788288D8}" dt="2021-10-27T18:20:34.253" v="18" actId="47"/>
        <pc:sldMkLst>
          <pc:docMk/>
          <pc:sldMk cId="516800720" sldId="371"/>
        </pc:sldMkLst>
      </pc:sldChg>
      <pc:sldChg chg="del">
        <pc:chgData name="Martin Hardy" userId="18c45b91-9529-4376-afee-15439663c977" providerId="ADAL" clId="{51AD99B1-9A51-46FE-A653-1714788288D8}" dt="2021-10-27T18:20:34.253" v="18" actId="47"/>
        <pc:sldMkLst>
          <pc:docMk/>
          <pc:sldMk cId="3447595608" sldId="372"/>
        </pc:sldMkLst>
      </pc:sldChg>
      <pc:sldChg chg="add del">
        <pc:chgData name="Martin Hardy" userId="18c45b91-9529-4376-afee-15439663c977" providerId="ADAL" clId="{51AD99B1-9A51-46FE-A653-1714788288D8}" dt="2021-10-27T18:29:12.897" v="291" actId="47"/>
        <pc:sldMkLst>
          <pc:docMk/>
          <pc:sldMk cId="1269152246" sldId="373"/>
        </pc:sldMkLst>
      </pc:sldChg>
      <pc:sldChg chg="add del">
        <pc:chgData name="Martin Hardy" userId="18c45b91-9529-4376-afee-15439663c977" providerId="ADAL" clId="{51AD99B1-9A51-46FE-A653-1714788288D8}" dt="2021-10-27T18:29:12.897" v="291" actId="47"/>
        <pc:sldMkLst>
          <pc:docMk/>
          <pc:sldMk cId="1814493640" sldId="374"/>
        </pc:sldMkLst>
      </pc:sldChg>
      <pc:sldChg chg="add del">
        <pc:chgData name="Martin Hardy" userId="18c45b91-9529-4376-afee-15439663c977" providerId="ADAL" clId="{51AD99B1-9A51-46FE-A653-1714788288D8}" dt="2021-10-27T18:29:12.897" v="291" actId="47"/>
        <pc:sldMkLst>
          <pc:docMk/>
          <pc:sldMk cId="2433657433" sldId="375"/>
        </pc:sldMkLst>
      </pc:sldChg>
      <pc:sldChg chg="add del">
        <pc:chgData name="Martin Hardy" userId="18c45b91-9529-4376-afee-15439663c977" providerId="ADAL" clId="{51AD99B1-9A51-46FE-A653-1714788288D8}" dt="2021-10-27T18:29:12.897" v="291" actId="47"/>
        <pc:sldMkLst>
          <pc:docMk/>
          <pc:sldMk cId="1165486213" sldId="376"/>
        </pc:sldMkLst>
      </pc:sldChg>
      <pc:sldChg chg="add del">
        <pc:chgData name="Martin Hardy" userId="18c45b91-9529-4376-afee-15439663c977" providerId="ADAL" clId="{51AD99B1-9A51-46FE-A653-1714788288D8}" dt="2021-10-27T18:29:12.897" v="291" actId="47"/>
        <pc:sldMkLst>
          <pc:docMk/>
          <pc:sldMk cId="225131732" sldId="377"/>
        </pc:sldMkLst>
      </pc:sldChg>
      <pc:sldChg chg="add del">
        <pc:chgData name="Martin Hardy" userId="18c45b91-9529-4376-afee-15439663c977" providerId="ADAL" clId="{51AD99B1-9A51-46FE-A653-1714788288D8}" dt="2021-10-27T18:29:12.897" v="291" actId="47"/>
        <pc:sldMkLst>
          <pc:docMk/>
          <pc:sldMk cId="1852330462" sldId="378"/>
        </pc:sldMkLst>
      </pc:sldChg>
      <pc:sldChg chg="del">
        <pc:chgData name="Martin Hardy" userId="18c45b91-9529-4376-afee-15439663c977" providerId="ADAL" clId="{51AD99B1-9A51-46FE-A653-1714788288D8}" dt="2021-10-27T18:20:26.609" v="17" actId="47"/>
        <pc:sldMkLst>
          <pc:docMk/>
          <pc:sldMk cId="2951734965" sldId="379"/>
        </pc:sldMkLst>
      </pc:sldChg>
      <pc:sldChg chg="del">
        <pc:chgData name="Martin Hardy" userId="18c45b91-9529-4376-afee-15439663c977" providerId="ADAL" clId="{51AD99B1-9A51-46FE-A653-1714788288D8}" dt="2021-10-27T18:20:26.609" v="17" actId="47"/>
        <pc:sldMkLst>
          <pc:docMk/>
          <pc:sldMk cId="4116169771" sldId="380"/>
        </pc:sldMkLst>
      </pc:sldChg>
      <pc:sldChg chg="add del">
        <pc:chgData name="Martin Hardy" userId="18c45b91-9529-4376-afee-15439663c977" providerId="ADAL" clId="{51AD99B1-9A51-46FE-A653-1714788288D8}" dt="2021-10-27T18:29:12.897" v="291" actId="47"/>
        <pc:sldMkLst>
          <pc:docMk/>
          <pc:sldMk cId="146187450" sldId="381"/>
        </pc:sldMkLst>
      </pc:sldChg>
      <pc:sldChg chg="add del">
        <pc:chgData name="Martin Hardy" userId="18c45b91-9529-4376-afee-15439663c977" providerId="ADAL" clId="{51AD99B1-9A51-46FE-A653-1714788288D8}" dt="2021-10-27T18:29:12.897" v="291" actId="47"/>
        <pc:sldMkLst>
          <pc:docMk/>
          <pc:sldMk cId="2153677202" sldId="382"/>
        </pc:sldMkLst>
      </pc:sldChg>
      <pc:sldChg chg="modSp add mod">
        <pc:chgData name="Martin Hardy" userId="18c45b91-9529-4376-afee-15439663c977" providerId="ADAL" clId="{51AD99B1-9A51-46FE-A653-1714788288D8}" dt="2021-10-27T19:54:04.002" v="2662" actId="313"/>
        <pc:sldMkLst>
          <pc:docMk/>
          <pc:sldMk cId="1866633101" sldId="383"/>
        </pc:sldMkLst>
        <pc:spChg chg="mod">
          <ac:chgData name="Martin Hardy" userId="18c45b91-9529-4376-afee-15439663c977" providerId="ADAL" clId="{51AD99B1-9A51-46FE-A653-1714788288D8}" dt="2021-10-27T19:54:04.002" v="2662" actId="313"/>
          <ac:spMkLst>
            <pc:docMk/>
            <pc:sldMk cId="1866633101" sldId="383"/>
            <ac:spMk id="2" creationId="{905CDD7D-A2BF-4AA3-8565-D7BACF492C21}"/>
          </ac:spMkLst>
        </pc:spChg>
        <pc:spChg chg="mod">
          <ac:chgData name="Martin Hardy" userId="18c45b91-9529-4376-afee-15439663c977" providerId="ADAL" clId="{51AD99B1-9A51-46FE-A653-1714788288D8}" dt="2021-10-27T18:25:22.531" v="186" actId="20577"/>
          <ac:spMkLst>
            <pc:docMk/>
            <pc:sldMk cId="1866633101" sldId="383"/>
            <ac:spMk id="3" creationId="{0079E3F9-6F3C-4C12-89C1-4DD38088FAB3}"/>
          </ac:spMkLst>
        </pc:spChg>
      </pc:sldChg>
      <pc:sldChg chg="addSp modSp new mod">
        <pc:chgData name="Martin Hardy" userId="18c45b91-9529-4376-afee-15439663c977" providerId="ADAL" clId="{51AD99B1-9A51-46FE-A653-1714788288D8}" dt="2021-10-27T18:35:09.406" v="603" actId="27636"/>
        <pc:sldMkLst>
          <pc:docMk/>
          <pc:sldMk cId="500614306" sldId="384"/>
        </pc:sldMkLst>
        <pc:spChg chg="mod">
          <ac:chgData name="Martin Hardy" userId="18c45b91-9529-4376-afee-15439663c977" providerId="ADAL" clId="{51AD99B1-9A51-46FE-A653-1714788288D8}" dt="2021-10-27T18:24:33.971" v="141" actId="20577"/>
          <ac:spMkLst>
            <pc:docMk/>
            <pc:sldMk cId="500614306" sldId="384"/>
            <ac:spMk id="2" creationId="{E755641E-357B-4480-9B9E-9F8B6324FA1E}"/>
          </ac:spMkLst>
        </pc:spChg>
        <pc:spChg chg="mod">
          <ac:chgData name="Martin Hardy" userId="18c45b91-9529-4376-afee-15439663c977" providerId="ADAL" clId="{51AD99B1-9A51-46FE-A653-1714788288D8}" dt="2021-10-27T18:35:09.406" v="603" actId="27636"/>
          <ac:spMkLst>
            <pc:docMk/>
            <pc:sldMk cId="500614306" sldId="384"/>
            <ac:spMk id="6" creationId="{66DE8B96-5BD4-4240-B87D-C7817C36D074}"/>
          </ac:spMkLst>
        </pc:spChg>
        <pc:graphicFrameChg chg="add modGraphic">
          <ac:chgData name="Martin Hardy" userId="18c45b91-9529-4376-afee-15439663c977" providerId="ADAL" clId="{51AD99B1-9A51-46FE-A653-1714788288D8}" dt="2021-10-27T18:24:28.232" v="121" actId="27022"/>
          <ac:graphicFrameMkLst>
            <pc:docMk/>
            <pc:sldMk cId="500614306" sldId="384"/>
            <ac:graphicFrameMk id="8" creationId="{183E2CF5-A933-4229-874B-98CB2DA8539A}"/>
          </ac:graphicFrameMkLst>
        </pc:graphicFrameChg>
      </pc:sldChg>
      <pc:sldChg chg="addSp delSp modSp new mod ord modClrScheme chgLayout modNotesTx">
        <pc:chgData name="Martin Hardy" userId="18c45b91-9529-4376-afee-15439663c977" providerId="ADAL" clId="{51AD99B1-9A51-46FE-A653-1714788288D8}" dt="2021-10-30T15:24:59.882" v="7950" actId="207"/>
        <pc:sldMkLst>
          <pc:docMk/>
          <pc:sldMk cId="3984742994" sldId="385"/>
        </pc:sldMkLst>
        <pc:spChg chg="mod ord">
          <ac:chgData name="Martin Hardy" userId="18c45b91-9529-4376-afee-15439663c977" providerId="ADAL" clId="{51AD99B1-9A51-46FE-A653-1714788288D8}" dt="2021-10-27T18:27:21.829" v="249" actId="700"/>
          <ac:spMkLst>
            <pc:docMk/>
            <pc:sldMk cId="3984742994" sldId="385"/>
            <ac:spMk id="2" creationId="{136A748A-1F80-4680-A5BC-E2AF0526BCFD}"/>
          </ac:spMkLst>
        </pc:spChg>
        <pc:spChg chg="del mod ord">
          <ac:chgData name="Martin Hardy" userId="18c45b91-9529-4376-afee-15439663c977" providerId="ADAL" clId="{51AD99B1-9A51-46FE-A653-1714788288D8}" dt="2021-10-27T18:27:21.829" v="249" actId="700"/>
          <ac:spMkLst>
            <pc:docMk/>
            <pc:sldMk cId="3984742994" sldId="385"/>
            <ac:spMk id="3" creationId="{BF504EA7-300A-4A8A-BDE1-C6BE117689F7}"/>
          </ac:spMkLst>
        </pc:spChg>
        <pc:spChg chg="del">
          <ac:chgData name="Martin Hardy" userId="18c45b91-9529-4376-afee-15439663c977" providerId="ADAL" clId="{51AD99B1-9A51-46FE-A653-1714788288D8}" dt="2021-10-27T18:27:21.829" v="249" actId="700"/>
          <ac:spMkLst>
            <pc:docMk/>
            <pc:sldMk cId="3984742994" sldId="385"/>
            <ac:spMk id="4" creationId="{F16C9393-EB82-4643-81C9-00584C8391E3}"/>
          </ac:spMkLst>
        </pc:spChg>
        <pc:spChg chg="mod ord">
          <ac:chgData name="Martin Hardy" userId="18c45b91-9529-4376-afee-15439663c977" providerId="ADAL" clId="{51AD99B1-9A51-46FE-A653-1714788288D8}" dt="2021-10-27T18:27:21.829" v="249" actId="700"/>
          <ac:spMkLst>
            <pc:docMk/>
            <pc:sldMk cId="3984742994" sldId="385"/>
            <ac:spMk id="5" creationId="{11CD095E-BBA4-47E4-8D53-713C7B022F16}"/>
          </ac:spMkLst>
        </pc:spChg>
        <pc:spChg chg="mod ord">
          <ac:chgData name="Martin Hardy" userId="18c45b91-9529-4376-afee-15439663c977" providerId="ADAL" clId="{51AD99B1-9A51-46FE-A653-1714788288D8}" dt="2021-10-27T18:27:21.829" v="249" actId="700"/>
          <ac:spMkLst>
            <pc:docMk/>
            <pc:sldMk cId="3984742994" sldId="385"/>
            <ac:spMk id="6" creationId="{6ABA69B2-4B03-4A7D-8B27-DCCE00ACB29D}"/>
          </ac:spMkLst>
        </pc:spChg>
        <pc:spChg chg="del mod ord">
          <ac:chgData name="Martin Hardy" userId="18c45b91-9529-4376-afee-15439663c977" providerId="ADAL" clId="{51AD99B1-9A51-46FE-A653-1714788288D8}" dt="2021-10-27T18:27:21.829" v="249" actId="700"/>
          <ac:spMkLst>
            <pc:docMk/>
            <pc:sldMk cId="3984742994" sldId="385"/>
            <ac:spMk id="7" creationId="{0C8EBA7C-F8EC-4EE4-B4F1-D31C1B3C8581}"/>
          </ac:spMkLst>
        </pc:spChg>
        <pc:spChg chg="add mod ord">
          <ac:chgData name="Martin Hardy" userId="18c45b91-9529-4376-afee-15439663c977" providerId="ADAL" clId="{51AD99B1-9A51-46FE-A653-1714788288D8}" dt="2021-10-30T15:24:16.360" v="7863" actId="20577"/>
          <ac:spMkLst>
            <pc:docMk/>
            <pc:sldMk cId="3984742994" sldId="385"/>
            <ac:spMk id="8" creationId="{70590DA8-4F20-430F-95A3-F7B47E65B073}"/>
          </ac:spMkLst>
        </pc:spChg>
        <pc:spChg chg="add mod ord">
          <ac:chgData name="Martin Hardy" userId="18c45b91-9529-4376-afee-15439663c977" providerId="ADAL" clId="{51AD99B1-9A51-46FE-A653-1714788288D8}" dt="2021-10-30T15:24:59.882" v="7950" actId="207"/>
          <ac:spMkLst>
            <pc:docMk/>
            <pc:sldMk cId="3984742994" sldId="385"/>
            <ac:spMk id="9" creationId="{313943A3-8992-4421-8BD0-CCB2B7C345A9}"/>
          </ac:spMkLst>
        </pc:spChg>
      </pc:sldChg>
      <pc:sldChg chg="addSp delSp modSp add mod modNotesTx">
        <pc:chgData name="Martin Hardy" userId="18c45b91-9529-4376-afee-15439663c977" providerId="ADAL" clId="{51AD99B1-9A51-46FE-A653-1714788288D8}" dt="2021-10-27T22:05:53.234" v="4447" actId="20577"/>
        <pc:sldMkLst>
          <pc:docMk/>
          <pc:sldMk cId="4038982897" sldId="386"/>
        </pc:sldMkLst>
        <pc:spChg chg="mod">
          <ac:chgData name="Martin Hardy" userId="18c45b91-9529-4376-afee-15439663c977" providerId="ADAL" clId="{51AD99B1-9A51-46FE-A653-1714788288D8}" dt="2021-10-27T18:27:49.874" v="269" actId="20577"/>
          <ac:spMkLst>
            <pc:docMk/>
            <pc:sldMk cId="4038982897" sldId="386"/>
            <ac:spMk id="2" creationId="{136A748A-1F80-4680-A5BC-E2AF0526BCFD}"/>
          </ac:spMkLst>
        </pc:spChg>
        <pc:spChg chg="del">
          <ac:chgData name="Martin Hardy" userId="18c45b91-9529-4376-afee-15439663c977" providerId="ADAL" clId="{51AD99B1-9A51-46FE-A653-1714788288D8}" dt="2021-10-27T19:42:07.397" v="2045"/>
          <ac:spMkLst>
            <pc:docMk/>
            <pc:sldMk cId="4038982897" sldId="386"/>
            <ac:spMk id="8" creationId="{70590DA8-4F20-430F-95A3-F7B47E65B073}"/>
          </ac:spMkLst>
        </pc:spChg>
        <pc:spChg chg="mod">
          <ac:chgData name="Martin Hardy" userId="18c45b91-9529-4376-afee-15439663c977" providerId="ADAL" clId="{51AD99B1-9A51-46FE-A653-1714788288D8}" dt="2021-10-27T21:58:10.364" v="3838" actId="20577"/>
          <ac:spMkLst>
            <pc:docMk/>
            <pc:sldMk cId="4038982897" sldId="386"/>
            <ac:spMk id="9" creationId="{313943A3-8992-4421-8BD0-CCB2B7C345A9}"/>
          </ac:spMkLst>
        </pc:spChg>
        <pc:picChg chg="add mod">
          <ac:chgData name="Martin Hardy" userId="18c45b91-9529-4376-afee-15439663c977" providerId="ADAL" clId="{51AD99B1-9A51-46FE-A653-1714788288D8}" dt="2021-10-27T19:42:19.376" v="2048" actId="1076"/>
          <ac:picMkLst>
            <pc:docMk/>
            <pc:sldMk cId="4038982897" sldId="386"/>
            <ac:picMk id="7" creationId="{E1555F19-BBE4-40C5-BD13-64EA6250769E}"/>
          </ac:picMkLst>
        </pc:picChg>
      </pc:sldChg>
      <pc:sldChg chg="modSp add mod modNotesTx">
        <pc:chgData name="Martin Hardy" userId="18c45b91-9529-4376-afee-15439663c977" providerId="ADAL" clId="{51AD99B1-9A51-46FE-A653-1714788288D8}" dt="2021-10-29T19:12:27.042" v="7174" actId="20577"/>
        <pc:sldMkLst>
          <pc:docMk/>
          <pc:sldMk cId="1542658298" sldId="387"/>
        </pc:sldMkLst>
        <pc:spChg chg="mod">
          <ac:chgData name="Martin Hardy" userId="18c45b91-9529-4376-afee-15439663c977" providerId="ADAL" clId="{51AD99B1-9A51-46FE-A653-1714788288D8}" dt="2021-10-27T18:28:05.626" v="280" actId="20577"/>
          <ac:spMkLst>
            <pc:docMk/>
            <pc:sldMk cId="1542658298" sldId="387"/>
            <ac:spMk id="2" creationId="{136A748A-1F80-4680-A5BC-E2AF0526BCFD}"/>
          </ac:spMkLst>
        </pc:spChg>
        <pc:spChg chg="mod">
          <ac:chgData name="Martin Hardy" userId="18c45b91-9529-4376-afee-15439663c977" providerId="ADAL" clId="{51AD99B1-9A51-46FE-A653-1714788288D8}" dt="2021-10-29T19:12:27.042" v="7174" actId="20577"/>
          <ac:spMkLst>
            <pc:docMk/>
            <pc:sldMk cId="1542658298" sldId="387"/>
            <ac:spMk id="8" creationId="{70590DA8-4F20-430F-95A3-F7B47E65B073}"/>
          </ac:spMkLst>
        </pc:spChg>
      </pc:sldChg>
      <pc:sldChg chg="addSp modSp add del mod modClrScheme chgLayout modNotesTx">
        <pc:chgData name="Martin Hardy" userId="18c45b91-9529-4376-afee-15439663c977" providerId="ADAL" clId="{51AD99B1-9A51-46FE-A653-1714788288D8}" dt="2021-10-27T18:46:07.901" v="835" actId="47"/>
        <pc:sldMkLst>
          <pc:docMk/>
          <pc:sldMk cId="3462437470" sldId="388"/>
        </pc:sldMkLst>
        <pc:spChg chg="mod ord">
          <ac:chgData name="Martin Hardy" userId="18c45b91-9529-4376-afee-15439663c977" providerId="ADAL" clId="{51AD99B1-9A51-46FE-A653-1714788288D8}" dt="2021-10-27T18:41:08.895" v="692" actId="700"/>
          <ac:spMkLst>
            <pc:docMk/>
            <pc:sldMk cId="3462437470" sldId="388"/>
            <ac:spMk id="2" creationId="{92E89BAD-96D3-40AC-B866-E489DB37EFE4}"/>
          </ac:spMkLst>
        </pc:spChg>
        <pc:spChg chg="add mod ord">
          <ac:chgData name="Martin Hardy" userId="18c45b91-9529-4376-afee-15439663c977" providerId="ADAL" clId="{51AD99B1-9A51-46FE-A653-1714788288D8}" dt="2021-10-27T18:43:33.052" v="716" actId="27636"/>
          <ac:spMkLst>
            <pc:docMk/>
            <pc:sldMk cId="3462437470" sldId="388"/>
            <ac:spMk id="3" creationId="{A0768D91-975B-4414-9511-BE66A416F622}"/>
          </ac:spMkLst>
        </pc:spChg>
        <pc:spChg chg="mod ord">
          <ac:chgData name="Martin Hardy" userId="18c45b91-9529-4376-afee-15439663c977" providerId="ADAL" clId="{51AD99B1-9A51-46FE-A653-1714788288D8}" dt="2021-10-27T18:44:31.325" v="763" actId="27636"/>
          <ac:spMkLst>
            <pc:docMk/>
            <pc:sldMk cId="3462437470" sldId="388"/>
            <ac:spMk id="4" creationId="{A9E6778E-A083-4433-BD82-ABEE9FA61C3A}"/>
          </ac:spMkLst>
        </pc:spChg>
        <pc:spChg chg="mod ord">
          <ac:chgData name="Martin Hardy" userId="18c45b91-9529-4376-afee-15439663c977" providerId="ADAL" clId="{51AD99B1-9A51-46FE-A653-1714788288D8}" dt="2021-10-27T18:41:08.895" v="692" actId="700"/>
          <ac:spMkLst>
            <pc:docMk/>
            <pc:sldMk cId="3462437470" sldId="388"/>
            <ac:spMk id="5" creationId="{002C7BD4-5B95-414A-AA19-34958466D6C5}"/>
          </ac:spMkLst>
        </pc:spChg>
        <pc:spChg chg="mod ord">
          <ac:chgData name="Martin Hardy" userId="18c45b91-9529-4376-afee-15439663c977" providerId="ADAL" clId="{51AD99B1-9A51-46FE-A653-1714788288D8}" dt="2021-10-27T18:41:08.895" v="692" actId="700"/>
          <ac:spMkLst>
            <pc:docMk/>
            <pc:sldMk cId="3462437470" sldId="388"/>
            <ac:spMk id="6" creationId="{1AA1EEE4-7720-4E49-85F2-BF9C09D359D1}"/>
          </ac:spMkLst>
        </pc:spChg>
        <pc:spChg chg="mod ord">
          <ac:chgData name="Martin Hardy" userId="18c45b91-9529-4376-afee-15439663c977" providerId="ADAL" clId="{51AD99B1-9A51-46FE-A653-1714788288D8}" dt="2021-10-27T18:41:08.895" v="692" actId="700"/>
          <ac:spMkLst>
            <pc:docMk/>
            <pc:sldMk cId="3462437470" sldId="388"/>
            <ac:spMk id="7" creationId="{2F7A4639-742C-4624-8855-77F36976D6C5}"/>
          </ac:spMkLst>
        </pc:spChg>
      </pc:sldChg>
      <pc:sldChg chg="addSp modSp add mod modNotesTx">
        <pc:chgData name="Martin Hardy" userId="18c45b91-9529-4376-afee-15439663c977" providerId="ADAL" clId="{51AD99B1-9A51-46FE-A653-1714788288D8}" dt="2021-10-29T19:18:28.234" v="7250" actId="1076"/>
        <pc:sldMkLst>
          <pc:docMk/>
          <pc:sldMk cId="2774566825" sldId="389"/>
        </pc:sldMkLst>
        <pc:spChg chg="mod">
          <ac:chgData name="Martin Hardy" userId="18c45b91-9529-4376-afee-15439663c977" providerId="ADAL" clId="{51AD99B1-9A51-46FE-A653-1714788288D8}" dt="2021-10-27T19:35:10.171" v="1985" actId="403"/>
          <ac:spMkLst>
            <pc:docMk/>
            <pc:sldMk cId="2774566825" sldId="389"/>
            <ac:spMk id="2" creationId="{92E89BAD-96D3-40AC-B866-E489DB37EFE4}"/>
          </ac:spMkLst>
        </pc:spChg>
        <pc:spChg chg="add mod">
          <ac:chgData name="Martin Hardy" userId="18c45b91-9529-4376-afee-15439663c977" providerId="ADAL" clId="{51AD99B1-9A51-46FE-A653-1714788288D8}" dt="2021-10-29T19:18:28.234" v="7250" actId="1076"/>
          <ac:spMkLst>
            <pc:docMk/>
            <pc:sldMk cId="2774566825" sldId="389"/>
            <ac:spMk id="3" creationId="{9D4634ED-D79E-44F1-BB3F-26AAA9021E70}"/>
          </ac:spMkLst>
        </pc:spChg>
        <pc:spChg chg="mod">
          <ac:chgData name="Martin Hardy" userId="18c45b91-9529-4376-afee-15439663c977" providerId="ADAL" clId="{51AD99B1-9A51-46FE-A653-1714788288D8}" dt="2021-10-29T19:18:15.162" v="7247" actId="20577"/>
          <ac:spMkLst>
            <pc:docMk/>
            <pc:sldMk cId="2774566825" sldId="389"/>
            <ac:spMk id="4" creationId="{A9E6778E-A083-4433-BD82-ABEE9FA61C3A}"/>
          </ac:spMkLst>
        </pc:spChg>
      </pc:sldChg>
      <pc:sldChg chg="addSp modSp add mod modNotesTx">
        <pc:chgData name="Martin Hardy" userId="18c45b91-9529-4376-afee-15439663c977" providerId="ADAL" clId="{51AD99B1-9A51-46FE-A653-1714788288D8}" dt="2021-10-29T19:18:33.875" v="7251"/>
        <pc:sldMkLst>
          <pc:docMk/>
          <pc:sldMk cId="2456401864" sldId="390"/>
        </pc:sldMkLst>
        <pc:spChg chg="mod">
          <ac:chgData name="Martin Hardy" userId="18c45b91-9529-4376-afee-15439663c977" providerId="ADAL" clId="{51AD99B1-9A51-46FE-A653-1714788288D8}" dt="2021-10-27T19:38:58.688" v="2035" actId="14100"/>
          <ac:spMkLst>
            <pc:docMk/>
            <pc:sldMk cId="2456401864" sldId="390"/>
            <ac:spMk id="2" creationId="{92E89BAD-96D3-40AC-B866-E489DB37EFE4}"/>
          </ac:spMkLst>
        </pc:spChg>
        <pc:spChg chg="mod">
          <ac:chgData name="Martin Hardy" userId="18c45b91-9529-4376-afee-15439663c977" providerId="ADAL" clId="{51AD99B1-9A51-46FE-A653-1714788288D8}" dt="2021-10-29T19:17:22.971" v="7200" actId="113"/>
          <ac:spMkLst>
            <pc:docMk/>
            <pc:sldMk cId="2456401864" sldId="390"/>
            <ac:spMk id="4" creationId="{A9E6778E-A083-4433-BD82-ABEE9FA61C3A}"/>
          </ac:spMkLst>
        </pc:spChg>
        <pc:spChg chg="add mod">
          <ac:chgData name="Martin Hardy" userId="18c45b91-9529-4376-afee-15439663c977" providerId="ADAL" clId="{51AD99B1-9A51-46FE-A653-1714788288D8}" dt="2021-10-29T19:18:33.875" v="7251"/>
          <ac:spMkLst>
            <pc:docMk/>
            <pc:sldMk cId="2456401864" sldId="390"/>
            <ac:spMk id="8" creationId="{BA180D61-C377-4DF5-BF27-1C44ABFAF78D}"/>
          </ac:spMkLst>
        </pc:spChg>
      </pc:sldChg>
      <pc:sldChg chg="addSp delSp modSp add mod ord modNotesTx">
        <pc:chgData name="Martin Hardy" userId="18c45b91-9529-4376-afee-15439663c977" providerId="ADAL" clId="{51AD99B1-9A51-46FE-A653-1714788288D8}" dt="2021-11-02T19:23:07.090" v="8691" actId="6549"/>
        <pc:sldMkLst>
          <pc:docMk/>
          <pc:sldMk cId="2580151647" sldId="391"/>
        </pc:sldMkLst>
        <pc:spChg chg="mod">
          <ac:chgData name="Martin Hardy" userId="18c45b91-9529-4376-afee-15439663c977" providerId="ADAL" clId="{51AD99B1-9A51-46FE-A653-1714788288D8}" dt="2021-10-27T18:55:58.010" v="1026" actId="20577"/>
          <ac:spMkLst>
            <pc:docMk/>
            <pc:sldMk cId="2580151647" sldId="391"/>
            <ac:spMk id="2" creationId="{92E89BAD-96D3-40AC-B866-E489DB37EFE4}"/>
          </ac:spMkLst>
        </pc:spChg>
        <pc:spChg chg="mod">
          <ac:chgData name="Martin Hardy" userId="18c45b91-9529-4376-afee-15439663c977" providerId="ADAL" clId="{51AD99B1-9A51-46FE-A653-1714788288D8}" dt="2021-10-29T19:19:23.273" v="7298" actId="20577"/>
          <ac:spMkLst>
            <pc:docMk/>
            <pc:sldMk cId="2580151647" sldId="391"/>
            <ac:spMk id="3" creationId="{9D4634ED-D79E-44F1-BB3F-26AAA9021E70}"/>
          </ac:spMkLst>
        </pc:spChg>
        <pc:spChg chg="mod">
          <ac:chgData name="Martin Hardy" userId="18c45b91-9529-4376-afee-15439663c977" providerId="ADAL" clId="{51AD99B1-9A51-46FE-A653-1714788288D8}" dt="2021-11-02T19:23:07.090" v="8691" actId="6549"/>
          <ac:spMkLst>
            <pc:docMk/>
            <pc:sldMk cId="2580151647" sldId="391"/>
            <ac:spMk id="4" creationId="{A9E6778E-A083-4433-BD82-ABEE9FA61C3A}"/>
          </ac:spMkLst>
        </pc:spChg>
        <pc:spChg chg="mod">
          <ac:chgData name="Martin Hardy" userId="18c45b91-9529-4376-afee-15439663c977" providerId="ADAL" clId="{51AD99B1-9A51-46FE-A653-1714788288D8}" dt="2021-10-27T22:23:46.304" v="5235" actId="27636"/>
          <ac:spMkLst>
            <pc:docMk/>
            <pc:sldMk cId="2580151647" sldId="391"/>
            <ac:spMk id="7" creationId="{2F7A4639-742C-4624-8855-77F36976D6C5}"/>
          </ac:spMkLst>
        </pc:spChg>
        <pc:graphicFrameChg chg="add del mod">
          <ac:chgData name="Martin Hardy" userId="18c45b91-9529-4376-afee-15439663c977" providerId="ADAL" clId="{51AD99B1-9A51-46FE-A653-1714788288D8}" dt="2021-10-27T19:01:55.955" v="1132"/>
          <ac:graphicFrameMkLst>
            <pc:docMk/>
            <pc:sldMk cId="2580151647" sldId="391"/>
            <ac:graphicFrameMk id="8" creationId="{CCF3A973-0D77-423B-A6D3-00752B39F632}"/>
          </ac:graphicFrameMkLst>
        </pc:graphicFrameChg>
      </pc:sldChg>
      <pc:sldChg chg="addSp delSp modSp add mod ord modNotesTx">
        <pc:chgData name="Martin Hardy" userId="18c45b91-9529-4376-afee-15439663c977" providerId="ADAL" clId="{51AD99B1-9A51-46FE-A653-1714788288D8}" dt="2021-10-29T19:20:26.107" v="7303" actId="113"/>
        <pc:sldMkLst>
          <pc:docMk/>
          <pc:sldMk cId="1084742688" sldId="392"/>
        </pc:sldMkLst>
        <pc:spChg chg="mod">
          <ac:chgData name="Martin Hardy" userId="18c45b91-9529-4376-afee-15439663c977" providerId="ADAL" clId="{51AD99B1-9A51-46FE-A653-1714788288D8}" dt="2021-10-27T19:01:26.738" v="1129" actId="20577"/>
          <ac:spMkLst>
            <pc:docMk/>
            <pc:sldMk cId="1084742688" sldId="392"/>
            <ac:spMk id="2" creationId="{92E89BAD-96D3-40AC-B866-E489DB37EFE4}"/>
          </ac:spMkLst>
        </pc:spChg>
        <pc:spChg chg="mod">
          <ac:chgData name="Martin Hardy" userId="18c45b91-9529-4376-afee-15439663c977" providerId="ADAL" clId="{51AD99B1-9A51-46FE-A653-1714788288D8}" dt="2021-10-27T19:27:14.781" v="1861" actId="113"/>
          <ac:spMkLst>
            <pc:docMk/>
            <pc:sldMk cId="1084742688" sldId="392"/>
            <ac:spMk id="4" creationId="{A9E6778E-A083-4433-BD82-ABEE9FA61C3A}"/>
          </ac:spMkLst>
        </pc:spChg>
        <pc:spChg chg="mod">
          <ac:chgData name="Martin Hardy" userId="18c45b91-9529-4376-afee-15439663c977" providerId="ADAL" clId="{51AD99B1-9A51-46FE-A653-1714788288D8}" dt="2021-10-27T22:24:38.913" v="5250" actId="27636"/>
          <ac:spMkLst>
            <pc:docMk/>
            <pc:sldMk cId="1084742688" sldId="392"/>
            <ac:spMk id="7" creationId="{2F7A4639-742C-4624-8855-77F36976D6C5}"/>
          </ac:spMkLst>
        </pc:spChg>
        <pc:spChg chg="add del">
          <ac:chgData name="Martin Hardy" userId="18c45b91-9529-4376-afee-15439663c977" providerId="ADAL" clId="{51AD99B1-9A51-46FE-A653-1714788288D8}" dt="2021-10-27T19:14:14.080" v="1491" actId="22"/>
          <ac:spMkLst>
            <pc:docMk/>
            <pc:sldMk cId="1084742688" sldId="392"/>
            <ac:spMk id="8" creationId="{A080E35B-BE92-4EAE-BE0F-AD2C3C1E7BF9}"/>
          </ac:spMkLst>
        </pc:spChg>
        <pc:spChg chg="add mod">
          <ac:chgData name="Martin Hardy" userId="18c45b91-9529-4376-afee-15439663c977" providerId="ADAL" clId="{51AD99B1-9A51-46FE-A653-1714788288D8}" dt="2021-10-29T19:20:26.107" v="7303" actId="113"/>
          <ac:spMkLst>
            <pc:docMk/>
            <pc:sldMk cId="1084742688" sldId="392"/>
            <ac:spMk id="9" creationId="{21447AA1-5C1D-4E80-A334-52759EC1D485}"/>
          </ac:spMkLst>
        </pc:spChg>
      </pc:sldChg>
      <pc:sldChg chg="add del">
        <pc:chgData name="Martin Hardy" userId="18c45b91-9529-4376-afee-15439663c977" providerId="ADAL" clId="{51AD99B1-9A51-46FE-A653-1714788288D8}" dt="2021-10-27T19:01:09.975" v="1124" actId="2890"/>
        <pc:sldMkLst>
          <pc:docMk/>
          <pc:sldMk cId="2810088710" sldId="392"/>
        </pc:sldMkLst>
      </pc:sldChg>
      <pc:sldChg chg="addSp delSp modSp add mod ord modNotesTx">
        <pc:chgData name="Martin Hardy" userId="18c45b91-9529-4376-afee-15439663c977" providerId="ADAL" clId="{51AD99B1-9A51-46FE-A653-1714788288D8}" dt="2021-10-30T18:18:26.303" v="8661" actId="6549"/>
        <pc:sldMkLst>
          <pc:docMk/>
          <pc:sldMk cId="1260103266" sldId="393"/>
        </pc:sldMkLst>
        <pc:spChg chg="mod">
          <ac:chgData name="Martin Hardy" userId="18c45b91-9529-4376-afee-15439663c977" providerId="ADAL" clId="{51AD99B1-9A51-46FE-A653-1714788288D8}" dt="2021-10-27T19:13:45.296" v="1486" actId="404"/>
          <ac:spMkLst>
            <pc:docMk/>
            <pc:sldMk cId="1260103266" sldId="393"/>
            <ac:spMk id="2" creationId="{92E89BAD-96D3-40AC-B866-E489DB37EFE4}"/>
          </ac:spMkLst>
        </pc:spChg>
        <pc:spChg chg="del mod">
          <ac:chgData name="Martin Hardy" userId="18c45b91-9529-4376-afee-15439663c977" providerId="ADAL" clId="{51AD99B1-9A51-46FE-A653-1714788288D8}" dt="2021-10-27T19:29:05.034" v="1878" actId="478"/>
          <ac:spMkLst>
            <pc:docMk/>
            <pc:sldMk cId="1260103266" sldId="393"/>
            <ac:spMk id="3" creationId="{9D4634ED-D79E-44F1-BB3F-26AAA9021E70}"/>
          </ac:spMkLst>
        </pc:spChg>
        <pc:spChg chg="mod">
          <ac:chgData name="Martin Hardy" userId="18c45b91-9529-4376-afee-15439663c977" providerId="ADAL" clId="{51AD99B1-9A51-46FE-A653-1714788288D8}" dt="2021-10-27T22:36:21.605" v="5774" actId="6549"/>
          <ac:spMkLst>
            <pc:docMk/>
            <pc:sldMk cId="1260103266" sldId="393"/>
            <ac:spMk id="4" creationId="{A9E6778E-A083-4433-BD82-ABEE9FA61C3A}"/>
          </ac:spMkLst>
        </pc:spChg>
        <pc:spChg chg="del">
          <ac:chgData name="Martin Hardy" userId="18c45b91-9529-4376-afee-15439663c977" providerId="ADAL" clId="{51AD99B1-9A51-46FE-A653-1714788288D8}" dt="2021-10-27T19:33:08.491" v="1972" actId="478"/>
          <ac:spMkLst>
            <pc:docMk/>
            <pc:sldMk cId="1260103266" sldId="393"/>
            <ac:spMk id="7" creationId="{2F7A4639-742C-4624-8855-77F36976D6C5}"/>
          </ac:spMkLst>
        </pc:spChg>
        <pc:spChg chg="add mod">
          <ac:chgData name="Martin Hardy" userId="18c45b91-9529-4376-afee-15439663c977" providerId="ADAL" clId="{51AD99B1-9A51-46FE-A653-1714788288D8}" dt="2021-10-27T22:34:25.333" v="5766" actId="14100"/>
          <ac:spMkLst>
            <pc:docMk/>
            <pc:sldMk cId="1260103266" sldId="393"/>
            <ac:spMk id="8" creationId="{C31B25DC-D2A0-4CD5-A62A-3746EC67207A}"/>
          </ac:spMkLst>
        </pc:spChg>
        <pc:spChg chg="add mod">
          <ac:chgData name="Martin Hardy" userId="18c45b91-9529-4376-afee-15439663c977" providerId="ADAL" clId="{51AD99B1-9A51-46FE-A653-1714788288D8}" dt="2021-10-27T22:32:41.370" v="5751" actId="20577"/>
          <ac:spMkLst>
            <pc:docMk/>
            <pc:sldMk cId="1260103266" sldId="393"/>
            <ac:spMk id="10" creationId="{16718F6D-EB75-4CF5-8379-AAE495BD7210}"/>
          </ac:spMkLst>
        </pc:spChg>
        <pc:picChg chg="add mod">
          <ac:chgData name="Martin Hardy" userId="18c45b91-9529-4376-afee-15439663c977" providerId="ADAL" clId="{51AD99B1-9A51-46FE-A653-1714788288D8}" dt="2021-10-29T19:22:10.226" v="7309" actId="1076"/>
          <ac:picMkLst>
            <pc:docMk/>
            <pc:sldMk cId="1260103266" sldId="393"/>
            <ac:picMk id="9" creationId="{07C43C5A-EB3F-4F63-B67D-D0861D3A3178}"/>
          </ac:picMkLst>
        </pc:picChg>
        <pc:picChg chg="add mod">
          <ac:chgData name="Martin Hardy" userId="18c45b91-9529-4376-afee-15439663c977" providerId="ADAL" clId="{51AD99B1-9A51-46FE-A653-1714788288D8}" dt="2021-10-29T19:22:13.714" v="7311" actId="1076"/>
          <ac:picMkLst>
            <pc:docMk/>
            <pc:sldMk cId="1260103266" sldId="393"/>
            <ac:picMk id="11" creationId="{26E807E3-2A46-4794-AA0A-851107E9F357}"/>
          </ac:picMkLst>
        </pc:picChg>
      </pc:sldChg>
      <pc:sldChg chg="addSp delSp modSp add mod modClrScheme chgLayout modNotesTx">
        <pc:chgData name="Martin Hardy" userId="18c45b91-9529-4376-afee-15439663c977" providerId="ADAL" clId="{51AD99B1-9A51-46FE-A653-1714788288D8}" dt="2021-10-27T20:07:51.632" v="3083" actId="20577"/>
        <pc:sldMkLst>
          <pc:docMk/>
          <pc:sldMk cId="2213603394" sldId="394"/>
        </pc:sldMkLst>
        <pc:spChg chg="mod ord">
          <ac:chgData name="Martin Hardy" userId="18c45b91-9529-4376-afee-15439663c977" providerId="ADAL" clId="{51AD99B1-9A51-46FE-A653-1714788288D8}" dt="2021-10-27T19:51:15.708" v="2574" actId="700"/>
          <ac:spMkLst>
            <pc:docMk/>
            <pc:sldMk cId="2213603394" sldId="394"/>
            <ac:spMk id="2" creationId="{136A748A-1F80-4680-A5BC-E2AF0526BCFD}"/>
          </ac:spMkLst>
        </pc:spChg>
        <pc:spChg chg="add del mod ord">
          <ac:chgData name="Martin Hardy" userId="18c45b91-9529-4376-afee-15439663c977" providerId="ADAL" clId="{51AD99B1-9A51-46FE-A653-1714788288D8}" dt="2021-10-27T19:49:19.363" v="2441" actId="700"/>
          <ac:spMkLst>
            <pc:docMk/>
            <pc:sldMk cId="2213603394" sldId="394"/>
            <ac:spMk id="3" creationId="{9B21F5AE-2424-462C-B79A-2D6C40F93C37}"/>
          </ac:spMkLst>
        </pc:spChg>
        <pc:spChg chg="add mod ord">
          <ac:chgData name="Martin Hardy" userId="18c45b91-9529-4376-afee-15439663c977" providerId="ADAL" clId="{51AD99B1-9A51-46FE-A653-1714788288D8}" dt="2021-10-27T20:03:59.873" v="2935" actId="20577"/>
          <ac:spMkLst>
            <pc:docMk/>
            <pc:sldMk cId="2213603394" sldId="394"/>
            <ac:spMk id="4" creationId="{3190A908-14C7-4E31-BD15-5D051B21E099}"/>
          </ac:spMkLst>
        </pc:spChg>
        <pc:spChg chg="mod ord">
          <ac:chgData name="Martin Hardy" userId="18c45b91-9529-4376-afee-15439663c977" providerId="ADAL" clId="{51AD99B1-9A51-46FE-A653-1714788288D8}" dt="2021-10-27T19:51:15.708" v="2574" actId="700"/>
          <ac:spMkLst>
            <pc:docMk/>
            <pc:sldMk cId="2213603394" sldId="394"/>
            <ac:spMk id="5" creationId="{11CD095E-BBA4-47E4-8D53-713C7B022F16}"/>
          </ac:spMkLst>
        </pc:spChg>
        <pc:spChg chg="mod ord">
          <ac:chgData name="Martin Hardy" userId="18c45b91-9529-4376-afee-15439663c977" providerId="ADAL" clId="{51AD99B1-9A51-46FE-A653-1714788288D8}" dt="2021-10-27T19:51:15.708" v="2574" actId="700"/>
          <ac:spMkLst>
            <pc:docMk/>
            <pc:sldMk cId="2213603394" sldId="394"/>
            <ac:spMk id="6" creationId="{6ABA69B2-4B03-4A7D-8B27-DCCE00ACB29D}"/>
          </ac:spMkLst>
        </pc:spChg>
        <pc:spChg chg="add mod ord">
          <ac:chgData name="Martin Hardy" userId="18c45b91-9529-4376-afee-15439663c977" providerId="ADAL" clId="{51AD99B1-9A51-46FE-A653-1714788288D8}" dt="2021-10-27T19:52:11.205" v="2648" actId="20577"/>
          <ac:spMkLst>
            <pc:docMk/>
            <pc:sldMk cId="2213603394" sldId="394"/>
            <ac:spMk id="7" creationId="{D4696540-4709-481E-B89D-B546D109CE1A}"/>
          </ac:spMkLst>
        </pc:spChg>
        <pc:spChg chg="del mod ord">
          <ac:chgData name="Martin Hardy" userId="18c45b91-9529-4376-afee-15439663c977" providerId="ADAL" clId="{51AD99B1-9A51-46FE-A653-1714788288D8}" dt="2021-10-27T19:51:15.708" v="2574" actId="700"/>
          <ac:spMkLst>
            <pc:docMk/>
            <pc:sldMk cId="2213603394" sldId="394"/>
            <ac:spMk id="8" creationId="{70590DA8-4F20-430F-95A3-F7B47E65B073}"/>
          </ac:spMkLst>
        </pc:spChg>
        <pc:spChg chg="del">
          <ac:chgData name="Martin Hardy" userId="18c45b91-9529-4376-afee-15439663c977" providerId="ADAL" clId="{51AD99B1-9A51-46FE-A653-1714788288D8}" dt="2021-10-27T19:49:10.276" v="2430" actId="700"/>
          <ac:spMkLst>
            <pc:docMk/>
            <pc:sldMk cId="2213603394" sldId="394"/>
            <ac:spMk id="9" creationId="{313943A3-8992-4421-8BD0-CCB2B7C345A9}"/>
          </ac:spMkLst>
        </pc:spChg>
        <pc:spChg chg="add mod ord">
          <ac:chgData name="Martin Hardy" userId="18c45b91-9529-4376-afee-15439663c977" providerId="ADAL" clId="{51AD99B1-9A51-46FE-A653-1714788288D8}" dt="2021-10-27T19:52:06.308" v="2634" actId="20577"/>
          <ac:spMkLst>
            <pc:docMk/>
            <pc:sldMk cId="2213603394" sldId="394"/>
            <ac:spMk id="10" creationId="{6A7EAFC5-6E55-48F1-9BA2-DF86B72F2AA5}"/>
          </ac:spMkLst>
        </pc:spChg>
        <pc:spChg chg="add mod ord">
          <ac:chgData name="Martin Hardy" userId="18c45b91-9529-4376-afee-15439663c977" providerId="ADAL" clId="{51AD99B1-9A51-46FE-A653-1714788288D8}" dt="2021-10-27T20:07:51.632" v="3083" actId="20577"/>
          <ac:spMkLst>
            <pc:docMk/>
            <pc:sldMk cId="2213603394" sldId="394"/>
            <ac:spMk id="11" creationId="{6ADD5E42-5A40-43D3-B158-944677A6C370}"/>
          </ac:spMkLst>
        </pc:spChg>
        <pc:spChg chg="add mod ord">
          <ac:chgData name="Martin Hardy" userId="18c45b91-9529-4376-afee-15439663c977" providerId="ADAL" clId="{51AD99B1-9A51-46FE-A653-1714788288D8}" dt="2021-10-27T19:51:15.729" v="2576" actId="27636"/>
          <ac:spMkLst>
            <pc:docMk/>
            <pc:sldMk cId="2213603394" sldId="394"/>
            <ac:spMk id="12" creationId="{9CB23847-3775-4ABD-A04F-433D61962331}"/>
          </ac:spMkLst>
        </pc:spChg>
      </pc:sldChg>
      <pc:sldChg chg="addSp modSp add mod modNotesTx">
        <pc:chgData name="Martin Hardy" userId="18c45b91-9529-4376-afee-15439663c977" providerId="ADAL" clId="{51AD99B1-9A51-46FE-A653-1714788288D8}" dt="2021-10-30T18:18:14.550" v="8660" actId="20577"/>
        <pc:sldMkLst>
          <pc:docMk/>
          <pc:sldMk cId="3762926099" sldId="395"/>
        </pc:sldMkLst>
        <pc:spChg chg="mod">
          <ac:chgData name="Martin Hardy" userId="18c45b91-9529-4376-afee-15439663c977" providerId="ADAL" clId="{51AD99B1-9A51-46FE-A653-1714788288D8}" dt="2021-10-27T22:25:29.467" v="5292" actId="20577"/>
          <ac:spMkLst>
            <pc:docMk/>
            <pc:sldMk cId="3762926099" sldId="395"/>
            <ac:spMk id="2" creationId="{92E89BAD-96D3-40AC-B866-E489DB37EFE4}"/>
          </ac:spMkLst>
        </pc:spChg>
        <pc:spChg chg="mod">
          <ac:chgData name="Martin Hardy" userId="18c45b91-9529-4376-afee-15439663c977" providerId="ADAL" clId="{51AD99B1-9A51-46FE-A653-1714788288D8}" dt="2021-10-30T18:17:55.830" v="8647" actId="20577"/>
          <ac:spMkLst>
            <pc:docMk/>
            <pc:sldMk cId="3762926099" sldId="395"/>
            <ac:spMk id="4" creationId="{A9E6778E-A083-4433-BD82-ABEE9FA61C3A}"/>
          </ac:spMkLst>
        </pc:spChg>
        <pc:spChg chg="mod">
          <ac:chgData name="Martin Hardy" userId="18c45b91-9529-4376-afee-15439663c977" providerId="ADAL" clId="{51AD99B1-9A51-46FE-A653-1714788288D8}" dt="2021-10-27T22:30:53.346" v="5700" actId="12"/>
          <ac:spMkLst>
            <pc:docMk/>
            <pc:sldMk cId="3762926099" sldId="395"/>
            <ac:spMk id="9" creationId="{21447AA1-5C1D-4E80-A334-52759EC1D485}"/>
          </ac:spMkLst>
        </pc:spChg>
        <pc:picChg chg="add mod">
          <ac:chgData name="Martin Hardy" userId="18c45b91-9529-4376-afee-15439663c977" providerId="ADAL" clId="{51AD99B1-9A51-46FE-A653-1714788288D8}" dt="2021-10-27T22:28:52.319" v="5416" actId="14861"/>
          <ac:picMkLst>
            <pc:docMk/>
            <pc:sldMk cId="3762926099" sldId="395"/>
            <ac:picMk id="8" creationId="{F3F74090-C096-4BC5-B10E-6AD1F6431F5D}"/>
          </ac:picMkLst>
        </pc:picChg>
        <pc:picChg chg="add mod">
          <ac:chgData name="Martin Hardy" userId="18c45b91-9529-4376-afee-15439663c977" providerId="ADAL" clId="{51AD99B1-9A51-46FE-A653-1714788288D8}" dt="2021-10-29T19:20:45.762" v="7305" actId="1076"/>
          <ac:picMkLst>
            <pc:docMk/>
            <pc:sldMk cId="3762926099" sldId="395"/>
            <ac:picMk id="10" creationId="{875950FE-0784-4E62-9999-E74F8D49EBA6}"/>
          </ac:picMkLst>
        </pc:picChg>
        <pc:picChg chg="add mod">
          <ac:chgData name="Martin Hardy" userId="18c45b91-9529-4376-afee-15439663c977" providerId="ADAL" clId="{51AD99B1-9A51-46FE-A653-1714788288D8}" dt="2021-10-29T19:20:57.401" v="7307" actId="1076"/>
          <ac:picMkLst>
            <pc:docMk/>
            <pc:sldMk cId="3762926099" sldId="395"/>
            <ac:picMk id="11" creationId="{253F57DB-FDFF-42FD-9AAE-DC56CEC65B91}"/>
          </ac:picMkLst>
        </pc:picChg>
      </pc:sldChg>
      <pc:sldChg chg="addSp delSp modSp add mod">
        <pc:chgData name="Martin Hardy" userId="18c45b91-9529-4376-afee-15439663c977" providerId="ADAL" clId="{51AD99B1-9A51-46FE-A653-1714788288D8}" dt="2021-10-30T17:29:22.144" v="8465" actId="20577"/>
        <pc:sldMkLst>
          <pc:docMk/>
          <pc:sldMk cId="2391291625" sldId="396"/>
        </pc:sldMkLst>
        <pc:spChg chg="mod">
          <ac:chgData name="Martin Hardy" userId="18c45b91-9529-4376-afee-15439663c977" providerId="ADAL" clId="{51AD99B1-9A51-46FE-A653-1714788288D8}" dt="2021-10-27T23:49:23.645" v="6403" actId="20577"/>
          <ac:spMkLst>
            <pc:docMk/>
            <pc:sldMk cId="2391291625" sldId="396"/>
            <ac:spMk id="2" creationId="{28121302-8CC0-4962-85A8-8FAE55227E51}"/>
          </ac:spMkLst>
        </pc:spChg>
        <pc:spChg chg="mod">
          <ac:chgData name="Martin Hardy" userId="18c45b91-9529-4376-afee-15439663c977" providerId="ADAL" clId="{51AD99B1-9A51-46FE-A653-1714788288D8}" dt="2021-10-30T17:29:22.144" v="8465" actId="20577"/>
          <ac:spMkLst>
            <pc:docMk/>
            <pc:sldMk cId="2391291625" sldId="396"/>
            <ac:spMk id="3" creationId="{52AC1559-12EB-4EA3-B5AB-AB41514805D1}"/>
          </ac:spMkLst>
        </pc:spChg>
        <pc:spChg chg="mod">
          <ac:chgData name="Martin Hardy" userId="18c45b91-9529-4376-afee-15439663c977" providerId="ADAL" clId="{51AD99B1-9A51-46FE-A653-1714788288D8}" dt="2021-10-27T23:49:26.163" v="6404" actId="20577"/>
          <ac:spMkLst>
            <pc:docMk/>
            <pc:sldMk cId="2391291625" sldId="396"/>
            <ac:spMk id="7" creationId="{D0C379DD-AAAE-4A42-92D8-5145241CBF73}"/>
          </ac:spMkLst>
        </pc:spChg>
        <pc:spChg chg="del mod">
          <ac:chgData name="Martin Hardy" userId="18c45b91-9529-4376-afee-15439663c977" providerId="ADAL" clId="{51AD99B1-9A51-46FE-A653-1714788288D8}" dt="2021-10-30T17:06:25.245" v="8092" actId="21"/>
          <ac:spMkLst>
            <pc:docMk/>
            <pc:sldMk cId="2391291625" sldId="396"/>
            <ac:spMk id="9" creationId="{6C4755EA-F57D-42FC-B68C-2069BFDA0162}"/>
          </ac:spMkLst>
        </pc:spChg>
        <pc:spChg chg="mod">
          <ac:chgData name="Martin Hardy" userId="18c45b91-9529-4376-afee-15439663c977" providerId="ADAL" clId="{51AD99B1-9A51-46FE-A653-1714788288D8}" dt="2021-10-29T19:30:13.671" v="7452"/>
          <ac:spMkLst>
            <pc:docMk/>
            <pc:sldMk cId="2391291625" sldId="396"/>
            <ac:spMk id="10" creationId="{58D8AF27-356D-4E43-9FB7-9F9B91D83BF1}"/>
          </ac:spMkLst>
        </pc:spChg>
        <pc:spChg chg="del mod">
          <ac:chgData name="Martin Hardy" userId="18c45b91-9529-4376-afee-15439663c977" providerId="ADAL" clId="{51AD99B1-9A51-46FE-A653-1714788288D8}" dt="2021-10-30T17:06:25.245" v="8092" actId="21"/>
          <ac:spMkLst>
            <pc:docMk/>
            <pc:sldMk cId="2391291625" sldId="396"/>
            <ac:spMk id="11" creationId="{80827822-6BBA-4624-AE4A-24D048A4832C}"/>
          </ac:spMkLst>
        </pc:spChg>
        <pc:spChg chg="add del mod">
          <ac:chgData name="Martin Hardy" userId="18c45b91-9529-4376-afee-15439663c977" providerId="ADAL" clId="{51AD99B1-9A51-46FE-A653-1714788288D8}" dt="2021-10-30T17:04:53.102" v="8015" actId="478"/>
          <ac:spMkLst>
            <pc:docMk/>
            <pc:sldMk cId="2391291625" sldId="396"/>
            <ac:spMk id="12" creationId="{CEE4013C-75EC-43E1-9888-37B8A1F191C7}"/>
          </ac:spMkLst>
        </pc:spChg>
        <pc:spChg chg="mod">
          <ac:chgData name="Martin Hardy" userId="18c45b91-9529-4376-afee-15439663c977" providerId="ADAL" clId="{51AD99B1-9A51-46FE-A653-1714788288D8}" dt="2021-10-30T17:04:54.013" v="8016"/>
          <ac:spMkLst>
            <pc:docMk/>
            <pc:sldMk cId="2391291625" sldId="396"/>
            <ac:spMk id="16" creationId="{8C3F9B2C-8567-4085-B3E2-F3919488CB16}"/>
          </ac:spMkLst>
        </pc:spChg>
        <pc:spChg chg="add del mod">
          <ac:chgData name="Martin Hardy" userId="18c45b91-9529-4376-afee-15439663c977" providerId="ADAL" clId="{51AD99B1-9A51-46FE-A653-1714788288D8}" dt="2021-10-30T17:07:52.662" v="8113" actId="478"/>
          <ac:spMkLst>
            <pc:docMk/>
            <pc:sldMk cId="2391291625" sldId="396"/>
            <ac:spMk id="21" creationId="{255696C9-5CE9-4112-8655-30C596707E33}"/>
          </ac:spMkLst>
        </pc:spChg>
        <pc:spChg chg="add del mod">
          <ac:chgData name="Martin Hardy" userId="18c45b91-9529-4376-afee-15439663c977" providerId="ADAL" clId="{51AD99B1-9A51-46FE-A653-1714788288D8}" dt="2021-10-30T17:07:51.973" v="8112" actId="478"/>
          <ac:spMkLst>
            <pc:docMk/>
            <pc:sldMk cId="2391291625" sldId="396"/>
            <ac:spMk id="23" creationId="{BB192265-BDC2-4861-B7E2-23B8C95A27C0}"/>
          </ac:spMkLst>
        </pc:spChg>
        <pc:grpChg chg="add mod">
          <ac:chgData name="Martin Hardy" userId="18c45b91-9529-4376-afee-15439663c977" providerId="ADAL" clId="{51AD99B1-9A51-46FE-A653-1714788288D8}" dt="2021-10-30T17:23:14.671" v="8440" actId="1076"/>
          <ac:grpSpMkLst>
            <pc:docMk/>
            <pc:sldMk cId="2391291625" sldId="396"/>
            <ac:grpSpMk id="14" creationId="{B6048E69-E559-4A7B-9EBC-8B05C75DB45C}"/>
          </ac:grpSpMkLst>
        </pc:grpChg>
        <pc:picChg chg="add del mod">
          <ac:chgData name="Martin Hardy" userId="18c45b91-9529-4376-afee-15439663c977" providerId="ADAL" clId="{51AD99B1-9A51-46FE-A653-1714788288D8}" dt="2021-10-28T00:21:24.997" v="6990" actId="478"/>
          <ac:picMkLst>
            <pc:docMk/>
            <pc:sldMk cId="2391291625" sldId="396"/>
            <ac:picMk id="8" creationId="{CD725A24-B87F-4B2D-A6D7-97350EB53A43}"/>
          </ac:picMkLst>
        </pc:picChg>
        <pc:picChg chg="add mod">
          <ac:chgData name="Martin Hardy" userId="18c45b91-9529-4376-afee-15439663c977" providerId="ADAL" clId="{51AD99B1-9A51-46FE-A653-1714788288D8}" dt="2021-10-30T17:29:13.561" v="8454" actId="1076"/>
          <ac:picMkLst>
            <pc:docMk/>
            <pc:sldMk cId="2391291625" sldId="396"/>
            <ac:picMk id="13" creationId="{C89A7434-E224-41C6-B5B1-DF30A1F9CE62}"/>
          </ac:picMkLst>
        </pc:picChg>
        <pc:picChg chg="mod">
          <ac:chgData name="Martin Hardy" userId="18c45b91-9529-4376-afee-15439663c977" providerId="ADAL" clId="{51AD99B1-9A51-46FE-A653-1714788288D8}" dt="2021-10-30T17:04:54.013" v="8016"/>
          <ac:picMkLst>
            <pc:docMk/>
            <pc:sldMk cId="2391291625" sldId="396"/>
            <ac:picMk id="15" creationId="{7B4FE7EE-C0E9-4B7F-8CF7-83F33A285E59}"/>
          </ac:picMkLst>
        </pc:picChg>
        <pc:cxnChg chg="add mod">
          <ac:chgData name="Martin Hardy" userId="18c45b91-9529-4376-afee-15439663c977" providerId="ADAL" clId="{51AD99B1-9A51-46FE-A653-1714788288D8}" dt="2021-10-30T17:29:13.561" v="8454" actId="1076"/>
          <ac:cxnSpMkLst>
            <pc:docMk/>
            <pc:sldMk cId="2391291625" sldId="396"/>
            <ac:cxnSpMk id="8" creationId="{18E3E219-498E-406E-8ABE-D2180B654E91}"/>
          </ac:cxnSpMkLst>
        </pc:cxnChg>
        <pc:cxnChg chg="add mod">
          <ac:chgData name="Martin Hardy" userId="18c45b91-9529-4376-afee-15439663c977" providerId="ADAL" clId="{51AD99B1-9A51-46FE-A653-1714788288D8}" dt="2021-10-30T17:23:18.551" v="8441" actId="14100"/>
          <ac:cxnSpMkLst>
            <pc:docMk/>
            <pc:sldMk cId="2391291625" sldId="396"/>
            <ac:cxnSpMk id="17" creationId="{D4110D48-A296-40AC-BEC8-AF97F6407969}"/>
          </ac:cxnSpMkLst>
        </pc:cxnChg>
      </pc:sldChg>
      <pc:sldChg chg="addSp delSp modSp add del mod modClrScheme chgLayout">
        <pc:chgData name="Martin Hardy" userId="18c45b91-9529-4376-afee-15439663c977" providerId="ADAL" clId="{51AD99B1-9A51-46FE-A653-1714788288D8}" dt="2021-10-30T17:06:06.824" v="8087" actId="47"/>
        <pc:sldMkLst>
          <pc:docMk/>
          <pc:sldMk cId="2600588031" sldId="397"/>
        </pc:sldMkLst>
        <pc:spChg chg="mod ord">
          <ac:chgData name="Martin Hardy" userId="18c45b91-9529-4376-afee-15439663c977" providerId="ADAL" clId="{51AD99B1-9A51-46FE-A653-1714788288D8}" dt="2021-10-30T16:56:55.541" v="7962" actId="700"/>
          <ac:spMkLst>
            <pc:docMk/>
            <pc:sldMk cId="2600588031" sldId="397"/>
            <ac:spMk id="2" creationId="{28121302-8CC0-4962-85A8-8FAE55227E51}"/>
          </ac:spMkLst>
        </pc:spChg>
        <pc:spChg chg="del mod">
          <ac:chgData name="Martin Hardy" userId="18c45b91-9529-4376-afee-15439663c977" providerId="ADAL" clId="{51AD99B1-9A51-46FE-A653-1714788288D8}" dt="2021-10-30T16:56:55.541" v="7962" actId="700"/>
          <ac:spMkLst>
            <pc:docMk/>
            <pc:sldMk cId="2600588031" sldId="397"/>
            <ac:spMk id="3" creationId="{52AC1559-12EB-4EA3-B5AB-AB41514805D1}"/>
          </ac:spMkLst>
        </pc:spChg>
        <pc:spChg chg="mod ord">
          <ac:chgData name="Martin Hardy" userId="18c45b91-9529-4376-afee-15439663c977" providerId="ADAL" clId="{51AD99B1-9A51-46FE-A653-1714788288D8}" dt="2021-10-30T16:56:55.541" v="7962" actId="700"/>
          <ac:spMkLst>
            <pc:docMk/>
            <pc:sldMk cId="2600588031" sldId="397"/>
            <ac:spMk id="4" creationId="{78E578F2-378B-4717-B814-0C56B606DDDA}"/>
          </ac:spMkLst>
        </pc:spChg>
        <pc:spChg chg="mod ord">
          <ac:chgData name="Martin Hardy" userId="18c45b91-9529-4376-afee-15439663c977" providerId="ADAL" clId="{51AD99B1-9A51-46FE-A653-1714788288D8}" dt="2021-10-30T16:56:55.541" v="7962" actId="700"/>
          <ac:spMkLst>
            <pc:docMk/>
            <pc:sldMk cId="2600588031" sldId="397"/>
            <ac:spMk id="5" creationId="{123D0F6D-5BF3-49AC-959B-27E6A1323378}"/>
          </ac:spMkLst>
        </pc:spChg>
        <pc:spChg chg="mod ord">
          <ac:chgData name="Martin Hardy" userId="18c45b91-9529-4376-afee-15439663c977" providerId="ADAL" clId="{51AD99B1-9A51-46FE-A653-1714788288D8}" dt="2021-10-30T16:56:55.547" v="7963" actId="27636"/>
          <ac:spMkLst>
            <pc:docMk/>
            <pc:sldMk cId="2600588031" sldId="397"/>
            <ac:spMk id="7" creationId="{D0C379DD-AAAE-4A42-92D8-5145241CBF73}"/>
          </ac:spMkLst>
        </pc:spChg>
        <pc:spChg chg="del mod">
          <ac:chgData name="Martin Hardy" userId="18c45b91-9529-4376-afee-15439663c977" providerId="ADAL" clId="{51AD99B1-9A51-46FE-A653-1714788288D8}" dt="2021-10-30T16:56:55.541" v="7962" actId="700"/>
          <ac:spMkLst>
            <pc:docMk/>
            <pc:sldMk cId="2600588031" sldId="397"/>
            <ac:spMk id="9" creationId="{6C4755EA-F57D-42FC-B68C-2069BFDA0162}"/>
          </ac:spMkLst>
        </pc:spChg>
        <pc:spChg chg="del mod">
          <ac:chgData name="Martin Hardy" userId="18c45b91-9529-4376-afee-15439663c977" providerId="ADAL" clId="{51AD99B1-9A51-46FE-A653-1714788288D8}" dt="2021-10-30T16:56:55.541" v="7962" actId="700"/>
          <ac:spMkLst>
            <pc:docMk/>
            <pc:sldMk cId="2600588031" sldId="397"/>
            <ac:spMk id="10" creationId="{58D8AF27-356D-4E43-9FB7-9F9B91D83BF1}"/>
          </ac:spMkLst>
        </pc:spChg>
        <pc:spChg chg="del mod">
          <ac:chgData name="Martin Hardy" userId="18c45b91-9529-4376-afee-15439663c977" providerId="ADAL" clId="{51AD99B1-9A51-46FE-A653-1714788288D8}" dt="2021-10-30T16:56:55.541" v="7962" actId="700"/>
          <ac:spMkLst>
            <pc:docMk/>
            <pc:sldMk cId="2600588031" sldId="397"/>
            <ac:spMk id="11" creationId="{80827822-6BBA-4624-AE4A-24D048A4832C}"/>
          </ac:spMkLst>
        </pc:spChg>
        <pc:spChg chg="del mod">
          <ac:chgData name="Martin Hardy" userId="18c45b91-9529-4376-afee-15439663c977" providerId="ADAL" clId="{51AD99B1-9A51-46FE-A653-1714788288D8}" dt="2021-10-29T19:30:35.905" v="7461" actId="478"/>
          <ac:spMkLst>
            <pc:docMk/>
            <pc:sldMk cId="2600588031" sldId="397"/>
            <ac:spMk id="12" creationId="{CEE4013C-75EC-43E1-9888-37B8A1F191C7}"/>
          </ac:spMkLst>
        </pc:spChg>
        <pc:spChg chg="add mod">
          <ac:chgData name="Martin Hardy" userId="18c45b91-9529-4376-afee-15439663c977" providerId="ADAL" clId="{51AD99B1-9A51-46FE-A653-1714788288D8}" dt="2021-10-30T17:04:45.982" v="8013" actId="1076"/>
          <ac:spMkLst>
            <pc:docMk/>
            <pc:sldMk cId="2600588031" sldId="397"/>
            <ac:spMk id="14" creationId="{A45A6886-B7CB-4289-9039-39AB553AA039}"/>
          </ac:spMkLst>
        </pc:spChg>
        <pc:grpChg chg="add del mod">
          <ac:chgData name="Martin Hardy" userId="18c45b91-9529-4376-afee-15439663c977" providerId="ADAL" clId="{51AD99B1-9A51-46FE-A653-1714788288D8}" dt="2021-10-30T17:04:47.921" v="8014" actId="21"/>
          <ac:grpSpMkLst>
            <pc:docMk/>
            <pc:sldMk cId="2600588031" sldId="397"/>
            <ac:grpSpMk id="15" creationId="{F3867FD9-7003-430F-BA93-8D569E7B550C}"/>
          </ac:grpSpMkLst>
        </pc:grpChg>
        <pc:graphicFrameChg chg="add del mod">
          <ac:chgData name="Martin Hardy" userId="18c45b91-9529-4376-afee-15439663c977" providerId="ADAL" clId="{51AD99B1-9A51-46FE-A653-1714788288D8}" dt="2021-10-30T16:58:26.648" v="7972" actId="478"/>
          <ac:graphicFrameMkLst>
            <pc:docMk/>
            <pc:sldMk cId="2600588031" sldId="397"/>
            <ac:graphicFrameMk id="12" creationId="{60DA832A-16D7-426B-A0FB-A649840D4A3D}"/>
          </ac:graphicFrameMkLst>
        </pc:graphicFrameChg>
        <pc:graphicFrameChg chg="add del mod">
          <ac:chgData name="Martin Hardy" userId="18c45b91-9529-4376-afee-15439663c977" providerId="ADAL" clId="{51AD99B1-9A51-46FE-A653-1714788288D8}" dt="2021-10-30T16:59:02.550" v="7976" actId="478"/>
          <ac:graphicFrameMkLst>
            <pc:docMk/>
            <pc:sldMk cId="2600588031" sldId="397"/>
            <ac:graphicFrameMk id="13" creationId="{C1EED8E5-5E6F-4CE4-A3FB-DCFE04C5EC0C}"/>
          </ac:graphicFrameMkLst>
        </pc:graphicFrameChg>
        <pc:picChg chg="add mod">
          <ac:chgData name="Martin Hardy" userId="18c45b91-9529-4376-afee-15439663c977" providerId="ADAL" clId="{51AD99B1-9A51-46FE-A653-1714788288D8}" dt="2021-10-30T17:04:41.277" v="8012" actId="14100"/>
          <ac:picMkLst>
            <pc:docMk/>
            <pc:sldMk cId="2600588031" sldId="397"/>
            <ac:picMk id="8" creationId="{01829F90-B7C4-47ED-8A88-42031BB64B86}"/>
          </ac:picMkLst>
        </pc:picChg>
        <pc:picChg chg="del">
          <ac:chgData name="Martin Hardy" userId="18c45b91-9529-4376-afee-15439663c977" providerId="ADAL" clId="{51AD99B1-9A51-46FE-A653-1714788288D8}" dt="2021-10-29T19:30:37.169" v="7462" actId="478"/>
          <ac:picMkLst>
            <pc:docMk/>
            <pc:sldMk cId="2600588031" sldId="397"/>
            <ac:picMk id="13" creationId="{C89A7434-E224-41C6-B5B1-DF30A1F9CE62}"/>
          </ac:picMkLst>
        </pc:picChg>
        <pc:cxnChg chg="del mod">
          <ac:chgData name="Martin Hardy" userId="18c45b91-9529-4376-afee-15439663c977" providerId="ADAL" clId="{51AD99B1-9A51-46FE-A653-1714788288D8}" dt="2021-10-29T19:30:38.248" v="7463" actId="478"/>
          <ac:cxnSpMkLst>
            <pc:docMk/>
            <pc:sldMk cId="2600588031" sldId="397"/>
            <ac:cxnSpMk id="8" creationId="{18E3E219-498E-406E-8ABE-D2180B654E91}"/>
          </ac:cxnSpMkLst>
        </pc:cxnChg>
      </pc:sldChg>
      <pc:sldChg chg="new del">
        <pc:chgData name="Martin Hardy" userId="18c45b91-9529-4376-afee-15439663c977" providerId="ADAL" clId="{51AD99B1-9A51-46FE-A653-1714788288D8}" dt="2021-10-30T17:06:03.250" v="8085" actId="680"/>
        <pc:sldMkLst>
          <pc:docMk/>
          <pc:sldMk cId="1388680037" sldId="398"/>
        </pc:sldMkLst>
      </pc:sldChg>
      <pc:sldChg chg="addSp delSp modSp add mod ord">
        <pc:chgData name="Martin Hardy" userId="18c45b91-9529-4376-afee-15439663c977" providerId="ADAL" clId="{51AD99B1-9A51-46FE-A653-1714788288D8}" dt="2021-10-30T17:09:13.584" v="8134" actId="27636"/>
        <pc:sldMkLst>
          <pc:docMk/>
          <pc:sldMk cId="4151893148" sldId="398"/>
        </pc:sldMkLst>
        <pc:spChg chg="del">
          <ac:chgData name="Martin Hardy" userId="18c45b91-9529-4376-afee-15439663c977" providerId="ADAL" clId="{51AD99B1-9A51-46FE-A653-1714788288D8}" dt="2021-10-30T17:06:40.503" v="8096" actId="478"/>
          <ac:spMkLst>
            <pc:docMk/>
            <pc:sldMk cId="4151893148" sldId="398"/>
            <ac:spMk id="3" creationId="{52AC1559-12EB-4EA3-B5AB-AB41514805D1}"/>
          </ac:spMkLst>
        </pc:spChg>
        <pc:spChg chg="del">
          <ac:chgData name="Martin Hardy" userId="18c45b91-9529-4376-afee-15439663c977" providerId="ADAL" clId="{51AD99B1-9A51-46FE-A653-1714788288D8}" dt="2021-10-30T17:06:42.815" v="8097" actId="478"/>
          <ac:spMkLst>
            <pc:docMk/>
            <pc:sldMk cId="4151893148" sldId="398"/>
            <ac:spMk id="7" creationId="{D0C379DD-AAAE-4A42-92D8-5145241CBF73}"/>
          </ac:spMkLst>
        </pc:spChg>
        <pc:spChg chg="del">
          <ac:chgData name="Martin Hardy" userId="18c45b91-9529-4376-afee-15439663c977" providerId="ADAL" clId="{51AD99B1-9A51-46FE-A653-1714788288D8}" dt="2021-10-30T17:07:06.280" v="8101" actId="478"/>
          <ac:spMkLst>
            <pc:docMk/>
            <pc:sldMk cId="4151893148" sldId="398"/>
            <ac:spMk id="9" creationId="{6C4755EA-F57D-42FC-B68C-2069BFDA0162}"/>
          </ac:spMkLst>
        </pc:spChg>
        <pc:spChg chg="del">
          <ac:chgData name="Martin Hardy" userId="18c45b91-9529-4376-afee-15439663c977" providerId="ADAL" clId="{51AD99B1-9A51-46FE-A653-1714788288D8}" dt="2021-10-30T17:07:06.280" v="8101" actId="478"/>
          <ac:spMkLst>
            <pc:docMk/>
            <pc:sldMk cId="4151893148" sldId="398"/>
            <ac:spMk id="11" creationId="{80827822-6BBA-4624-AE4A-24D048A4832C}"/>
          </ac:spMkLst>
        </pc:spChg>
        <pc:spChg chg="add del mod">
          <ac:chgData name="Martin Hardy" userId="18c45b91-9529-4376-afee-15439663c977" providerId="ADAL" clId="{51AD99B1-9A51-46FE-A653-1714788288D8}" dt="2021-10-30T17:06:45.414" v="8098" actId="478"/>
          <ac:spMkLst>
            <pc:docMk/>
            <pc:sldMk cId="4151893148" sldId="398"/>
            <ac:spMk id="12" creationId="{994F36FD-4333-4276-938E-9965061F6065}"/>
          </ac:spMkLst>
        </pc:spChg>
        <pc:spChg chg="add del mod">
          <ac:chgData name="Martin Hardy" userId="18c45b91-9529-4376-afee-15439663c977" providerId="ADAL" clId="{51AD99B1-9A51-46FE-A653-1714788288D8}" dt="2021-10-30T17:06:45.414" v="8098" actId="478"/>
          <ac:spMkLst>
            <pc:docMk/>
            <pc:sldMk cId="4151893148" sldId="398"/>
            <ac:spMk id="19" creationId="{A6C06225-B45D-4176-8E0B-6C3817298B81}"/>
          </ac:spMkLst>
        </pc:spChg>
        <pc:spChg chg="add mod">
          <ac:chgData name="Martin Hardy" userId="18c45b91-9529-4376-afee-15439663c977" providerId="ADAL" clId="{51AD99B1-9A51-46FE-A653-1714788288D8}" dt="2021-10-30T17:06:50.647" v="8100" actId="1076"/>
          <ac:spMkLst>
            <pc:docMk/>
            <pc:sldMk cId="4151893148" sldId="398"/>
            <ac:spMk id="20" creationId="{B273CA55-580C-4BF7-8A28-EEA1A72470F2}"/>
          </ac:spMkLst>
        </pc:spChg>
        <pc:spChg chg="add mod">
          <ac:chgData name="Martin Hardy" userId="18c45b91-9529-4376-afee-15439663c977" providerId="ADAL" clId="{51AD99B1-9A51-46FE-A653-1714788288D8}" dt="2021-10-30T17:09:13.584" v="8134" actId="27636"/>
          <ac:spMkLst>
            <pc:docMk/>
            <pc:sldMk cId="4151893148" sldId="398"/>
            <ac:spMk id="21" creationId="{6C5373BE-8B43-4E83-A77F-30A5CBF858EF}"/>
          </ac:spMkLst>
        </pc:spChg>
        <pc:spChg chg="add del mod">
          <ac:chgData name="Martin Hardy" userId="18c45b91-9529-4376-afee-15439663c977" providerId="ADAL" clId="{51AD99B1-9A51-46FE-A653-1714788288D8}" dt="2021-10-30T17:07:18.205" v="8104" actId="478"/>
          <ac:spMkLst>
            <pc:docMk/>
            <pc:sldMk cId="4151893148" sldId="398"/>
            <ac:spMk id="23" creationId="{72AB683E-40B0-469B-9DCE-DBA4948566CB}"/>
          </ac:spMkLst>
        </pc:spChg>
        <pc:spChg chg="add del mod">
          <ac:chgData name="Martin Hardy" userId="18c45b91-9529-4376-afee-15439663c977" providerId="ADAL" clId="{51AD99B1-9A51-46FE-A653-1714788288D8}" dt="2021-10-30T17:07:19.917" v="8105" actId="478"/>
          <ac:spMkLst>
            <pc:docMk/>
            <pc:sldMk cId="4151893148" sldId="398"/>
            <ac:spMk id="25" creationId="{657BE424-17D3-49A2-8F05-6E56E8E1C033}"/>
          </ac:spMkLst>
        </pc:spChg>
        <pc:spChg chg="add del mod">
          <ac:chgData name="Martin Hardy" userId="18c45b91-9529-4376-afee-15439663c977" providerId="ADAL" clId="{51AD99B1-9A51-46FE-A653-1714788288D8}" dt="2021-10-30T17:07:09.398" v="8103"/>
          <ac:spMkLst>
            <pc:docMk/>
            <pc:sldMk cId="4151893148" sldId="398"/>
            <ac:spMk id="26" creationId="{227C794D-F113-4E50-9D61-C2D44B93110A}"/>
          </ac:spMkLst>
        </pc:spChg>
        <pc:spChg chg="add del mod">
          <ac:chgData name="Martin Hardy" userId="18c45b91-9529-4376-afee-15439663c977" providerId="ADAL" clId="{51AD99B1-9A51-46FE-A653-1714788288D8}" dt="2021-10-30T17:07:41.494" v="8109"/>
          <ac:spMkLst>
            <pc:docMk/>
            <pc:sldMk cId="4151893148" sldId="398"/>
            <ac:spMk id="27" creationId="{1EA57C04-F60E-4652-88E6-09546D3B3F26}"/>
          </ac:spMkLst>
        </pc:spChg>
        <pc:grpChg chg="del">
          <ac:chgData name="Martin Hardy" userId="18c45b91-9529-4376-afee-15439663c977" providerId="ADAL" clId="{51AD99B1-9A51-46FE-A653-1714788288D8}" dt="2021-10-30T17:06:07.853" v="8088" actId="478"/>
          <ac:grpSpMkLst>
            <pc:docMk/>
            <pc:sldMk cId="4151893148" sldId="398"/>
            <ac:grpSpMk id="14" creationId="{B6048E69-E559-4A7B-9EBC-8B05C75DB45C}"/>
          </ac:grpSpMkLst>
        </pc:grpChg>
        <pc:picChg chg="del">
          <ac:chgData name="Martin Hardy" userId="18c45b91-9529-4376-afee-15439663c977" providerId="ADAL" clId="{51AD99B1-9A51-46FE-A653-1714788288D8}" dt="2021-10-30T17:06:09.542" v="8090" actId="478"/>
          <ac:picMkLst>
            <pc:docMk/>
            <pc:sldMk cId="4151893148" sldId="398"/>
            <ac:picMk id="13" creationId="{C89A7434-E224-41C6-B5B1-DF30A1F9CE62}"/>
          </ac:picMkLst>
        </pc:picChg>
        <pc:cxnChg chg="del mod">
          <ac:chgData name="Martin Hardy" userId="18c45b91-9529-4376-afee-15439663c977" providerId="ADAL" clId="{51AD99B1-9A51-46FE-A653-1714788288D8}" dt="2021-10-30T17:06:10.061" v="8091" actId="478"/>
          <ac:cxnSpMkLst>
            <pc:docMk/>
            <pc:sldMk cId="4151893148" sldId="398"/>
            <ac:cxnSpMk id="8" creationId="{18E3E219-498E-406E-8ABE-D2180B654E91}"/>
          </ac:cxnSpMkLst>
        </pc:cxnChg>
        <pc:cxnChg chg="del">
          <ac:chgData name="Martin Hardy" userId="18c45b91-9529-4376-afee-15439663c977" providerId="ADAL" clId="{51AD99B1-9A51-46FE-A653-1714788288D8}" dt="2021-10-30T17:06:08.557" v="8089" actId="478"/>
          <ac:cxnSpMkLst>
            <pc:docMk/>
            <pc:sldMk cId="4151893148" sldId="398"/>
            <ac:cxnSpMk id="17" creationId="{D4110D48-A296-40AC-BEC8-AF97F6407969}"/>
          </ac:cxnSpMkLst>
        </pc:cxnChg>
      </pc:sldChg>
      <pc:sldChg chg="modSp add mod">
        <pc:chgData name="Martin Hardy" userId="18c45b91-9529-4376-afee-15439663c977" providerId="ADAL" clId="{51AD99B1-9A51-46FE-A653-1714788288D8}" dt="2021-11-02T19:48:43.398" v="8727" actId="6549"/>
        <pc:sldMkLst>
          <pc:docMk/>
          <pc:sldMk cId="3336390750" sldId="399"/>
        </pc:sldMkLst>
        <pc:spChg chg="mod">
          <ac:chgData name="Martin Hardy" userId="18c45b91-9529-4376-afee-15439663c977" providerId="ADAL" clId="{51AD99B1-9A51-46FE-A653-1714788288D8}" dt="2021-11-02T19:48:43.398" v="8727" actId="6549"/>
          <ac:spMkLst>
            <pc:docMk/>
            <pc:sldMk cId="3336390750" sldId="399"/>
            <ac:spMk id="10" creationId="{A5C0824A-DF9E-42C5-9ED3-278512C95D60}"/>
          </ac:spMkLst>
        </pc:spChg>
      </pc:sldChg>
      <pc:sldMasterChg chg="add del addSldLayout delSldLayout">
        <pc:chgData name="Martin Hardy" userId="18c45b91-9529-4376-afee-15439663c977" providerId="ADAL" clId="{51AD99B1-9A51-46FE-A653-1714788288D8}" dt="2021-10-27T18:20:46.171" v="20" actId="47"/>
        <pc:sldMasterMkLst>
          <pc:docMk/>
          <pc:sldMasterMk cId="1973539549" sldId="2147483752"/>
        </pc:sldMasterMkLst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1044661140" sldId="2147483753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3374286080" sldId="2147483754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66354440" sldId="2147483755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143196376" sldId="2147483756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4170782936" sldId="2147483757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3388395287" sldId="2147483758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3381722425" sldId="2147483759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429975781" sldId="2147483760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1478216394" sldId="2147483761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1997405865" sldId="2147483762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751154252" sldId="2147483763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1697943214" sldId="2147483764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2723012666" sldId="2147483765"/>
          </pc:sldLayoutMkLst>
        </pc:sldLayoutChg>
        <pc:sldLayoutChg chg="add del">
          <pc:chgData name="Martin Hardy" userId="18c45b91-9529-4376-afee-15439663c977" providerId="ADAL" clId="{51AD99B1-9A51-46FE-A653-1714788288D8}" dt="2021-10-27T18:20:46.171" v="20" actId="47"/>
          <pc:sldLayoutMkLst>
            <pc:docMk/>
            <pc:sldMasterMk cId="1973539549" sldId="2147483752"/>
            <pc:sldLayoutMk cId="1356784672" sldId="2147483766"/>
          </pc:sldLayoutMkLst>
        </pc:sldLayoutChg>
      </pc:sldMasterChg>
    </pc:docChg>
  </pc:docChgLst>
  <pc:docChgLst>
    <pc:chgData name="Martin Hardy" userId="18c45b91-9529-4376-afee-15439663c977" providerId="ADAL" clId="{46EEA9B8-EF0A-4810-9588-DABE37A8F12D}"/>
    <pc:docChg chg="undo custSel addSld delSld modSld sldOrd modMainMaster">
      <pc:chgData name="Martin Hardy" userId="18c45b91-9529-4376-afee-15439663c977" providerId="ADAL" clId="{46EEA9B8-EF0A-4810-9588-DABE37A8F12D}" dt="2021-09-02T15:38:47.423" v="972" actId="164"/>
      <pc:docMkLst>
        <pc:docMk/>
      </pc:docMkLst>
      <pc:sldChg chg="addSp delSp modSp mod modClrScheme chgLayout">
        <pc:chgData name="Martin Hardy" userId="18c45b91-9529-4376-afee-15439663c977" providerId="ADAL" clId="{46EEA9B8-EF0A-4810-9588-DABE37A8F12D}" dt="2021-09-02T14:46:59.753" v="688"/>
        <pc:sldMkLst>
          <pc:docMk/>
          <pc:sldMk cId="1299463040" sldId="256"/>
        </pc:sldMkLst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k cId="1299463040" sldId="256"/>
            <ac:spMk id="7" creationId="{6F6E2A18-5366-48BD-BC72-961B55CC1AED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k cId="1299463040" sldId="256"/>
            <ac:spMk id="8" creationId="{0F78A540-A921-448E-B9EB-48371E6C4A57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k cId="1299463040" sldId="256"/>
            <ac:spMk id="9" creationId="{CEE9458D-0B48-450C-94EF-4284A34443B5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k cId="1299463040" sldId="256"/>
            <ac:spMk id="10" creationId="{FB48B6FB-99E0-45D5-8109-076C56114DC6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k cId="1299463040" sldId="256"/>
            <ac:spMk id="11" creationId="{5AD1AEFD-EB72-4FF8-BBA4-9E135959FAA7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k cId="1299463040" sldId="256"/>
            <ac:spMk id="12" creationId="{2C9ECD27-75BE-43FD-BA93-C062C36343DB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k cId="1299463040" sldId="256"/>
            <ac:spMk id="13" creationId="{3B54C81D-B0EE-4489-BCFD-5B132650F945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k cId="1299463040" sldId="256"/>
            <ac:spMk id="14" creationId="{9E5AAF2D-2A53-4E46-ADC7-4D0AAE938D3C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k cId="1299463040" sldId="256"/>
            <ac:spMk id="15" creationId="{8113FD30-D4F1-47A4-91F8-DA686163BD06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k cId="1299463040" sldId="256"/>
            <ac:spMk id="16" creationId="{EF9784B8-0FC8-427A-B8B9-60C41B4E5944}"/>
          </ac:spMkLst>
        </pc:spChg>
        <pc:spChg chg="add mod">
          <ac:chgData name="Martin Hardy" userId="18c45b91-9529-4376-afee-15439663c977" providerId="ADAL" clId="{46EEA9B8-EF0A-4810-9588-DABE37A8F12D}" dt="2021-09-02T14:16:44.936" v="26"/>
          <ac:spMkLst>
            <pc:docMk/>
            <pc:sldMk cId="1299463040" sldId="256"/>
            <ac:spMk id="17" creationId="{8990637B-BB26-4732-B84F-55DA1413BC1E}"/>
          </ac:spMkLst>
        </pc:spChg>
        <pc:spChg chg="add del mod">
          <ac:chgData name="Martin Hardy" userId="18c45b91-9529-4376-afee-15439663c977" providerId="ADAL" clId="{46EEA9B8-EF0A-4810-9588-DABE37A8F12D}" dt="2021-09-02T14:15:05.864" v="6"/>
          <ac:spMkLst>
            <pc:docMk/>
            <pc:sldMk cId="1299463040" sldId="256"/>
            <ac:spMk id="18" creationId="{01C830ED-CF62-4F6C-9608-15FB12051D20}"/>
          </ac:spMkLst>
        </pc:spChg>
        <pc:spChg chg="add mod">
          <ac:chgData name="Martin Hardy" userId="18c45b91-9529-4376-afee-15439663c977" providerId="ADAL" clId="{46EEA9B8-EF0A-4810-9588-DABE37A8F12D}" dt="2021-09-02T14:16:44.936" v="26"/>
          <ac:spMkLst>
            <pc:docMk/>
            <pc:sldMk cId="1299463040" sldId="256"/>
            <ac:spMk id="19" creationId="{E35FC668-44EE-4CF8-8C7D-F665FD875DED}"/>
          </ac:spMkLst>
        </pc:spChg>
        <pc:spChg chg="add mod ord">
          <ac:chgData name="Martin Hardy" userId="18c45b91-9529-4376-afee-15439663c977" providerId="ADAL" clId="{46EEA9B8-EF0A-4810-9588-DABE37A8F12D}" dt="2021-09-02T14:46:59.753" v="688"/>
          <ac:spMkLst>
            <pc:docMk/>
            <pc:sldMk cId="1299463040" sldId="256"/>
            <ac:spMk id="21" creationId="{F6259569-0128-4E61-A070-8F93357A5E5F}"/>
          </ac:spMkLst>
        </pc:spChg>
        <pc:spChg chg="add del mod ord">
          <ac:chgData name="Martin Hardy" userId="18c45b91-9529-4376-afee-15439663c977" providerId="ADAL" clId="{46EEA9B8-EF0A-4810-9588-DABE37A8F12D}" dt="2021-09-02T14:17:08.095" v="33" actId="478"/>
          <ac:spMkLst>
            <pc:docMk/>
            <pc:sldMk cId="1299463040" sldId="256"/>
            <ac:spMk id="22" creationId="{0CF45BCD-D4DC-40B5-B7B1-AFE6D8F5DEC0}"/>
          </ac:spMkLst>
        </pc:spChg>
        <pc:spChg chg="mod">
          <ac:chgData name="Martin Hardy" userId="18c45b91-9529-4376-afee-15439663c977" providerId="ADAL" clId="{46EEA9B8-EF0A-4810-9588-DABE37A8F12D}" dt="2021-09-02T14:17:05.163" v="32"/>
          <ac:spMkLst>
            <pc:docMk/>
            <pc:sldMk cId="1299463040" sldId="256"/>
            <ac:spMk id="24" creationId="{8EE3C1E8-3E2F-4C6A-920F-E35034600692}"/>
          </ac:spMkLst>
        </pc:spChg>
        <pc:spChg chg="mod">
          <ac:chgData name="Martin Hardy" userId="18c45b91-9529-4376-afee-15439663c977" providerId="ADAL" clId="{46EEA9B8-EF0A-4810-9588-DABE37A8F12D}" dt="2021-09-02T14:17:05.163" v="32"/>
          <ac:spMkLst>
            <pc:docMk/>
            <pc:sldMk cId="1299463040" sldId="256"/>
            <ac:spMk id="25" creationId="{AFD9A585-8396-4609-A864-78A48E5F195A}"/>
          </ac:spMkLst>
        </pc:spChg>
        <pc:spChg chg="mod">
          <ac:chgData name="Martin Hardy" userId="18c45b91-9529-4376-afee-15439663c977" providerId="ADAL" clId="{46EEA9B8-EF0A-4810-9588-DABE37A8F12D}" dt="2021-09-02T14:17:05.163" v="32"/>
          <ac:spMkLst>
            <pc:docMk/>
            <pc:sldMk cId="1299463040" sldId="256"/>
            <ac:spMk id="26" creationId="{AA790CC6-60E4-4605-BB40-326CE46F582C}"/>
          </ac:spMkLst>
        </pc:spChg>
        <pc:spChg chg="mod">
          <ac:chgData name="Martin Hardy" userId="18c45b91-9529-4376-afee-15439663c977" providerId="ADAL" clId="{46EEA9B8-EF0A-4810-9588-DABE37A8F12D}" dt="2021-09-02T14:17:05.163" v="32"/>
          <ac:spMkLst>
            <pc:docMk/>
            <pc:sldMk cId="1299463040" sldId="256"/>
            <ac:spMk id="27" creationId="{C3320518-4705-479C-B752-B5F46F511FDD}"/>
          </ac:spMkLst>
        </pc:spChg>
        <pc:spChg chg="mod">
          <ac:chgData name="Martin Hardy" userId="18c45b91-9529-4376-afee-15439663c977" providerId="ADAL" clId="{46EEA9B8-EF0A-4810-9588-DABE37A8F12D}" dt="2021-09-02T14:17:05.163" v="32"/>
          <ac:spMkLst>
            <pc:docMk/>
            <pc:sldMk cId="1299463040" sldId="256"/>
            <ac:spMk id="28" creationId="{9E87AD10-D2A2-4A4A-89CF-14F210D7EBB4}"/>
          </ac:spMkLst>
        </pc:spChg>
        <pc:spChg chg="mod">
          <ac:chgData name="Martin Hardy" userId="18c45b91-9529-4376-afee-15439663c977" providerId="ADAL" clId="{46EEA9B8-EF0A-4810-9588-DABE37A8F12D}" dt="2021-09-02T14:17:05.163" v="32"/>
          <ac:spMkLst>
            <pc:docMk/>
            <pc:sldMk cId="1299463040" sldId="256"/>
            <ac:spMk id="29" creationId="{23EFB0BF-5145-406E-BA4E-25E3631C32E3}"/>
          </ac:spMkLst>
        </pc:spChg>
        <pc:spChg chg="mod">
          <ac:chgData name="Martin Hardy" userId="18c45b91-9529-4376-afee-15439663c977" providerId="ADAL" clId="{46EEA9B8-EF0A-4810-9588-DABE37A8F12D}" dt="2021-09-02T14:17:05.163" v="32"/>
          <ac:spMkLst>
            <pc:docMk/>
            <pc:sldMk cId="1299463040" sldId="256"/>
            <ac:spMk id="30" creationId="{356CF0BA-008B-423E-9E6F-2FD6974B8251}"/>
          </ac:spMkLst>
        </pc:spChg>
        <pc:spChg chg="mod">
          <ac:chgData name="Martin Hardy" userId="18c45b91-9529-4376-afee-15439663c977" providerId="ADAL" clId="{46EEA9B8-EF0A-4810-9588-DABE37A8F12D}" dt="2021-09-02T14:17:05.163" v="32"/>
          <ac:spMkLst>
            <pc:docMk/>
            <pc:sldMk cId="1299463040" sldId="256"/>
            <ac:spMk id="31" creationId="{A14DD43C-C6A4-47B5-91EC-0BB1C20254F3}"/>
          </ac:spMkLst>
        </pc:spChg>
        <pc:spChg chg="mod">
          <ac:chgData name="Martin Hardy" userId="18c45b91-9529-4376-afee-15439663c977" providerId="ADAL" clId="{46EEA9B8-EF0A-4810-9588-DABE37A8F12D}" dt="2021-09-02T14:17:05.163" v="32"/>
          <ac:spMkLst>
            <pc:docMk/>
            <pc:sldMk cId="1299463040" sldId="256"/>
            <ac:spMk id="32" creationId="{6589C42F-761D-46F7-B897-19265094B820}"/>
          </ac:spMkLst>
        </pc:spChg>
        <pc:spChg chg="mod">
          <ac:chgData name="Martin Hardy" userId="18c45b91-9529-4376-afee-15439663c977" providerId="ADAL" clId="{46EEA9B8-EF0A-4810-9588-DABE37A8F12D}" dt="2021-09-02T14:17:05.163" v="32"/>
          <ac:spMkLst>
            <pc:docMk/>
            <pc:sldMk cId="1299463040" sldId="256"/>
            <ac:spMk id="33" creationId="{B9EA139C-5CAF-41E1-B8F7-32B689AE73BF}"/>
          </ac:spMkLst>
        </pc:spChg>
        <pc:spChg chg="mod">
          <ac:chgData name="Martin Hardy" userId="18c45b91-9529-4376-afee-15439663c977" providerId="ADAL" clId="{46EEA9B8-EF0A-4810-9588-DABE37A8F12D}" dt="2021-09-02T14:17:05.163" v="32"/>
          <ac:spMkLst>
            <pc:docMk/>
            <pc:sldMk cId="1299463040" sldId="256"/>
            <ac:spMk id="34" creationId="{5B979B9B-4F07-47B0-BE5C-3F0A364F9F14}"/>
          </ac:spMkLst>
        </pc:spChg>
        <pc:spChg chg="mod">
          <ac:chgData name="Martin Hardy" userId="18c45b91-9529-4376-afee-15439663c977" providerId="ADAL" clId="{46EEA9B8-EF0A-4810-9588-DABE37A8F12D}" dt="2021-09-02T14:17:05.163" v="32"/>
          <ac:spMkLst>
            <pc:docMk/>
            <pc:sldMk cId="1299463040" sldId="256"/>
            <ac:spMk id="35" creationId="{5C960195-988D-45B1-BE1D-795FF577ABE9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1299463040" sldId="256"/>
            <ac:spMk id="36" creationId="{809A435F-7093-4262-9458-8B5BA0557724}"/>
          </ac:spMkLst>
        </pc:spChg>
        <pc:spChg chg="add del mod ord">
          <ac:chgData name="Martin Hardy" userId="18c45b91-9529-4376-afee-15439663c977" providerId="ADAL" clId="{46EEA9B8-EF0A-4810-9588-DABE37A8F12D}" dt="2021-09-02T14:34:12.733" v="357" actId="700"/>
          <ac:spMkLst>
            <pc:docMk/>
            <pc:sldMk cId="1299463040" sldId="256"/>
            <ac:spMk id="37" creationId="{898B834B-B686-458C-9E0E-5B49DA6E182A}"/>
          </ac:spMkLst>
        </pc:spChg>
        <pc:spChg chg="add del mod ord">
          <ac:chgData name="Martin Hardy" userId="18c45b91-9529-4376-afee-15439663c977" providerId="ADAL" clId="{46EEA9B8-EF0A-4810-9588-DABE37A8F12D}" dt="2021-09-02T14:34:12.733" v="357" actId="700"/>
          <ac:spMkLst>
            <pc:docMk/>
            <pc:sldMk cId="1299463040" sldId="256"/>
            <ac:spMk id="38" creationId="{A66B154B-E80A-4B08-85BD-98C54D9F1D00}"/>
          </ac:spMkLst>
        </pc:spChg>
        <pc:spChg chg="add del mod">
          <ac:chgData name="Martin Hardy" userId="18c45b91-9529-4376-afee-15439663c977" providerId="ADAL" clId="{46EEA9B8-EF0A-4810-9588-DABE37A8F12D}" dt="2021-09-02T14:23:32.840" v="188"/>
          <ac:spMkLst>
            <pc:docMk/>
            <pc:sldMk cId="1299463040" sldId="256"/>
            <ac:spMk id="39" creationId="{ABB12556-D89C-487F-AEAB-6B2F1A310F6B}"/>
          </ac:spMkLst>
        </pc:spChg>
        <pc:spChg chg="add del mod ord">
          <ac:chgData name="Martin Hardy" userId="18c45b91-9529-4376-afee-15439663c977" providerId="ADAL" clId="{46EEA9B8-EF0A-4810-9588-DABE37A8F12D}" dt="2021-09-02T14:34:12.733" v="357" actId="700"/>
          <ac:spMkLst>
            <pc:docMk/>
            <pc:sldMk cId="1299463040" sldId="256"/>
            <ac:spMk id="40" creationId="{61E19DC9-DD40-419C-AF1C-E4D9902277D9}"/>
          </ac:spMkLst>
        </pc:spChg>
        <pc:spChg chg="add mod ord">
          <ac:chgData name="Martin Hardy" userId="18c45b91-9529-4376-afee-15439663c977" providerId="ADAL" clId="{46EEA9B8-EF0A-4810-9588-DABE37A8F12D}" dt="2021-09-02T14:46:59.753" v="688"/>
          <ac:spMkLst>
            <pc:docMk/>
            <pc:sldMk cId="1299463040" sldId="256"/>
            <ac:spMk id="41" creationId="{F7AC5915-ABA4-4C06-8F39-53BF45725DE8}"/>
          </ac:spMkLst>
        </pc:spChg>
        <pc:spChg chg="add del mod ord">
          <ac:chgData name="Martin Hardy" userId="18c45b91-9529-4376-afee-15439663c977" providerId="ADAL" clId="{46EEA9B8-EF0A-4810-9588-DABE37A8F12D}" dt="2021-09-02T14:34:32.345" v="382"/>
          <ac:spMkLst>
            <pc:docMk/>
            <pc:sldMk cId="1299463040" sldId="256"/>
            <ac:spMk id="42" creationId="{7AC9DA4D-E656-4D79-9266-C92C73987BEB}"/>
          </ac:spMkLst>
        </pc:spChg>
        <pc:spChg chg="add mod ord">
          <ac:chgData name="Martin Hardy" userId="18c45b91-9529-4376-afee-15439663c977" providerId="ADAL" clId="{46EEA9B8-EF0A-4810-9588-DABE37A8F12D}" dt="2021-09-02T14:46:59.753" v="688"/>
          <ac:spMkLst>
            <pc:docMk/>
            <pc:sldMk cId="1299463040" sldId="256"/>
            <ac:spMk id="43" creationId="{0F2AF657-53B6-452B-AF2E-1E78AD467D6C}"/>
          </ac:spMkLst>
        </pc:spChg>
        <pc:spChg chg="add del mod ord">
          <ac:chgData name="Martin Hardy" userId="18c45b91-9529-4376-afee-15439663c977" providerId="ADAL" clId="{46EEA9B8-EF0A-4810-9588-DABE37A8F12D}" dt="2021-09-02T14:34:37.673" v="383"/>
          <ac:spMkLst>
            <pc:docMk/>
            <pc:sldMk cId="1299463040" sldId="256"/>
            <ac:spMk id="44" creationId="{5871384F-6FC6-4B88-8A16-556E32CDB3DD}"/>
          </ac:spMkLst>
        </pc:spChg>
        <pc:grpChg chg="add del mod">
          <ac:chgData name="Martin Hardy" userId="18c45b91-9529-4376-afee-15439663c977" providerId="ADAL" clId="{46EEA9B8-EF0A-4810-9588-DABE37A8F12D}" dt="2021-09-02T14:17:04.329" v="31" actId="21"/>
          <ac:grpSpMkLst>
            <pc:docMk/>
            <pc:sldMk cId="1299463040" sldId="256"/>
            <ac:grpSpMk id="20" creationId="{0B4D8389-988D-4FCE-8FE6-F42C69281823}"/>
          </ac:grpSpMkLst>
        </pc:grpChg>
        <pc:grpChg chg="add del mod">
          <ac:chgData name="Martin Hardy" userId="18c45b91-9529-4376-afee-15439663c977" providerId="ADAL" clId="{46EEA9B8-EF0A-4810-9588-DABE37A8F12D}" dt="2021-09-02T14:34:06.285" v="354" actId="478"/>
          <ac:grpSpMkLst>
            <pc:docMk/>
            <pc:sldMk cId="1299463040" sldId="256"/>
            <ac:grpSpMk id="23" creationId="{A8258490-0010-4545-B00F-6DEF8C796A37}"/>
          </ac:grpSpMkLst>
        </pc:grpChg>
        <pc:picChg chg="add mod">
          <ac:chgData name="Martin Hardy" userId="18c45b91-9529-4376-afee-15439663c977" providerId="ADAL" clId="{46EEA9B8-EF0A-4810-9588-DABE37A8F12D}" dt="2021-09-02T14:45:30.960" v="664" actId="1076"/>
          <ac:picMkLst>
            <pc:docMk/>
            <pc:sldMk cId="1299463040" sldId="256"/>
            <ac:picMk id="1027" creationId="{40A2C701-6754-47D5-8DFC-78C6156BBA66}"/>
          </ac:picMkLst>
        </pc:picChg>
        <pc:picChg chg="add mod">
          <ac:chgData name="Martin Hardy" userId="18c45b91-9529-4376-afee-15439663c977" providerId="ADAL" clId="{46EEA9B8-EF0A-4810-9588-DABE37A8F12D}" dt="2021-09-02T14:45:27.224" v="663" actId="1076"/>
          <ac:picMkLst>
            <pc:docMk/>
            <pc:sldMk cId="1299463040" sldId="256"/>
            <ac:picMk id="1029" creationId="{8552E4F7-E9A0-47EC-A9CC-317EF069AA73}"/>
          </ac:picMkLst>
        </pc:picChg>
        <pc:cxnChg chg="add mod">
          <ac:chgData name="Martin Hardy" userId="18c45b91-9529-4376-afee-15439663c977" providerId="ADAL" clId="{46EEA9B8-EF0A-4810-9588-DABE37A8F12D}" dt="2021-09-02T14:45:35.136" v="665" actId="1076"/>
          <ac:cxnSpMkLst>
            <pc:docMk/>
            <pc:sldMk cId="1299463040" sldId="256"/>
            <ac:cxnSpMk id="46" creationId="{361F8C81-C389-4781-9054-D1EE8F5887AC}"/>
          </ac:cxnSpMkLst>
        </pc:cxnChg>
        <pc:cxnChg chg="add mod">
          <ac:chgData name="Martin Hardy" userId="18c45b91-9529-4376-afee-15439663c977" providerId="ADAL" clId="{46EEA9B8-EF0A-4810-9588-DABE37A8F12D}" dt="2021-09-02T14:45:40.272" v="666" actId="1076"/>
          <ac:cxnSpMkLst>
            <pc:docMk/>
            <pc:sldMk cId="1299463040" sldId="256"/>
            <ac:cxnSpMk id="49" creationId="{6EE54485-95F6-48AC-BDA6-B4862431CF14}"/>
          </ac:cxnSpMkLst>
        </pc:cxnChg>
        <pc:cxnChg chg="add mod">
          <ac:chgData name="Martin Hardy" userId="18c45b91-9529-4376-afee-15439663c977" providerId="ADAL" clId="{46EEA9B8-EF0A-4810-9588-DABE37A8F12D}" dt="2021-09-02T14:46:03.400" v="670" actId="14100"/>
          <ac:cxnSpMkLst>
            <pc:docMk/>
            <pc:sldMk cId="1299463040" sldId="256"/>
            <ac:cxnSpMk id="50" creationId="{2758E296-5A48-4E16-92B9-88932338F62F}"/>
          </ac:cxnSpMkLst>
        </pc:cxnChg>
      </pc:sldChg>
      <pc:sldChg chg="addSp delSp modSp new mod ord modClrScheme chgLayout">
        <pc:chgData name="Martin Hardy" userId="18c45b91-9529-4376-afee-15439663c977" providerId="ADAL" clId="{46EEA9B8-EF0A-4810-9588-DABE37A8F12D}" dt="2021-09-02T14:46:59.753" v="688"/>
        <pc:sldMkLst>
          <pc:docMk/>
          <pc:sldMk cId="3737331811" sldId="257"/>
        </pc:sldMkLst>
        <pc:spChg chg="del mod ord">
          <ac:chgData name="Martin Hardy" userId="18c45b91-9529-4376-afee-15439663c977" providerId="ADAL" clId="{46EEA9B8-EF0A-4810-9588-DABE37A8F12D}" dt="2021-09-02T14:17:26.594" v="47" actId="700"/>
          <ac:spMkLst>
            <pc:docMk/>
            <pc:sldMk cId="3737331811" sldId="257"/>
            <ac:spMk id="2" creationId="{F08015B6-C09D-435E-93A9-809FD112B74B}"/>
          </ac:spMkLst>
        </pc:spChg>
        <pc:spChg chg="del mod ord">
          <ac:chgData name="Martin Hardy" userId="18c45b91-9529-4376-afee-15439663c977" providerId="ADAL" clId="{46EEA9B8-EF0A-4810-9588-DABE37A8F12D}" dt="2021-09-02T14:17:26.594" v="47" actId="700"/>
          <ac:spMkLst>
            <pc:docMk/>
            <pc:sldMk cId="3737331811" sldId="257"/>
            <ac:spMk id="3" creationId="{FAE57D91-9BFC-4AED-A857-63CA5A3B614F}"/>
          </ac:spMkLst>
        </pc:spChg>
        <pc:spChg chg="add mod ord">
          <ac:chgData name="Martin Hardy" userId="18c45b91-9529-4376-afee-15439663c977" providerId="ADAL" clId="{46EEA9B8-EF0A-4810-9588-DABE37A8F12D}" dt="2021-09-02T14:46:59.753" v="688"/>
          <ac:spMkLst>
            <pc:docMk/>
            <pc:sldMk cId="3737331811" sldId="257"/>
            <ac:spMk id="4" creationId="{D856C0EA-DF5C-4541-A4F4-2BDA3E9C228E}"/>
          </ac:spMkLst>
        </pc:spChg>
        <pc:spChg chg="add mod ord">
          <ac:chgData name="Martin Hardy" userId="18c45b91-9529-4376-afee-15439663c977" providerId="ADAL" clId="{46EEA9B8-EF0A-4810-9588-DABE37A8F12D}" dt="2021-09-02T14:46:59.753" v="688"/>
          <ac:spMkLst>
            <pc:docMk/>
            <pc:sldMk cId="3737331811" sldId="257"/>
            <ac:spMk id="5" creationId="{9E480E55-15FD-4515-A046-9DB8D47B9CF5}"/>
          </ac:spMkLst>
        </pc:spChg>
      </pc:sldChg>
      <pc:sldChg chg="add del">
        <pc:chgData name="Martin Hardy" userId="18c45b91-9529-4376-afee-15439663c977" providerId="ADAL" clId="{46EEA9B8-EF0A-4810-9588-DABE37A8F12D}" dt="2021-09-02T14:16:52.373" v="28" actId="2890"/>
        <pc:sldMkLst>
          <pc:docMk/>
          <pc:sldMk cId="3789895483" sldId="257"/>
        </pc:sldMkLst>
      </pc:sldChg>
      <pc:sldChg chg="addSp delSp modSp add mod modClrScheme chgLayout">
        <pc:chgData name="Martin Hardy" userId="18c45b91-9529-4376-afee-15439663c977" providerId="ADAL" clId="{46EEA9B8-EF0A-4810-9588-DABE37A8F12D}" dt="2021-09-02T14:46:59.753" v="688"/>
        <pc:sldMkLst>
          <pc:docMk/>
          <pc:sldMk cId="3935533678" sldId="258"/>
        </pc:sldMkLst>
        <pc:spChg chg="add mod ord">
          <ac:chgData name="Martin Hardy" userId="18c45b91-9529-4376-afee-15439663c977" providerId="ADAL" clId="{46EEA9B8-EF0A-4810-9588-DABE37A8F12D}" dt="2021-09-02T14:46:59.753" v="688"/>
          <ac:spMkLst>
            <pc:docMk/>
            <pc:sldMk cId="3935533678" sldId="258"/>
            <ac:spMk id="2" creationId="{B7040690-866E-425F-9F10-7AEBCC8B3A43}"/>
          </ac:spMkLst>
        </pc:spChg>
        <pc:spChg chg="add del mod ord">
          <ac:chgData name="Martin Hardy" userId="18c45b91-9529-4376-afee-15439663c977" providerId="ADAL" clId="{46EEA9B8-EF0A-4810-9588-DABE37A8F12D}" dt="2021-09-02T14:46:59.753" v="688"/>
          <ac:spMkLst>
            <pc:docMk/>
            <pc:sldMk cId="3935533678" sldId="258"/>
            <ac:spMk id="3" creationId="{2B37E65A-810A-49E8-99E7-B4DD5A43A0BB}"/>
          </ac:spMkLst>
        </pc:spChg>
        <pc:spChg chg="add del mod ord">
          <ac:chgData name="Martin Hardy" userId="18c45b91-9529-4376-afee-15439663c977" providerId="ADAL" clId="{46EEA9B8-EF0A-4810-9588-DABE37A8F12D}" dt="2021-09-02T14:38:29.056" v="486" actId="700"/>
          <ac:spMkLst>
            <pc:docMk/>
            <pc:sldMk cId="3935533678" sldId="258"/>
            <ac:spMk id="4" creationId="{9596421D-C8E1-40FE-9A8E-318C1CE5C234}"/>
          </ac:spMkLst>
        </pc:spChg>
        <pc:spChg chg="add del mod">
          <ac:chgData name="Martin Hardy" userId="18c45b91-9529-4376-afee-15439663c977" providerId="ADAL" clId="{46EEA9B8-EF0A-4810-9588-DABE37A8F12D}" dt="2021-09-02T14:28:29.939" v="263"/>
          <ac:spMkLst>
            <pc:docMk/>
            <pc:sldMk cId="3935533678" sldId="258"/>
            <ac:spMk id="5" creationId="{C2D393A7-1D75-4BCA-8A1F-96F139AD446F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3935533678" sldId="258"/>
            <ac:spMk id="21" creationId="{F6259569-0128-4E61-A070-8F93357A5E5F}"/>
          </ac:spMkLst>
        </pc:spChg>
        <pc:spChg chg="mod">
          <ac:chgData name="Martin Hardy" userId="18c45b91-9529-4376-afee-15439663c977" providerId="ADAL" clId="{46EEA9B8-EF0A-4810-9588-DABE37A8F12D}" dt="2021-09-02T14:18:34.235" v="72" actId="207"/>
          <ac:spMkLst>
            <pc:docMk/>
            <pc:sldMk cId="3935533678" sldId="258"/>
            <ac:spMk id="25" creationId="{AFD9A585-8396-4609-A864-78A48E5F195A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3935533678" sldId="258"/>
            <ac:spMk id="36" creationId="{809A435F-7093-4262-9458-8B5BA0557724}"/>
          </ac:spMkLst>
        </pc:spChg>
        <pc:picChg chg="add mod">
          <ac:chgData name="Martin Hardy" userId="18c45b91-9529-4376-afee-15439663c977" providerId="ADAL" clId="{46EEA9B8-EF0A-4810-9588-DABE37A8F12D}" dt="2021-09-02T14:38:50.223" v="489" actId="1076"/>
          <ac:picMkLst>
            <pc:docMk/>
            <pc:sldMk cId="3935533678" sldId="258"/>
            <ac:picMk id="7" creationId="{49AF3A67-EF35-4C3F-8B6E-2E11970D5D0C}"/>
          </ac:picMkLst>
        </pc:picChg>
      </pc:sldChg>
      <pc:sldChg chg="addSp delSp modSp add mod modClrScheme chgLayout">
        <pc:chgData name="Martin Hardy" userId="18c45b91-9529-4376-afee-15439663c977" providerId="ADAL" clId="{46EEA9B8-EF0A-4810-9588-DABE37A8F12D}" dt="2021-09-02T14:46:59.874" v="689" actId="27636"/>
        <pc:sldMkLst>
          <pc:docMk/>
          <pc:sldMk cId="2329160361" sldId="259"/>
        </pc:sldMkLst>
        <pc:spChg chg="add mod ord">
          <ac:chgData name="Martin Hardy" userId="18c45b91-9529-4376-afee-15439663c977" providerId="ADAL" clId="{46EEA9B8-EF0A-4810-9588-DABE37A8F12D}" dt="2021-09-02T14:46:59.753" v="688"/>
          <ac:spMkLst>
            <pc:docMk/>
            <pc:sldMk cId="2329160361" sldId="259"/>
            <ac:spMk id="2" creationId="{70B24DCF-A954-4FFB-8F67-6BED3FB8F093}"/>
          </ac:spMkLst>
        </pc:spChg>
        <pc:spChg chg="add del mod ord">
          <ac:chgData name="Martin Hardy" userId="18c45b91-9529-4376-afee-15439663c977" providerId="ADAL" clId="{46EEA9B8-EF0A-4810-9588-DABE37A8F12D}" dt="2021-09-02T14:46:59.874" v="689" actId="27636"/>
          <ac:spMkLst>
            <pc:docMk/>
            <pc:sldMk cId="2329160361" sldId="259"/>
            <ac:spMk id="3" creationId="{A44B086F-904C-4EFE-AAAC-3C8A4D661070}"/>
          </ac:spMkLst>
        </pc:spChg>
        <pc:spChg chg="add del mod ord">
          <ac:chgData name="Martin Hardy" userId="18c45b91-9529-4376-afee-15439663c977" providerId="ADAL" clId="{46EEA9B8-EF0A-4810-9588-DABE37A8F12D}" dt="2021-09-02T14:26:39.533" v="199" actId="931"/>
          <ac:spMkLst>
            <pc:docMk/>
            <pc:sldMk cId="2329160361" sldId="259"/>
            <ac:spMk id="4" creationId="{77464646-5E71-4F56-939F-8219272F6E81}"/>
          </ac:spMkLst>
        </pc:spChg>
        <pc:spChg chg="add del mod">
          <ac:chgData name="Martin Hardy" userId="18c45b91-9529-4376-afee-15439663c977" providerId="ADAL" clId="{46EEA9B8-EF0A-4810-9588-DABE37A8F12D}" dt="2021-09-02T14:38:29.056" v="486" actId="700"/>
          <ac:spMkLst>
            <pc:docMk/>
            <pc:sldMk cId="2329160361" sldId="259"/>
            <ac:spMk id="10" creationId="{B95844B4-97E6-4AFC-9689-46293E30C0FE}"/>
          </ac:spMkLst>
        </pc:spChg>
        <pc:spChg chg="add del mod">
          <ac:chgData name="Martin Hardy" userId="18c45b91-9529-4376-afee-15439663c977" providerId="ADAL" clId="{46EEA9B8-EF0A-4810-9588-DABE37A8F12D}" dt="2021-09-02T14:29:28.470" v="269"/>
          <ac:spMkLst>
            <pc:docMk/>
            <pc:sldMk cId="2329160361" sldId="259"/>
            <ac:spMk id="11" creationId="{14F4368A-84A0-4505-BFD0-B9BA6162119B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2329160361" sldId="259"/>
            <ac:spMk id="21" creationId="{F6259569-0128-4E61-A070-8F93357A5E5F}"/>
          </ac:spMkLst>
        </pc:spChg>
        <pc:spChg chg="mod">
          <ac:chgData name="Martin Hardy" userId="18c45b91-9529-4376-afee-15439663c977" providerId="ADAL" clId="{46EEA9B8-EF0A-4810-9588-DABE37A8F12D}" dt="2021-09-02T14:19:56.030" v="103" actId="207"/>
          <ac:spMkLst>
            <pc:docMk/>
            <pc:sldMk cId="2329160361" sldId="259"/>
            <ac:spMk id="24" creationId="{8EE3C1E8-3E2F-4C6A-920F-E35034600692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2329160361" sldId="259"/>
            <ac:spMk id="36" creationId="{809A435F-7093-4262-9458-8B5BA0557724}"/>
          </ac:spMkLst>
        </pc:spChg>
        <pc:picChg chg="add del mod ord modCrop">
          <ac:chgData name="Martin Hardy" userId="18c45b91-9529-4376-afee-15439663c977" providerId="ADAL" clId="{46EEA9B8-EF0A-4810-9588-DABE37A8F12D}" dt="2021-09-02T14:26:12.149" v="198" actId="22"/>
          <ac:picMkLst>
            <pc:docMk/>
            <pc:sldMk cId="2329160361" sldId="259"/>
            <ac:picMk id="6" creationId="{35697391-086C-4799-931D-55D02BEF9B1F}"/>
          </ac:picMkLst>
        </pc:picChg>
        <pc:picChg chg="add del mod">
          <ac:chgData name="Martin Hardy" userId="18c45b91-9529-4376-afee-15439663c977" providerId="ADAL" clId="{46EEA9B8-EF0A-4810-9588-DABE37A8F12D}" dt="2021-09-02T14:27:02.779" v="204" actId="478"/>
          <ac:picMkLst>
            <pc:docMk/>
            <pc:sldMk cId="2329160361" sldId="259"/>
            <ac:picMk id="8" creationId="{D5FA023A-6676-4800-B839-CDB8C7EC5B93}"/>
          </ac:picMkLst>
        </pc:picChg>
        <pc:picChg chg="add mod">
          <ac:chgData name="Martin Hardy" userId="18c45b91-9529-4376-afee-15439663c977" providerId="ADAL" clId="{46EEA9B8-EF0A-4810-9588-DABE37A8F12D}" dt="2021-09-02T14:44:05.080" v="635" actId="14100"/>
          <ac:picMkLst>
            <pc:docMk/>
            <pc:sldMk cId="2329160361" sldId="259"/>
            <ac:picMk id="13" creationId="{8E0EC502-0ED5-4BEC-B446-FB4024825984}"/>
          </ac:picMkLst>
        </pc:picChg>
      </pc:sldChg>
      <pc:sldChg chg="addSp delSp modSp add mod ord modClrScheme chgLayout">
        <pc:chgData name="Martin Hardy" userId="18c45b91-9529-4376-afee-15439663c977" providerId="ADAL" clId="{46EEA9B8-EF0A-4810-9588-DABE37A8F12D}" dt="2021-09-02T14:46:59.753" v="688"/>
        <pc:sldMkLst>
          <pc:docMk/>
          <pc:sldMk cId="694476106" sldId="260"/>
        </pc:sldMkLst>
        <pc:spChg chg="add mod ord">
          <ac:chgData name="Martin Hardy" userId="18c45b91-9529-4376-afee-15439663c977" providerId="ADAL" clId="{46EEA9B8-EF0A-4810-9588-DABE37A8F12D}" dt="2021-09-02T14:46:59.753" v="688"/>
          <ac:spMkLst>
            <pc:docMk/>
            <pc:sldMk cId="694476106" sldId="260"/>
            <ac:spMk id="2" creationId="{264BB5A6-E7E4-4530-8EC3-98FD851DBE7D}"/>
          </ac:spMkLst>
        </pc:spChg>
        <pc:spChg chg="add del mod ord">
          <ac:chgData name="Martin Hardy" userId="18c45b91-9529-4376-afee-15439663c977" providerId="ADAL" clId="{46EEA9B8-EF0A-4810-9588-DABE37A8F12D}" dt="2021-09-02T14:46:59.753" v="688"/>
          <ac:spMkLst>
            <pc:docMk/>
            <pc:sldMk cId="694476106" sldId="260"/>
            <ac:spMk id="3" creationId="{F0BF427E-9E8D-4CEC-9E00-2F16BB22DBA4}"/>
          </ac:spMkLst>
        </pc:spChg>
        <pc:spChg chg="add del mod ord">
          <ac:chgData name="Martin Hardy" userId="18c45b91-9529-4376-afee-15439663c977" providerId="ADAL" clId="{46EEA9B8-EF0A-4810-9588-DABE37A8F12D}" dt="2021-09-02T14:38:29.056" v="486" actId="700"/>
          <ac:spMkLst>
            <pc:docMk/>
            <pc:sldMk cId="694476106" sldId="260"/>
            <ac:spMk id="4" creationId="{C382F654-753E-43CB-BE49-CEC8963618B2}"/>
          </ac:spMkLst>
        </pc:spChg>
        <pc:spChg chg="add del mod">
          <ac:chgData name="Martin Hardy" userId="18c45b91-9529-4376-afee-15439663c977" providerId="ADAL" clId="{46EEA9B8-EF0A-4810-9588-DABE37A8F12D}" dt="2021-09-02T14:30:20.924" v="277"/>
          <ac:spMkLst>
            <pc:docMk/>
            <pc:sldMk cId="694476106" sldId="260"/>
            <ac:spMk id="5" creationId="{488A38F6-EA80-4E0C-A622-E65D268326DB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694476106" sldId="260"/>
            <ac:spMk id="21" creationId="{F6259569-0128-4E61-A070-8F93357A5E5F}"/>
          </ac:spMkLst>
        </pc:spChg>
        <pc:spChg chg="mod">
          <ac:chgData name="Martin Hardy" userId="18c45b91-9529-4376-afee-15439663c977" providerId="ADAL" clId="{46EEA9B8-EF0A-4810-9588-DABE37A8F12D}" dt="2021-09-02T14:20:17.369" v="112" actId="207"/>
          <ac:spMkLst>
            <pc:docMk/>
            <pc:sldMk cId="694476106" sldId="260"/>
            <ac:spMk id="25" creationId="{AFD9A585-8396-4609-A864-78A48E5F195A}"/>
          </ac:spMkLst>
        </pc:spChg>
        <pc:spChg chg="mod">
          <ac:chgData name="Martin Hardy" userId="18c45b91-9529-4376-afee-15439663c977" providerId="ADAL" clId="{46EEA9B8-EF0A-4810-9588-DABE37A8F12D}" dt="2021-09-02T14:20:21.616" v="113" actId="207"/>
          <ac:spMkLst>
            <pc:docMk/>
            <pc:sldMk cId="694476106" sldId="260"/>
            <ac:spMk id="26" creationId="{AA790CC6-60E4-4605-BB40-326CE46F582C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694476106" sldId="260"/>
            <ac:spMk id="36" creationId="{809A435F-7093-4262-9458-8B5BA0557724}"/>
          </ac:spMkLst>
        </pc:spChg>
        <pc:picChg chg="add mod">
          <ac:chgData name="Martin Hardy" userId="18c45b91-9529-4376-afee-15439663c977" providerId="ADAL" clId="{46EEA9B8-EF0A-4810-9588-DABE37A8F12D}" dt="2021-09-02T14:39:23.527" v="493" actId="1076"/>
          <ac:picMkLst>
            <pc:docMk/>
            <pc:sldMk cId="694476106" sldId="260"/>
            <ac:picMk id="7" creationId="{10C238A6-12A7-4F47-AC21-4C5FC67FEF25}"/>
          </ac:picMkLst>
        </pc:picChg>
      </pc:sldChg>
      <pc:sldChg chg="addSp delSp modSp add mod modClrScheme chgLayout">
        <pc:chgData name="Martin Hardy" userId="18c45b91-9529-4376-afee-15439663c977" providerId="ADAL" clId="{46EEA9B8-EF0A-4810-9588-DABE37A8F12D}" dt="2021-09-02T14:46:59.882" v="690" actId="27636"/>
        <pc:sldMkLst>
          <pc:docMk/>
          <pc:sldMk cId="302870327" sldId="261"/>
        </pc:sldMkLst>
        <pc:spChg chg="add mod ord">
          <ac:chgData name="Martin Hardy" userId="18c45b91-9529-4376-afee-15439663c977" providerId="ADAL" clId="{46EEA9B8-EF0A-4810-9588-DABE37A8F12D}" dt="2021-09-02T14:46:59.753" v="688"/>
          <ac:spMkLst>
            <pc:docMk/>
            <pc:sldMk cId="302870327" sldId="261"/>
            <ac:spMk id="2" creationId="{E460BAD0-A952-432B-B83F-EA2EFA2E088E}"/>
          </ac:spMkLst>
        </pc:spChg>
        <pc:spChg chg="add del mod ord">
          <ac:chgData name="Martin Hardy" userId="18c45b91-9529-4376-afee-15439663c977" providerId="ADAL" clId="{46EEA9B8-EF0A-4810-9588-DABE37A8F12D}" dt="2021-09-02T14:46:59.882" v="690" actId="27636"/>
          <ac:spMkLst>
            <pc:docMk/>
            <pc:sldMk cId="302870327" sldId="261"/>
            <ac:spMk id="3" creationId="{FF3C3234-03D9-44A6-9853-A8713F8E23E6}"/>
          </ac:spMkLst>
        </pc:spChg>
        <pc:spChg chg="add del mod ord">
          <ac:chgData name="Martin Hardy" userId="18c45b91-9529-4376-afee-15439663c977" providerId="ADAL" clId="{46EEA9B8-EF0A-4810-9588-DABE37A8F12D}" dt="2021-09-02T14:38:29.056" v="486" actId="700"/>
          <ac:spMkLst>
            <pc:docMk/>
            <pc:sldMk cId="302870327" sldId="261"/>
            <ac:spMk id="4" creationId="{D53DDB62-C466-443A-8125-1C68CBAB458F}"/>
          </ac:spMkLst>
        </pc:spChg>
        <pc:spChg chg="add del mod">
          <ac:chgData name="Martin Hardy" userId="18c45b91-9529-4376-afee-15439663c977" providerId="ADAL" clId="{46EEA9B8-EF0A-4810-9588-DABE37A8F12D}" dt="2021-09-02T14:31:07.501" v="283"/>
          <ac:spMkLst>
            <pc:docMk/>
            <pc:sldMk cId="302870327" sldId="261"/>
            <ac:spMk id="5" creationId="{9332CC5D-09A5-46A9-9C93-96816E70FD63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302870327" sldId="261"/>
            <ac:spMk id="21" creationId="{F6259569-0128-4E61-A070-8F93357A5E5F}"/>
          </ac:spMkLst>
        </pc:spChg>
        <pc:spChg chg="mod">
          <ac:chgData name="Martin Hardy" userId="18c45b91-9529-4376-afee-15439663c977" providerId="ADAL" clId="{46EEA9B8-EF0A-4810-9588-DABE37A8F12D}" dt="2021-09-02T14:20:48.031" v="131" actId="207"/>
          <ac:spMkLst>
            <pc:docMk/>
            <pc:sldMk cId="302870327" sldId="261"/>
            <ac:spMk id="24" creationId="{8EE3C1E8-3E2F-4C6A-920F-E35034600692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302870327" sldId="261"/>
            <ac:spMk id="36" creationId="{809A435F-7093-4262-9458-8B5BA0557724}"/>
          </ac:spMkLst>
        </pc:spChg>
        <pc:picChg chg="add mod">
          <ac:chgData name="Martin Hardy" userId="18c45b91-9529-4376-afee-15439663c977" providerId="ADAL" clId="{46EEA9B8-EF0A-4810-9588-DABE37A8F12D}" dt="2021-09-02T14:42:32.367" v="604" actId="14100"/>
          <ac:picMkLst>
            <pc:docMk/>
            <pc:sldMk cId="302870327" sldId="261"/>
            <ac:picMk id="7" creationId="{57200414-380B-4018-A4B3-7C37D09D5D0A}"/>
          </ac:picMkLst>
        </pc:picChg>
      </pc:sldChg>
      <pc:sldChg chg="addSp delSp modSp add mod ord modClrScheme chgLayout">
        <pc:chgData name="Martin Hardy" userId="18c45b91-9529-4376-afee-15439663c977" providerId="ADAL" clId="{46EEA9B8-EF0A-4810-9588-DABE37A8F12D}" dt="2021-09-02T14:46:59.753" v="688"/>
        <pc:sldMkLst>
          <pc:docMk/>
          <pc:sldMk cId="475639741" sldId="262"/>
        </pc:sldMkLst>
        <pc:spChg chg="add mod ord">
          <ac:chgData name="Martin Hardy" userId="18c45b91-9529-4376-afee-15439663c977" providerId="ADAL" clId="{46EEA9B8-EF0A-4810-9588-DABE37A8F12D}" dt="2021-09-02T14:46:59.753" v="688"/>
          <ac:spMkLst>
            <pc:docMk/>
            <pc:sldMk cId="475639741" sldId="262"/>
            <ac:spMk id="2" creationId="{31B7C637-EFCA-41BE-8022-2E13813C8215}"/>
          </ac:spMkLst>
        </pc:spChg>
        <pc:spChg chg="add del mod ord">
          <ac:chgData name="Martin Hardy" userId="18c45b91-9529-4376-afee-15439663c977" providerId="ADAL" clId="{46EEA9B8-EF0A-4810-9588-DABE37A8F12D}" dt="2021-09-02T14:46:59.753" v="688"/>
          <ac:spMkLst>
            <pc:docMk/>
            <pc:sldMk cId="475639741" sldId="262"/>
            <ac:spMk id="3" creationId="{8780F9EA-6976-4A9D-BA30-255975A2B511}"/>
          </ac:spMkLst>
        </pc:spChg>
        <pc:spChg chg="add del mod ord">
          <ac:chgData name="Martin Hardy" userId="18c45b91-9529-4376-afee-15439663c977" providerId="ADAL" clId="{46EEA9B8-EF0A-4810-9588-DABE37A8F12D}" dt="2021-09-02T14:38:29.056" v="486" actId="700"/>
          <ac:spMkLst>
            <pc:docMk/>
            <pc:sldMk cId="475639741" sldId="262"/>
            <ac:spMk id="4" creationId="{81C362A8-7F7E-4ECA-BA79-3013CE672132}"/>
          </ac:spMkLst>
        </pc:spChg>
        <pc:spChg chg="add del mod">
          <ac:chgData name="Martin Hardy" userId="18c45b91-9529-4376-afee-15439663c977" providerId="ADAL" clId="{46EEA9B8-EF0A-4810-9588-DABE37A8F12D}" dt="2021-09-02T14:32:18.733" v="340"/>
          <ac:spMkLst>
            <pc:docMk/>
            <pc:sldMk cId="475639741" sldId="262"/>
            <ac:spMk id="5" creationId="{F4784A79-5F15-4981-9433-91F516C46387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475639741" sldId="262"/>
            <ac:spMk id="21" creationId="{F6259569-0128-4E61-A070-8F93357A5E5F}"/>
          </ac:spMkLst>
        </pc:spChg>
        <pc:spChg chg="mod">
          <ac:chgData name="Martin Hardy" userId="18c45b91-9529-4376-afee-15439663c977" providerId="ADAL" clId="{46EEA9B8-EF0A-4810-9588-DABE37A8F12D}" dt="2021-09-02T14:21:14.016" v="139" actId="207"/>
          <ac:spMkLst>
            <pc:docMk/>
            <pc:sldMk cId="475639741" sldId="262"/>
            <ac:spMk id="25" creationId="{AFD9A585-8396-4609-A864-78A48E5F195A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475639741" sldId="262"/>
            <ac:spMk id="36" creationId="{809A435F-7093-4262-9458-8B5BA0557724}"/>
          </ac:spMkLst>
        </pc:spChg>
        <pc:picChg chg="add mod">
          <ac:chgData name="Martin Hardy" userId="18c45b91-9529-4376-afee-15439663c977" providerId="ADAL" clId="{46EEA9B8-EF0A-4810-9588-DABE37A8F12D}" dt="2021-09-02T14:39:56.695" v="497" actId="1076"/>
          <ac:picMkLst>
            <pc:docMk/>
            <pc:sldMk cId="475639741" sldId="262"/>
            <ac:picMk id="7" creationId="{0DD23DBC-558E-480C-9A47-4F1AA394F036}"/>
          </ac:picMkLst>
        </pc:picChg>
      </pc:sldChg>
      <pc:sldChg chg="addSp delSp modSp add mod modClrScheme chgLayout">
        <pc:chgData name="Martin Hardy" userId="18c45b91-9529-4376-afee-15439663c977" providerId="ADAL" clId="{46EEA9B8-EF0A-4810-9588-DABE37A8F12D}" dt="2021-09-02T14:54:29.225" v="698" actId="20577"/>
        <pc:sldMkLst>
          <pc:docMk/>
          <pc:sldMk cId="2116628674" sldId="263"/>
        </pc:sldMkLst>
        <pc:spChg chg="add mod ord">
          <ac:chgData name="Martin Hardy" userId="18c45b91-9529-4376-afee-15439663c977" providerId="ADAL" clId="{46EEA9B8-EF0A-4810-9588-DABE37A8F12D}" dt="2021-09-02T14:46:59.753" v="688"/>
          <ac:spMkLst>
            <pc:docMk/>
            <pc:sldMk cId="2116628674" sldId="263"/>
            <ac:spMk id="2" creationId="{C3C8E5E3-B409-48F3-93C1-6101867CBFD7}"/>
          </ac:spMkLst>
        </pc:spChg>
        <pc:spChg chg="add del mod ord">
          <ac:chgData name="Martin Hardy" userId="18c45b91-9529-4376-afee-15439663c977" providerId="ADAL" clId="{46EEA9B8-EF0A-4810-9588-DABE37A8F12D}" dt="2021-09-02T14:54:29.225" v="698" actId="20577"/>
          <ac:spMkLst>
            <pc:docMk/>
            <pc:sldMk cId="2116628674" sldId="263"/>
            <ac:spMk id="3" creationId="{0159D0AE-9507-40CB-B434-937AB7C526D2}"/>
          </ac:spMkLst>
        </pc:spChg>
        <pc:spChg chg="add del mod ord">
          <ac:chgData name="Martin Hardy" userId="18c45b91-9529-4376-afee-15439663c977" providerId="ADAL" clId="{46EEA9B8-EF0A-4810-9588-DABE37A8F12D}" dt="2021-09-02T14:38:29.056" v="486" actId="700"/>
          <ac:spMkLst>
            <pc:docMk/>
            <pc:sldMk cId="2116628674" sldId="263"/>
            <ac:spMk id="4" creationId="{E2208E87-F0A4-4CE9-A2DF-CBF3F7F8F7E5}"/>
          </ac:spMkLst>
        </pc:spChg>
        <pc:spChg chg="add del mod">
          <ac:chgData name="Martin Hardy" userId="18c45b91-9529-4376-afee-15439663c977" providerId="ADAL" clId="{46EEA9B8-EF0A-4810-9588-DABE37A8F12D}" dt="2021-09-02T14:32:52.047" v="349"/>
          <ac:spMkLst>
            <pc:docMk/>
            <pc:sldMk cId="2116628674" sldId="263"/>
            <ac:spMk id="5" creationId="{B4D6B8FA-5ACE-409A-BB17-A1EB559D3B8A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2116628674" sldId="263"/>
            <ac:spMk id="21" creationId="{F6259569-0128-4E61-A070-8F93357A5E5F}"/>
          </ac:spMkLst>
        </pc:spChg>
        <pc:spChg chg="mod">
          <ac:chgData name="Martin Hardy" userId="18c45b91-9529-4376-afee-15439663c977" providerId="ADAL" clId="{46EEA9B8-EF0A-4810-9588-DABE37A8F12D}" dt="2021-09-02T14:21:28.488" v="142" actId="207"/>
          <ac:spMkLst>
            <pc:docMk/>
            <pc:sldMk cId="2116628674" sldId="263"/>
            <ac:spMk id="24" creationId="{8EE3C1E8-3E2F-4C6A-920F-E35034600692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2116628674" sldId="263"/>
            <ac:spMk id="36" creationId="{809A435F-7093-4262-9458-8B5BA0557724}"/>
          </ac:spMkLst>
        </pc:spChg>
        <pc:picChg chg="add mod">
          <ac:chgData name="Martin Hardy" userId="18c45b91-9529-4376-afee-15439663c977" providerId="ADAL" clId="{46EEA9B8-EF0A-4810-9588-DABE37A8F12D}" dt="2021-09-02T14:41:33.127" v="593" actId="1076"/>
          <ac:picMkLst>
            <pc:docMk/>
            <pc:sldMk cId="2116628674" sldId="263"/>
            <ac:picMk id="7" creationId="{31849CD1-8653-4DC3-AC08-B1D46F55D533}"/>
          </ac:picMkLst>
        </pc:picChg>
      </pc:sldChg>
      <pc:sldChg chg="addSp delSp modSp add mod chgLayout">
        <pc:chgData name="Martin Hardy" userId="18c45b91-9529-4376-afee-15439663c977" providerId="ADAL" clId="{46EEA9B8-EF0A-4810-9588-DABE37A8F12D}" dt="2021-09-02T14:46:59.753" v="688"/>
        <pc:sldMkLst>
          <pc:docMk/>
          <pc:sldMk cId="1308607824" sldId="264"/>
        </pc:sldMkLst>
        <pc:spChg chg="add del mod ord">
          <ac:chgData name="Martin Hardy" userId="18c45b91-9529-4376-afee-15439663c977" providerId="ADAL" clId="{46EEA9B8-EF0A-4810-9588-DABE37A8F12D}" dt="2021-09-02T14:38:01.426" v="478"/>
          <ac:spMkLst>
            <pc:docMk/>
            <pc:sldMk cId="1308607824" sldId="264"/>
            <ac:spMk id="4" creationId="{5F0C9BC7-CD59-4710-9E34-41A815B6565A}"/>
          </ac:spMkLst>
        </pc:spChg>
        <pc:spChg chg="add del mod">
          <ac:chgData name="Martin Hardy" userId="18c45b91-9529-4376-afee-15439663c977" providerId="ADAL" clId="{46EEA9B8-EF0A-4810-9588-DABE37A8F12D}" dt="2021-09-02T14:38:29.056" v="486" actId="700"/>
          <ac:spMkLst>
            <pc:docMk/>
            <pc:sldMk cId="1308607824" sldId="264"/>
            <ac:spMk id="6" creationId="{126B959C-B4B4-48FB-BB87-2B4827F6A09B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1308607824" sldId="264"/>
            <ac:spMk id="21" creationId="{F6259569-0128-4E61-A070-8F93357A5E5F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1308607824" sldId="264"/>
            <ac:spMk id="36" creationId="{809A435F-7093-4262-9458-8B5BA0557724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1308607824" sldId="264"/>
            <ac:spMk id="37" creationId="{898B834B-B686-458C-9E0E-5B49DA6E182A}"/>
          </ac:spMkLst>
        </pc:spChg>
        <pc:spChg chg="mod ord">
          <ac:chgData name="Martin Hardy" userId="18c45b91-9529-4376-afee-15439663c977" providerId="ADAL" clId="{46EEA9B8-EF0A-4810-9588-DABE37A8F12D}" dt="2021-09-02T14:46:59.753" v="688"/>
          <ac:spMkLst>
            <pc:docMk/>
            <pc:sldMk cId="1308607824" sldId="264"/>
            <ac:spMk id="38" creationId="{A66B154B-E80A-4B08-85BD-98C54D9F1D00}"/>
          </ac:spMkLst>
        </pc:spChg>
        <pc:spChg chg="add del">
          <ac:chgData name="Martin Hardy" userId="18c45b91-9529-4376-afee-15439663c977" providerId="ADAL" clId="{46EEA9B8-EF0A-4810-9588-DABE37A8F12D}" dt="2021-09-02T14:37:54.309" v="475" actId="700"/>
          <ac:spMkLst>
            <pc:docMk/>
            <pc:sldMk cId="1308607824" sldId="264"/>
            <ac:spMk id="40" creationId="{61E19DC9-DD40-419C-AF1C-E4D9902277D9}"/>
          </ac:spMkLst>
        </pc:spChg>
        <pc:picChg chg="add del mod">
          <ac:chgData name="Martin Hardy" userId="18c45b91-9529-4376-afee-15439663c977" providerId="ADAL" clId="{46EEA9B8-EF0A-4810-9588-DABE37A8F12D}" dt="2021-09-02T14:37:20.648" v="469" actId="21"/>
          <ac:picMkLst>
            <pc:docMk/>
            <pc:sldMk cId="1308607824" sldId="264"/>
            <ac:picMk id="3" creationId="{204AB712-063C-4871-B782-268DC727071D}"/>
          </ac:picMkLst>
        </pc:picChg>
        <pc:picChg chg="add del mod">
          <ac:chgData name="Martin Hardy" userId="18c45b91-9529-4376-afee-15439663c977" providerId="ADAL" clId="{46EEA9B8-EF0A-4810-9588-DABE37A8F12D}" dt="2021-09-02T14:37:22.008" v="471"/>
          <ac:picMkLst>
            <pc:docMk/>
            <pc:sldMk cId="1308607824" sldId="264"/>
            <ac:picMk id="22" creationId="{C10AD40B-E7F1-4D01-ADD5-6D3B24EE43E9}"/>
          </ac:picMkLst>
        </pc:picChg>
        <pc:picChg chg="add del mod">
          <ac:chgData name="Martin Hardy" userId="18c45b91-9529-4376-afee-15439663c977" providerId="ADAL" clId="{46EEA9B8-EF0A-4810-9588-DABE37A8F12D}" dt="2021-09-02T14:38:06.967" v="479" actId="478"/>
          <ac:picMkLst>
            <pc:docMk/>
            <pc:sldMk cId="1308607824" sldId="264"/>
            <ac:picMk id="39" creationId="{CF4AEB3B-356E-42DA-A894-5E3E4BFF25F7}"/>
          </ac:picMkLst>
        </pc:picChg>
        <pc:picChg chg="add mod">
          <ac:chgData name="Martin Hardy" userId="18c45b91-9529-4376-afee-15439663c977" providerId="ADAL" clId="{46EEA9B8-EF0A-4810-9588-DABE37A8F12D}" dt="2021-09-02T14:38:33.498" v="487"/>
          <ac:picMkLst>
            <pc:docMk/>
            <pc:sldMk cId="1308607824" sldId="264"/>
            <ac:picMk id="41" creationId="{1960BAD7-F852-41A9-99B1-8ABD45726C36}"/>
          </ac:picMkLst>
        </pc:picChg>
      </pc:sldChg>
      <pc:sldChg chg="modSp add mod ord">
        <pc:chgData name="Martin Hardy" userId="18c45b91-9529-4376-afee-15439663c977" providerId="ADAL" clId="{46EEA9B8-EF0A-4810-9588-DABE37A8F12D}" dt="2021-09-02T15:33:50.715" v="903" actId="20577"/>
        <pc:sldMkLst>
          <pc:docMk/>
          <pc:sldMk cId="960984672" sldId="265"/>
        </pc:sldMkLst>
        <pc:spChg chg="mod">
          <ac:chgData name="Martin Hardy" userId="18c45b91-9529-4376-afee-15439663c977" providerId="ADAL" clId="{46EEA9B8-EF0A-4810-9588-DABE37A8F12D}" dt="2021-09-02T15:33:42.475" v="888" actId="20577"/>
          <ac:spMkLst>
            <pc:docMk/>
            <pc:sldMk cId="960984672" sldId="265"/>
            <ac:spMk id="21" creationId="{F6259569-0128-4E61-A070-8F93357A5E5F}"/>
          </ac:spMkLst>
        </pc:spChg>
        <pc:spChg chg="mod">
          <ac:chgData name="Martin Hardy" userId="18c45b91-9529-4376-afee-15439663c977" providerId="ADAL" clId="{46EEA9B8-EF0A-4810-9588-DABE37A8F12D}" dt="2021-09-02T15:33:47.788" v="896" actId="20577"/>
          <ac:spMkLst>
            <pc:docMk/>
            <pc:sldMk cId="960984672" sldId="265"/>
            <ac:spMk id="41" creationId="{F7AC5915-ABA4-4C06-8F39-53BF45725DE8}"/>
          </ac:spMkLst>
        </pc:spChg>
        <pc:spChg chg="mod">
          <ac:chgData name="Martin Hardy" userId="18c45b91-9529-4376-afee-15439663c977" providerId="ADAL" clId="{46EEA9B8-EF0A-4810-9588-DABE37A8F12D}" dt="2021-09-02T15:33:50.715" v="903" actId="20577"/>
          <ac:spMkLst>
            <pc:docMk/>
            <pc:sldMk cId="960984672" sldId="265"/>
            <ac:spMk id="43" creationId="{0F2AF657-53B6-452B-AF2E-1E78AD467D6C}"/>
          </ac:spMkLst>
        </pc:spChg>
      </pc:sldChg>
      <pc:sldChg chg="addSp delSp modSp add mod ord modClrScheme chgLayout">
        <pc:chgData name="Martin Hardy" userId="18c45b91-9529-4376-afee-15439663c977" providerId="ADAL" clId="{46EEA9B8-EF0A-4810-9588-DABE37A8F12D}" dt="2021-09-02T15:37:55.450" v="967" actId="164"/>
        <pc:sldMkLst>
          <pc:docMk/>
          <pc:sldMk cId="707364746" sldId="266"/>
        </pc:sldMkLst>
        <pc:spChg chg="del mod">
          <ac:chgData name="Martin Hardy" userId="18c45b91-9529-4376-afee-15439663c977" providerId="ADAL" clId="{46EEA9B8-EF0A-4810-9588-DABE37A8F12D}" dt="2021-09-02T15:28:11.207" v="793" actId="700"/>
          <ac:spMkLst>
            <pc:docMk/>
            <pc:sldMk cId="707364746" sldId="266"/>
            <ac:spMk id="2" creationId="{C3C8E5E3-B409-48F3-93C1-6101867CBFD7}"/>
          </ac:spMkLst>
        </pc:spChg>
        <pc:spChg chg="del mod">
          <ac:chgData name="Martin Hardy" userId="18c45b91-9529-4376-afee-15439663c977" providerId="ADAL" clId="{46EEA9B8-EF0A-4810-9588-DABE37A8F12D}" dt="2021-09-02T15:28:11.207" v="793" actId="700"/>
          <ac:spMkLst>
            <pc:docMk/>
            <pc:sldMk cId="707364746" sldId="266"/>
            <ac:spMk id="3" creationId="{0159D0AE-9507-40CB-B434-937AB7C526D2}"/>
          </ac:spMkLst>
        </pc:spChg>
        <pc:spChg chg="add mod">
          <ac:chgData name="Martin Hardy" userId="18c45b91-9529-4376-afee-15439663c977" providerId="ADAL" clId="{46EEA9B8-EF0A-4810-9588-DABE37A8F12D}" dt="2021-09-02T15:31:52.940" v="860" actId="164"/>
          <ac:spMkLst>
            <pc:docMk/>
            <pc:sldMk cId="707364746" sldId="266"/>
            <ac:spMk id="4" creationId="{97C4838C-3331-4C25-BE20-A13B37D9B09E}"/>
          </ac:spMkLst>
        </pc:spChg>
        <pc:spChg chg="add mod ord">
          <ac:chgData name="Martin Hardy" userId="18c45b91-9529-4376-afee-15439663c977" providerId="ADAL" clId="{46EEA9B8-EF0A-4810-9588-DABE37A8F12D}" dt="2021-09-02T15:36:05.808" v="936" actId="167"/>
          <ac:spMkLst>
            <pc:docMk/>
            <pc:sldMk cId="707364746" sldId="266"/>
            <ac:spMk id="8" creationId="{591D6E3A-B0B7-4616-848C-EF0841CD09D1}"/>
          </ac:spMkLst>
        </pc:spChg>
        <pc:spChg chg="del mod">
          <ac:chgData name="Martin Hardy" userId="18c45b91-9529-4376-afee-15439663c977" providerId="ADAL" clId="{46EEA9B8-EF0A-4810-9588-DABE37A8F12D}" dt="2021-09-02T15:26:57.027" v="760" actId="478"/>
          <ac:spMkLst>
            <pc:docMk/>
            <pc:sldMk cId="707364746" sldId="266"/>
            <ac:spMk id="20" creationId="{FC43BB2A-4170-4A91-93B4-D26EECB63B5B}"/>
          </ac:spMkLst>
        </pc:spChg>
        <pc:spChg chg="mod ord">
          <ac:chgData name="Martin Hardy" userId="18c45b91-9529-4376-afee-15439663c977" providerId="ADAL" clId="{46EEA9B8-EF0A-4810-9588-DABE37A8F12D}" dt="2021-09-02T15:28:11.207" v="793" actId="700"/>
          <ac:spMkLst>
            <pc:docMk/>
            <pc:sldMk cId="707364746" sldId="266"/>
            <ac:spMk id="21" creationId="{F6259569-0128-4E61-A070-8F93357A5E5F}"/>
          </ac:spMkLst>
        </pc:spChg>
        <pc:spChg chg="add del mod">
          <ac:chgData name="Martin Hardy" userId="18c45b91-9529-4376-afee-15439663c977" providerId="ADAL" clId="{46EEA9B8-EF0A-4810-9588-DABE37A8F12D}" dt="2021-09-02T15:28:23.995" v="798" actId="478"/>
          <ac:spMkLst>
            <pc:docMk/>
            <pc:sldMk cId="707364746" sldId="266"/>
            <ac:spMk id="22" creationId="{954929E4-7D68-4AB6-B608-67C341C71E2A}"/>
          </ac:spMkLst>
        </pc:spChg>
        <pc:spChg chg="del mod topLvl">
          <ac:chgData name="Martin Hardy" userId="18c45b91-9529-4376-afee-15439663c977" providerId="ADAL" clId="{46EEA9B8-EF0A-4810-9588-DABE37A8F12D}" dt="2021-09-02T15:26:21.291" v="752"/>
          <ac:spMkLst>
            <pc:docMk/>
            <pc:sldMk cId="707364746" sldId="266"/>
            <ac:spMk id="24" creationId="{8EE3C1E8-3E2F-4C6A-920F-E35034600692}"/>
          </ac:spMkLst>
        </pc:spChg>
        <pc:spChg chg="del mod topLvl">
          <ac:chgData name="Martin Hardy" userId="18c45b91-9529-4376-afee-15439663c977" providerId="ADAL" clId="{46EEA9B8-EF0A-4810-9588-DABE37A8F12D}" dt="2021-09-02T15:26:21.291" v="752"/>
          <ac:spMkLst>
            <pc:docMk/>
            <pc:sldMk cId="707364746" sldId="266"/>
            <ac:spMk id="25" creationId="{AFD9A585-8396-4609-A864-78A48E5F195A}"/>
          </ac:spMkLst>
        </pc:spChg>
        <pc:spChg chg="del mod topLvl">
          <ac:chgData name="Martin Hardy" userId="18c45b91-9529-4376-afee-15439663c977" providerId="ADAL" clId="{46EEA9B8-EF0A-4810-9588-DABE37A8F12D}" dt="2021-09-02T15:26:23.531" v="753" actId="478"/>
          <ac:spMkLst>
            <pc:docMk/>
            <pc:sldMk cId="707364746" sldId="266"/>
            <ac:spMk id="26" creationId="{AA790CC6-60E4-4605-BB40-326CE46F582C}"/>
          </ac:spMkLst>
        </pc:spChg>
        <pc:spChg chg="mod ord topLvl">
          <ac:chgData name="Martin Hardy" userId="18c45b91-9529-4376-afee-15439663c977" providerId="ADAL" clId="{46EEA9B8-EF0A-4810-9588-DABE37A8F12D}" dt="2021-09-02T15:31:52.940" v="860" actId="164"/>
          <ac:spMkLst>
            <pc:docMk/>
            <pc:sldMk cId="707364746" sldId="266"/>
            <ac:spMk id="27" creationId="{C3320518-4705-479C-B752-B5F46F511FDD}"/>
          </ac:spMkLst>
        </pc:spChg>
        <pc:spChg chg="mod ord topLvl">
          <ac:chgData name="Martin Hardy" userId="18c45b91-9529-4376-afee-15439663c977" providerId="ADAL" clId="{46EEA9B8-EF0A-4810-9588-DABE37A8F12D}" dt="2021-09-02T15:31:45.012" v="859" actId="164"/>
          <ac:spMkLst>
            <pc:docMk/>
            <pc:sldMk cId="707364746" sldId="266"/>
            <ac:spMk id="28" creationId="{9E87AD10-D2A2-4A4A-89CF-14F210D7EBB4}"/>
          </ac:spMkLst>
        </pc:spChg>
        <pc:spChg chg="del mod topLvl">
          <ac:chgData name="Martin Hardy" userId="18c45b91-9529-4376-afee-15439663c977" providerId="ADAL" clId="{46EEA9B8-EF0A-4810-9588-DABE37A8F12D}" dt="2021-09-02T15:29:32.851" v="833" actId="478"/>
          <ac:spMkLst>
            <pc:docMk/>
            <pc:sldMk cId="707364746" sldId="266"/>
            <ac:spMk id="29" creationId="{23EFB0BF-5145-406E-BA4E-25E3631C32E3}"/>
          </ac:spMkLst>
        </pc:spChg>
        <pc:spChg chg="mod ord topLvl">
          <ac:chgData name="Martin Hardy" userId="18c45b91-9529-4376-afee-15439663c977" providerId="ADAL" clId="{46EEA9B8-EF0A-4810-9588-DABE37A8F12D}" dt="2021-09-02T15:31:52.940" v="860" actId="164"/>
          <ac:spMkLst>
            <pc:docMk/>
            <pc:sldMk cId="707364746" sldId="266"/>
            <ac:spMk id="30" creationId="{356CF0BA-008B-423E-9E6F-2FD6974B8251}"/>
          </ac:spMkLst>
        </pc:spChg>
        <pc:spChg chg="del mod topLvl">
          <ac:chgData name="Martin Hardy" userId="18c45b91-9529-4376-afee-15439663c977" providerId="ADAL" clId="{46EEA9B8-EF0A-4810-9588-DABE37A8F12D}" dt="2021-09-02T15:29:34.683" v="834" actId="478"/>
          <ac:spMkLst>
            <pc:docMk/>
            <pc:sldMk cId="707364746" sldId="266"/>
            <ac:spMk id="31" creationId="{A14DD43C-C6A4-47B5-91EC-0BB1C20254F3}"/>
          </ac:spMkLst>
        </pc:spChg>
        <pc:spChg chg="mod ord topLvl">
          <ac:chgData name="Martin Hardy" userId="18c45b91-9529-4376-afee-15439663c977" providerId="ADAL" clId="{46EEA9B8-EF0A-4810-9588-DABE37A8F12D}" dt="2021-09-02T15:31:52.940" v="860" actId="164"/>
          <ac:spMkLst>
            <pc:docMk/>
            <pc:sldMk cId="707364746" sldId="266"/>
            <ac:spMk id="32" creationId="{6589C42F-761D-46F7-B897-19265094B820}"/>
          </ac:spMkLst>
        </pc:spChg>
        <pc:spChg chg="mod ord topLvl">
          <ac:chgData name="Martin Hardy" userId="18c45b91-9529-4376-afee-15439663c977" providerId="ADAL" clId="{46EEA9B8-EF0A-4810-9588-DABE37A8F12D}" dt="2021-09-02T15:34:54.110" v="920" actId="13926"/>
          <ac:spMkLst>
            <pc:docMk/>
            <pc:sldMk cId="707364746" sldId="266"/>
            <ac:spMk id="33" creationId="{B9EA139C-5CAF-41E1-B8F7-32B689AE73BF}"/>
          </ac:spMkLst>
        </pc:spChg>
        <pc:spChg chg="mod topLvl">
          <ac:chgData name="Martin Hardy" userId="18c45b91-9529-4376-afee-15439663c977" providerId="ADAL" clId="{46EEA9B8-EF0A-4810-9588-DABE37A8F12D}" dt="2021-09-02T15:28:17.012" v="794" actId="1076"/>
          <ac:spMkLst>
            <pc:docMk/>
            <pc:sldMk cId="707364746" sldId="266"/>
            <ac:spMk id="34" creationId="{5B979B9B-4F07-47B0-BE5C-3F0A364F9F14}"/>
          </ac:spMkLst>
        </pc:spChg>
        <pc:spChg chg="del mod topLvl">
          <ac:chgData name="Martin Hardy" userId="18c45b91-9529-4376-afee-15439663c977" providerId="ADAL" clId="{46EEA9B8-EF0A-4810-9588-DABE37A8F12D}" dt="2021-09-02T15:27:21.275" v="776" actId="478"/>
          <ac:spMkLst>
            <pc:docMk/>
            <pc:sldMk cId="707364746" sldId="266"/>
            <ac:spMk id="35" creationId="{5C960195-988D-45B1-BE1D-795FF577ABE9}"/>
          </ac:spMkLst>
        </pc:spChg>
        <pc:spChg chg="mod ord">
          <ac:chgData name="Martin Hardy" userId="18c45b91-9529-4376-afee-15439663c977" providerId="ADAL" clId="{46EEA9B8-EF0A-4810-9588-DABE37A8F12D}" dt="2021-09-02T15:28:11.207" v="793" actId="700"/>
          <ac:spMkLst>
            <pc:docMk/>
            <pc:sldMk cId="707364746" sldId="266"/>
            <ac:spMk id="36" creationId="{809A435F-7093-4262-9458-8B5BA0557724}"/>
          </ac:spMkLst>
        </pc:spChg>
        <pc:spChg chg="add del mod">
          <ac:chgData name="Martin Hardy" userId="18c45b91-9529-4376-afee-15439663c977" providerId="ADAL" clId="{46EEA9B8-EF0A-4810-9588-DABE37A8F12D}" dt="2021-09-02T15:28:19.885" v="796"/>
          <ac:spMkLst>
            <pc:docMk/>
            <pc:sldMk cId="707364746" sldId="266"/>
            <ac:spMk id="37" creationId="{85ADFE38-E01B-4C09-80E3-131ECC247A9C}"/>
          </ac:spMkLst>
        </pc:spChg>
        <pc:spChg chg="add del mod">
          <ac:chgData name="Martin Hardy" userId="18c45b91-9529-4376-afee-15439663c977" providerId="ADAL" clId="{46EEA9B8-EF0A-4810-9588-DABE37A8F12D}" dt="2021-09-02T15:28:19.885" v="796"/>
          <ac:spMkLst>
            <pc:docMk/>
            <pc:sldMk cId="707364746" sldId="266"/>
            <ac:spMk id="38" creationId="{1BA6E9B3-7AFD-4045-AD9B-2ED0851978F1}"/>
          </ac:spMkLst>
        </pc:spChg>
        <pc:spChg chg="add mod">
          <ac:chgData name="Martin Hardy" userId="18c45b91-9529-4376-afee-15439663c977" providerId="ADAL" clId="{46EEA9B8-EF0A-4810-9588-DABE37A8F12D}" dt="2021-09-02T15:29:54.859" v="843" actId="20577"/>
          <ac:spMkLst>
            <pc:docMk/>
            <pc:sldMk cId="707364746" sldId="266"/>
            <ac:spMk id="39" creationId="{3DABB5ED-04E8-4A42-A76A-22C5064E9453}"/>
          </ac:spMkLst>
        </pc:spChg>
        <pc:spChg chg="add mod">
          <ac:chgData name="Martin Hardy" userId="18c45b91-9529-4376-afee-15439663c977" providerId="ADAL" clId="{46EEA9B8-EF0A-4810-9588-DABE37A8F12D}" dt="2021-09-02T15:31:45.012" v="859" actId="164"/>
          <ac:spMkLst>
            <pc:docMk/>
            <pc:sldMk cId="707364746" sldId="266"/>
            <ac:spMk id="40" creationId="{7C7A535A-799F-4FB1-847E-D2CA13D3DB8F}"/>
          </ac:spMkLst>
        </pc:spChg>
        <pc:spChg chg="add mod">
          <ac:chgData name="Martin Hardy" userId="18c45b91-9529-4376-afee-15439663c977" providerId="ADAL" clId="{46EEA9B8-EF0A-4810-9588-DABE37A8F12D}" dt="2021-09-02T15:34:52.278" v="919" actId="13926"/>
          <ac:spMkLst>
            <pc:docMk/>
            <pc:sldMk cId="707364746" sldId="266"/>
            <ac:spMk id="41" creationId="{5D1FD84F-0BF4-4AA1-82AF-66C9643AFEBC}"/>
          </ac:spMkLst>
        </pc:spChg>
        <pc:spChg chg="mod topLvl">
          <ac:chgData name="Martin Hardy" userId="18c45b91-9529-4376-afee-15439663c977" providerId="ADAL" clId="{46EEA9B8-EF0A-4810-9588-DABE37A8F12D}" dt="2021-09-02T15:37:55.450" v="967" actId="164"/>
          <ac:spMkLst>
            <pc:docMk/>
            <pc:sldMk cId="707364746" sldId="266"/>
            <ac:spMk id="43" creationId="{0F20A662-963A-4DDD-A2F0-12F8E62DFE54}"/>
          </ac:spMkLst>
        </pc:spChg>
        <pc:spChg chg="mod topLvl">
          <ac:chgData name="Martin Hardy" userId="18c45b91-9529-4376-afee-15439663c977" providerId="ADAL" clId="{46EEA9B8-EF0A-4810-9588-DABE37A8F12D}" dt="2021-09-02T15:37:55.450" v="967" actId="164"/>
          <ac:spMkLst>
            <pc:docMk/>
            <pc:sldMk cId="707364746" sldId="266"/>
            <ac:spMk id="44" creationId="{04E5E74D-70DE-4E19-8753-BD9C364063B5}"/>
          </ac:spMkLst>
        </pc:spChg>
        <pc:spChg chg="del mod topLvl">
          <ac:chgData name="Martin Hardy" userId="18c45b91-9529-4376-afee-15439663c977" providerId="ADAL" clId="{46EEA9B8-EF0A-4810-9588-DABE37A8F12D}" dt="2021-09-02T15:33:06.803" v="872" actId="478"/>
          <ac:spMkLst>
            <pc:docMk/>
            <pc:sldMk cId="707364746" sldId="266"/>
            <ac:spMk id="45" creationId="{FE41DE8A-4D49-44FE-BAC9-40F436F48934}"/>
          </ac:spMkLst>
        </pc:spChg>
        <pc:spChg chg="mod topLvl">
          <ac:chgData name="Martin Hardy" userId="18c45b91-9529-4376-afee-15439663c977" providerId="ADAL" clId="{46EEA9B8-EF0A-4810-9588-DABE37A8F12D}" dt="2021-09-02T15:37:55.450" v="967" actId="164"/>
          <ac:spMkLst>
            <pc:docMk/>
            <pc:sldMk cId="707364746" sldId="266"/>
            <ac:spMk id="47" creationId="{7E393E8C-7DAE-4D85-AF05-F4D5C2E12F0B}"/>
          </ac:spMkLst>
        </pc:spChg>
        <pc:spChg chg="mod topLvl">
          <ac:chgData name="Martin Hardy" userId="18c45b91-9529-4376-afee-15439663c977" providerId="ADAL" clId="{46EEA9B8-EF0A-4810-9588-DABE37A8F12D}" dt="2021-09-02T15:37:55.450" v="967" actId="164"/>
          <ac:spMkLst>
            <pc:docMk/>
            <pc:sldMk cId="707364746" sldId="266"/>
            <ac:spMk id="48" creationId="{658210C1-C564-4AF0-ADCB-03197C12BD33}"/>
          </ac:spMkLst>
        </pc:spChg>
        <pc:spChg chg="mod topLvl">
          <ac:chgData name="Martin Hardy" userId="18c45b91-9529-4376-afee-15439663c977" providerId="ADAL" clId="{46EEA9B8-EF0A-4810-9588-DABE37A8F12D}" dt="2021-09-02T15:37:55.450" v="967" actId="164"/>
          <ac:spMkLst>
            <pc:docMk/>
            <pc:sldMk cId="707364746" sldId="266"/>
            <ac:spMk id="49" creationId="{45399429-BBE2-4E81-894C-E534579F1268}"/>
          </ac:spMkLst>
        </pc:spChg>
        <pc:spChg chg="mod topLvl">
          <ac:chgData name="Martin Hardy" userId="18c45b91-9529-4376-afee-15439663c977" providerId="ADAL" clId="{46EEA9B8-EF0A-4810-9588-DABE37A8F12D}" dt="2021-09-02T15:37:55.450" v="967" actId="164"/>
          <ac:spMkLst>
            <pc:docMk/>
            <pc:sldMk cId="707364746" sldId="266"/>
            <ac:spMk id="50" creationId="{3378F47F-79C6-4C9B-93BE-4546E2136567}"/>
          </ac:spMkLst>
        </pc:spChg>
        <pc:spChg chg="mod topLvl">
          <ac:chgData name="Martin Hardy" userId="18c45b91-9529-4376-afee-15439663c977" providerId="ADAL" clId="{46EEA9B8-EF0A-4810-9588-DABE37A8F12D}" dt="2021-09-02T15:37:55.450" v="967" actId="164"/>
          <ac:spMkLst>
            <pc:docMk/>
            <pc:sldMk cId="707364746" sldId="266"/>
            <ac:spMk id="51" creationId="{50C29C81-73AB-4326-9756-08E8817BFA3B}"/>
          </ac:spMkLst>
        </pc:spChg>
        <pc:grpChg chg="add mod">
          <ac:chgData name="Martin Hardy" userId="18c45b91-9529-4376-afee-15439663c977" providerId="ADAL" clId="{46EEA9B8-EF0A-4810-9588-DABE37A8F12D}" dt="2021-09-02T15:32:00.516" v="863" actId="1076"/>
          <ac:grpSpMkLst>
            <pc:docMk/>
            <pc:sldMk cId="707364746" sldId="266"/>
            <ac:grpSpMk id="5" creationId="{A44D186B-D437-4597-A3A9-69B4799E931B}"/>
          </ac:grpSpMkLst>
        </pc:grpChg>
        <pc:grpChg chg="add mod">
          <ac:chgData name="Martin Hardy" userId="18c45b91-9529-4376-afee-15439663c977" providerId="ADAL" clId="{46EEA9B8-EF0A-4810-9588-DABE37A8F12D}" dt="2021-09-02T15:31:57.837" v="862" actId="1076"/>
          <ac:grpSpMkLst>
            <pc:docMk/>
            <pc:sldMk cId="707364746" sldId="266"/>
            <ac:grpSpMk id="6" creationId="{97919585-C17C-4857-8932-EC287AB6CD6E}"/>
          </ac:grpSpMkLst>
        </pc:grpChg>
        <pc:grpChg chg="add mod">
          <ac:chgData name="Martin Hardy" userId="18c45b91-9529-4376-afee-15439663c977" providerId="ADAL" clId="{46EEA9B8-EF0A-4810-9588-DABE37A8F12D}" dt="2021-09-02T15:37:55.450" v="967" actId="164"/>
          <ac:grpSpMkLst>
            <pc:docMk/>
            <pc:sldMk cId="707364746" sldId="266"/>
            <ac:grpSpMk id="9" creationId="{13E3DF09-025C-4B2D-A2C4-B50E91C5AB77}"/>
          </ac:grpSpMkLst>
        </pc:grpChg>
        <pc:grpChg chg="del">
          <ac:chgData name="Martin Hardy" userId="18c45b91-9529-4376-afee-15439663c977" providerId="ADAL" clId="{46EEA9B8-EF0A-4810-9588-DABE37A8F12D}" dt="2021-09-02T15:26:11.510" v="751" actId="165"/>
          <ac:grpSpMkLst>
            <pc:docMk/>
            <pc:sldMk cId="707364746" sldId="266"/>
            <ac:grpSpMk id="23" creationId="{A8258490-0010-4545-B00F-6DEF8C796A37}"/>
          </ac:grpSpMkLst>
        </pc:grpChg>
        <pc:grpChg chg="add del mod">
          <ac:chgData name="Martin Hardy" userId="18c45b91-9529-4376-afee-15439663c977" providerId="ADAL" clId="{46EEA9B8-EF0A-4810-9588-DABE37A8F12D}" dt="2021-09-02T15:32:31.948" v="869" actId="165"/>
          <ac:grpSpMkLst>
            <pc:docMk/>
            <pc:sldMk cId="707364746" sldId="266"/>
            <ac:grpSpMk id="42" creationId="{4BD91DE0-FD9B-483E-8457-5DACD665D2DD}"/>
          </ac:grpSpMkLst>
        </pc:grpChg>
        <pc:grpChg chg="add del mod">
          <ac:chgData name="Martin Hardy" userId="18c45b91-9529-4376-afee-15439663c977" providerId="ADAL" clId="{46EEA9B8-EF0A-4810-9588-DABE37A8F12D}" dt="2021-09-02T15:32:28.892" v="868" actId="165"/>
          <ac:grpSpMkLst>
            <pc:docMk/>
            <pc:sldMk cId="707364746" sldId="266"/>
            <ac:grpSpMk id="46" creationId="{E25E7A70-4567-4727-964C-7D4AD9A5358B}"/>
          </ac:grpSpMkLst>
        </pc:grpChg>
        <pc:picChg chg="del">
          <ac:chgData name="Martin Hardy" userId="18c45b91-9529-4376-afee-15439663c977" providerId="ADAL" clId="{46EEA9B8-EF0A-4810-9588-DABE37A8F12D}" dt="2021-09-02T14:57:20.376" v="743" actId="478"/>
          <ac:picMkLst>
            <pc:docMk/>
            <pc:sldMk cId="707364746" sldId="266"/>
            <ac:picMk id="7" creationId="{31849CD1-8653-4DC3-AC08-B1D46F55D533}"/>
          </ac:picMkLst>
        </pc:picChg>
      </pc:sldChg>
      <pc:sldChg chg="addSp modSp add mod">
        <pc:chgData name="Martin Hardy" userId="18c45b91-9529-4376-afee-15439663c977" providerId="ADAL" clId="{46EEA9B8-EF0A-4810-9588-DABE37A8F12D}" dt="2021-09-02T15:38:47.423" v="972" actId="164"/>
        <pc:sldMkLst>
          <pc:docMk/>
          <pc:sldMk cId="2548889798" sldId="267"/>
        </pc:sldMkLst>
        <pc:spChg chg="mod">
          <ac:chgData name="Martin Hardy" userId="18c45b91-9529-4376-afee-15439663c977" providerId="ADAL" clId="{46EEA9B8-EF0A-4810-9588-DABE37A8F12D}" dt="2021-09-02T15:36:27.675" v="966" actId="20577"/>
          <ac:spMkLst>
            <pc:docMk/>
            <pc:sldMk cId="2548889798" sldId="267"/>
            <ac:spMk id="21" creationId="{F6259569-0128-4E61-A070-8F93357A5E5F}"/>
          </ac:spMkLst>
        </pc:spChg>
        <pc:spChg chg="add mod">
          <ac:chgData name="Martin Hardy" userId="18c45b91-9529-4376-afee-15439663c977" providerId="ADAL" clId="{46EEA9B8-EF0A-4810-9588-DABE37A8F12D}" dt="2021-09-02T15:38:18.969" v="968" actId="164"/>
          <ac:spMkLst>
            <pc:docMk/>
            <pc:sldMk cId="2548889798" sldId="267"/>
            <ac:spMk id="23" creationId="{3243BF4C-C8C4-4104-9509-4E53FEC5CE43}"/>
          </ac:spMkLst>
        </pc:spChg>
        <pc:spChg chg="add mod ord">
          <ac:chgData name="Martin Hardy" userId="18c45b91-9529-4376-afee-15439663c977" providerId="ADAL" clId="{46EEA9B8-EF0A-4810-9588-DABE37A8F12D}" dt="2021-09-02T15:36:18.523" v="942" actId="20577"/>
          <ac:spMkLst>
            <pc:docMk/>
            <pc:sldMk cId="2548889798" sldId="267"/>
            <ac:spMk id="24" creationId="{05A578BD-28E7-4DDC-AC1B-5A4866579647}"/>
          </ac:spMkLst>
        </pc:spChg>
        <pc:spChg chg="mod">
          <ac:chgData name="Martin Hardy" userId="18c45b91-9529-4376-afee-15439663c977" providerId="ADAL" clId="{46EEA9B8-EF0A-4810-9588-DABE37A8F12D}" dt="2021-09-02T15:34:45.663" v="918" actId="13926"/>
          <ac:spMkLst>
            <pc:docMk/>
            <pc:sldMk cId="2548889798" sldId="267"/>
            <ac:spMk id="33" creationId="{B9EA139C-5CAF-41E1-B8F7-32B689AE73BF}"/>
          </ac:spMkLst>
        </pc:spChg>
        <pc:spChg chg="mod">
          <ac:chgData name="Martin Hardy" userId="18c45b91-9529-4376-afee-15439663c977" providerId="ADAL" clId="{46EEA9B8-EF0A-4810-9588-DABE37A8F12D}" dt="2021-09-02T15:38:47.423" v="972" actId="164"/>
          <ac:spMkLst>
            <pc:docMk/>
            <pc:sldMk cId="2548889798" sldId="267"/>
            <ac:spMk id="34" creationId="{5B979B9B-4F07-47B0-BE5C-3F0A364F9F14}"/>
          </ac:spMkLst>
        </pc:spChg>
        <pc:spChg chg="mod">
          <ac:chgData name="Martin Hardy" userId="18c45b91-9529-4376-afee-15439663c977" providerId="ADAL" clId="{46EEA9B8-EF0A-4810-9588-DABE37A8F12D}" dt="2021-09-02T15:38:47.423" v="972" actId="164"/>
          <ac:spMkLst>
            <pc:docMk/>
            <pc:sldMk cId="2548889798" sldId="267"/>
            <ac:spMk id="39" creationId="{3DABB5ED-04E8-4A42-A76A-22C5064E9453}"/>
          </ac:spMkLst>
        </pc:spChg>
        <pc:spChg chg="mod">
          <ac:chgData name="Martin Hardy" userId="18c45b91-9529-4376-afee-15439663c977" providerId="ADAL" clId="{46EEA9B8-EF0A-4810-9588-DABE37A8F12D}" dt="2021-09-02T15:34:43.734" v="917" actId="13926"/>
          <ac:spMkLst>
            <pc:docMk/>
            <pc:sldMk cId="2548889798" sldId="267"/>
            <ac:spMk id="41" creationId="{5D1FD84F-0BF4-4AA1-82AF-66C9643AFEBC}"/>
          </ac:spMkLst>
        </pc:spChg>
        <pc:spChg chg="mod">
          <ac:chgData name="Martin Hardy" userId="18c45b91-9529-4376-afee-15439663c977" providerId="ADAL" clId="{46EEA9B8-EF0A-4810-9588-DABE37A8F12D}" dt="2021-09-02T15:38:18.969" v="968" actId="164"/>
          <ac:spMkLst>
            <pc:docMk/>
            <pc:sldMk cId="2548889798" sldId="267"/>
            <ac:spMk id="43" creationId="{0F20A662-963A-4DDD-A2F0-12F8E62DFE54}"/>
          </ac:spMkLst>
        </pc:spChg>
        <pc:spChg chg="mod">
          <ac:chgData name="Martin Hardy" userId="18c45b91-9529-4376-afee-15439663c977" providerId="ADAL" clId="{46EEA9B8-EF0A-4810-9588-DABE37A8F12D}" dt="2021-09-02T15:38:18.969" v="968" actId="164"/>
          <ac:spMkLst>
            <pc:docMk/>
            <pc:sldMk cId="2548889798" sldId="267"/>
            <ac:spMk id="44" creationId="{04E5E74D-70DE-4E19-8753-BD9C364063B5}"/>
          </ac:spMkLst>
        </pc:spChg>
        <pc:spChg chg="mod">
          <ac:chgData name="Martin Hardy" userId="18c45b91-9529-4376-afee-15439663c977" providerId="ADAL" clId="{46EEA9B8-EF0A-4810-9588-DABE37A8F12D}" dt="2021-09-02T15:38:18.969" v="968" actId="164"/>
          <ac:spMkLst>
            <pc:docMk/>
            <pc:sldMk cId="2548889798" sldId="267"/>
            <ac:spMk id="47" creationId="{7E393E8C-7DAE-4D85-AF05-F4D5C2E12F0B}"/>
          </ac:spMkLst>
        </pc:spChg>
        <pc:spChg chg="mod">
          <ac:chgData name="Martin Hardy" userId="18c45b91-9529-4376-afee-15439663c977" providerId="ADAL" clId="{46EEA9B8-EF0A-4810-9588-DABE37A8F12D}" dt="2021-09-02T15:38:18.969" v="968" actId="164"/>
          <ac:spMkLst>
            <pc:docMk/>
            <pc:sldMk cId="2548889798" sldId="267"/>
            <ac:spMk id="48" creationId="{658210C1-C564-4AF0-ADCB-03197C12BD33}"/>
          </ac:spMkLst>
        </pc:spChg>
        <pc:spChg chg="mod">
          <ac:chgData name="Martin Hardy" userId="18c45b91-9529-4376-afee-15439663c977" providerId="ADAL" clId="{46EEA9B8-EF0A-4810-9588-DABE37A8F12D}" dt="2021-09-02T15:38:18.969" v="968" actId="164"/>
          <ac:spMkLst>
            <pc:docMk/>
            <pc:sldMk cId="2548889798" sldId="267"/>
            <ac:spMk id="49" creationId="{45399429-BBE2-4E81-894C-E534579F1268}"/>
          </ac:spMkLst>
        </pc:spChg>
        <pc:spChg chg="mod">
          <ac:chgData name="Martin Hardy" userId="18c45b91-9529-4376-afee-15439663c977" providerId="ADAL" clId="{46EEA9B8-EF0A-4810-9588-DABE37A8F12D}" dt="2021-09-02T15:38:18.969" v="968" actId="164"/>
          <ac:spMkLst>
            <pc:docMk/>
            <pc:sldMk cId="2548889798" sldId="267"/>
            <ac:spMk id="50" creationId="{3378F47F-79C6-4C9B-93BE-4546E2136567}"/>
          </ac:spMkLst>
        </pc:spChg>
        <pc:spChg chg="mod">
          <ac:chgData name="Martin Hardy" userId="18c45b91-9529-4376-afee-15439663c977" providerId="ADAL" clId="{46EEA9B8-EF0A-4810-9588-DABE37A8F12D}" dt="2021-09-02T15:38:18.969" v="968" actId="164"/>
          <ac:spMkLst>
            <pc:docMk/>
            <pc:sldMk cId="2548889798" sldId="267"/>
            <ac:spMk id="51" creationId="{50C29C81-73AB-4326-9756-08E8817BFA3B}"/>
          </ac:spMkLst>
        </pc:spChg>
        <pc:grpChg chg="add mod">
          <ac:chgData name="Martin Hardy" userId="18c45b91-9529-4376-afee-15439663c977" providerId="ADAL" clId="{46EEA9B8-EF0A-4810-9588-DABE37A8F12D}" dt="2021-09-02T15:38:18.969" v="968" actId="164"/>
          <ac:grpSpMkLst>
            <pc:docMk/>
            <pc:sldMk cId="2548889798" sldId="267"/>
            <ac:grpSpMk id="2" creationId="{B257A625-BE4E-4C47-A10C-18CCE24D9293}"/>
          </ac:grpSpMkLst>
        </pc:grpChg>
        <pc:grpChg chg="add mod">
          <ac:chgData name="Martin Hardy" userId="18c45b91-9529-4376-afee-15439663c977" providerId="ADAL" clId="{46EEA9B8-EF0A-4810-9588-DABE37A8F12D}" dt="2021-09-02T15:38:47.423" v="972" actId="164"/>
          <ac:grpSpMkLst>
            <pc:docMk/>
            <pc:sldMk cId="2548889798" sldId="267"/>
            <ac:grpSpMk id="3" creationId="{19640427-FD71-4339-81F3-012091E13A8A}"/>
          </ac:grpSpMkLst>
        </pc:grpChg>
        <pc:grpChg chg="mod">
          <ac:chgData name="Martin Hardy" userId="18c45b91-9529-4376-afee-15439663c977" providerId="ADAL" clId="{46EEA9B8-EF0A-4810-9588-DABE37A8F12D}" dt="2021-09-02T15:38:35.320" v="969" actId="164"/>
          <ac:grpSpMkLst>
            <pc:docMk/>
            <pc:sldMk cId="2548889798" sldId="267"/>
            <ac:grpSpMk id="5" creationId="{A44D186B-D437-4597-A3A9-69B4799E931B}"/>
          </ac:grpSpMkLst>
        </pc:grpChg>
        <pc:grpChg chg="mod">
          <ac:chgData name="Martin Hardy" userId="18c45b91-9529-4376-afee-15439663c977" providerId="ADAL" clId="{46EEA9B8-EF0A-4810-9588-DABE37A8F12D}" dt="2021-09-02T15:38:35.320" v="969" actId="164"/>
          <ac:grpSpMkLst>
            <pc:docMk/>
            <pc:sldMk cId="2548889798" sldId="267"/>
            <ac:grpSpMk id="6" creationId="{97919585-C17C-4857-8932-EC287AB6CD6E}"/>
          </ac:grpSpMkLst>
        </pc:grpChg>
        <pc:grpChg chg="add mod">
          <ac:chgData name="Martin Hardy" userId="18c45b91-9529-4376-afee-15439663c977" providerId="ADAL" clId="{46EEA9B8-EF0A-4810-9588-DABE37A8F12D}" dt="2021-09-02T15:38:47.423" v="972" actId="164"/>
          <ac:grpSpMkLst>
            <pc:docMk/>
            <pc:sldMk cId="2548889798" sldId="267"/>
            <ac:grpSpMk id="7" creationId="{0FA8369E-1B29-4A46-907A-1106DC689737}"/>
          </ac:grpSpMkLst>
        </pc:grpChg>
      </pc:sldChg>
      <pc:sldChg chg="modSp add del mod">
        <pc:chgData name="Martin Hardy" userId="18c45b91-9529-4376-afee-15439663c977" providerId="ADAL" clId="{46EEA9B8-EF0A-4810-9588-DABE37A8F12D}" dt="2021-09-02T15:33:32.968" v="877" actId="47"/>
        <pc:sldMkLst>
          <pc:docMk/>
          <pc:sldMk cId="4226983106" sldId="267"/>
        </pc:sldMkLst>
        <pc:spChg chg="mod">
          <ac:chgData name="Martin Hardy" userId="18c45b91-9529-4376-afee-15439663c977" providerId="ADAL" clId="{46EEA9B8-EF0A-4810-9588-DABE37A8F12D}" dt="2021-09-02T14:57:48.641" v="748" actId="20577"/>
          <ac:spMkLst>
            <pc:docMk/>
            <pc:sldMk cId="4226983106" sldId="267"/>
            <ac:spMk id="21" creationId="{F6259569-0128-4E61-A070-8F93357A5E5F}"/>
          </ac:spMkLst>
        </pc:spChg>
      </pc:sldChg>
      <pc:sldMasterChg chg="modSp modSldLayout">
        <pc:chgData name="Martin Hardy" userId="18c45b91-9529-4376-afee-15439663c977" providerId="ADAL" clId="{46EEA9B8-EF0A-4810-9588-DABE37A8F12D}" dt="2021-09-02T14:38:18.895" v="481" actId="14100"/>
        <pc:sldMasterMkLst>
          <pc:docMk/>
          <pc:sldMasterMk cId="3896162266" sldId="2147483648"/>
        </pc:sldMasterMkLst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asterMk cId="3896162266" sldId="2147483648"/>
            <ac:spMk id="2" creationId="{61C34230-17AF-4244-AA69-8354F308FCBE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asterMk cId="3896162266" sldId="2147483648"/>
            <ac:spMk id="3" creationId="{7E5526FF-F47C-4A29-81CF-8C88D71119FD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asterMk cId="3896162266" sldId="2147483648"/>
            <ac:spMk id="4" creationId="{62748821-E5CA-482D-ADE5-AEBE2D6041C0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asterMk cId="3896162266" sldId="2147483648"/>
            <ac:spMk id="5" creationId="{B9E91C55-DF1D-4977-A654-36AD3F56C715}"/>
          </ac:spMkLst>
        </pc:spChg>
        <pc:spChg chg="mod">
          <ac:chgData name="Martin Hardy" userId="18c45b91-9529-4376-afee-15439663c977" providerId="ADAL" clId="{46EEA9B8-EF0A-4810-9588-DABE37A8F12D}" dt="2021-09-02T14:16:44.936" v="26"/>
          <ac:spMkLst>
            <pc:docMk/>
            <pc:sldMasterMk cId="3896162266" sldId="2147483648"/>
            <ac:spMk id="6" creationId="{A9EC08ED-B7EE-4401-87E7-B7CE3DFF625A}"/>
          </ac:spMkLst>
        </pc:spChg>
        <pc:sldLayoutChg chg="modSp">
          <pc:chgData name="Martin Hardy" userId="18c45b91-9529-4376-afee-15439663c977" providerId="ADAL" clId="{46EEA9B8-EF0A-4810-9588-DABE37A8F12D}" dt="2021-09-02T14:16:44.936" v="26"/>
          <pc:sldLayoutMkLst>
            <pc:docMk/>
            <pc:sldMasterMk cId="3896162266" sldId="2147483648"/>
            <pc:sldLayoutMk cId="1336932641" sldId="2147483649"/>
          </pc:sldLayoutMkLst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1336932641" sldId="2147483649"/>
              <ac:spMk id="2" creationId="{6EE92880-2C02-4A88-B434-126021AD75CB}"/>
            </ac:spMkLst>
          </pc:spChg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1336932641" sldId="2147483649"/>
              <ac:spMk id="3" creationId="{4EB48CD2-14F4-4304-891C-94C9D292DADE}"/>
            </ac:spMkLst>
          </pc:spChg>
        </pc:sldLayoutChg>
        <pc:sldLayoutChg chg="modSp">
          <pc:chgData name="Martin Hardy" userId="18c45b91-9529-4376-afee-15439663c977" providerId="ADAL" clId="{46EEA9B8-EF0A-4810-9588-DABE37A8F12D}" dt="2021-09-02T14:16:44.936" v="26"/>
          <pc:sldLayoutMkLst>
            <pc:docMk/>
            <pc:sldMasterMk cId="3896162266" sldId="2147483648"/>
            <pc:sldLayoutMk cId="989630860" sldId="2147483651"/>
          </pc:sldLayoutMkLst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989630860" sldId="2147483651"/>
              <ac:spMk id="2" creationId="{1F605287-8E19-4866-91AD-8FE164EE954B}"/>
            </ac:spMkLst>
          </pc:spChg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989630860" sldId="2147483651"/>
              <ac:spMk id="3" creationId="{78AF94D1-7326-4083-937F-C4A47E417291}"/>
            </ac:spMkLst>
          </pc:spChg>
        </pc:sldLayoutChg>
        <pc:sldLayoutChg chg="addSp delSp modSp mod">
          <pc:chgData name="Martin Hardy" userId="18c45b91-9529-4376-afee-15439663c977" providerId="ADAL" clId="{46EEA9B8-EF0A-4810-9588-DABE37A8F12D}" dt="2021-09-02T14:38:18.895" v="481" actId="14100"/>
          <pc:sldLayoutMkLst>
            <pc:docMk/>
            <pc:sldMasterMk cId="3896162266" sldId="2147483648"/>
            <pc:sldLayoutMk cId="3087212627" sldId="2147483652"/>
          </pc:sldLayoutMkLst>
          <pc:spChg chg="mod">
            <ac:chgData name="Martin Hardy" userId="18c45b91-9529-4376-afee-15439663c977" providerId="ADAL" clId="{46EEA9B8-EF0A-4810-9588-DABE37A8F12D}" dt="2021-09-02T14:22:59.306" v="184" actId="14100"/>
            <ac:spMkLst>
              <pc:docMk/>
              <pc:sldMasterMk cId="3896162266" sldId="2147483648"/>
              <pc:sldLayoutMk cId="3087212627" sldId="2147483652"/>
              <ac:spMk id="3" creationId="{60AF68B2-445E-429F-8078-1E47ABA52572}"/>
            </ac:spMkLst>
          </pc:spChg>
          <pc:spChg chg="mod">
            <ac:chgData name="Martin Hardy" userId="18c45b91-9529-4376-afee-15439663c977" providerId="ADAL" clId="{46EEA9B8-EF0A-4810-9588-DABE37A8F12D}" dt="2021-09-02T14:38:18.895" v="481" actId="14100"/>
            <ac:spMkLst>
              <pc:docMk/>
              <pc:sldMasterMk cId="3896162266" sldId="2147483648"/>
              <pc:sldLayoutMk cId="3087212627" sldId="2147483652"/>
              <ac:spMk id="4" creationId="{865164A6-00E6-4497-8FE8-6758A22E24FF}"/>
            </ac:spMkLst>
          </pc:spChg>
          <pc:spChg chg="add del">
            <ac:chgData name="Martin Hardy" userId="18c45b91-9529-4376-afee-15439663c977" providerId="ADAL" clId="{46EEA9B8-EF0A-4810-9588-DABE37A8F12D}" dt="2021-09-02T14:24:40.491" v="195" actId="11529"/>
            <ac:spMkLst>
              <pc:docMk/>
              <pc:sldMasterMk cId="3896162266" sldId="2147483648"/>
              <pc:sldLayoutMk cId="3087212627" sldId="2147483652"/>
              <ac:spMk id="8" creationId="{C693AF51-0193-4294-B110-E9CBBFD65265}"/>
            </ac:spMkLst>
          </pc:spChg>
          <pc:spChg chg="add del mod">
            <ac:chgData name="Martin Hardy" userId="18c45b91-9529-4376-afee-15439663c977" providerId="ADAL" clId="{46EEA9B8-EF0A-4810-9588-DABE37A8F12D}" dt="2021-09-02T14:37:35.150" v="473" actId="478"/>
            <ac:spMkLst>
              <pc:docMk/>
              <pc:sldMasterMk cId="3896162266" sldId="2147483648"/>
              <pc:sldLayoutMk cId="3087212627" sldId="2147483652"/>
              <ac:spMk id="9" creationId="{65BEF271-032F-499D-8175-0B3A962C8399}"/>
            </ac:spMkLst>
          </pc:spChg>
          <pc:spChg chg="add del">
            <ac:chgData name="Martin Hardy" userId="18c45b91-9529-4376-afee-15439663c977" providerId="ADAL" clId="{46EEA9B8-EF0A-4810-9588-DABE37A8F12D}" dt="2021-09-02T14:37:41.999" v="474" actId="11529"/>
            <ac:spMkLst>
              <pc:docMk/>
              <pc:sldMasterMk cId="3896162266" sldId="2147483648"/>
              <pc:sldLayoutMk cId="3087212627" sldId="2147483652"/>
              <ac:spMk id="10" creationId="{5582A0D0-CAAC-468E-980F-4053FC1C7C6F}"/>
            </ac:spMkLst>
          </pc:spChg>
          <pc:spChg chg="add del mod">
            <ac:chgData name="Martin Hardy" userId="18c45b91-9529-4376-afee-15439663c977" providerId="ADAL" clId="{46EEA9B8-EF0A-4810-9588-DABE37A8F12D}" dt="2021-09-02T14:38:15.726" v="480" actId="478"/>
            <ac:spMkLst>
              <pc:docMk/>
              <pc:sldMasterMk cId="3896162266" sldId="2147483648"/>
              <pc:sldLayoutMk cId="3087212627" sldId="2147483652"/>
              <ac:spMk id="11" creationId="{C6E6729C-31D4-4CE1-96D9-2AB53B72D395}"/>
            </ac:spMkLst>
          </pc:spChg>
        </pc:sldLayoutChg>
        <pc:sldLayoutChg chg="modSp">
          <pc:chgData name="Martin Hardy" userId="18c45b91-9529-4376-afee-15439663c977" providerId="ADAL" clId="{46EEA9B8-EF0A-4810-9588-DABE37A8F12D}" dt="2021-09-02T14:16:44.936" v="26"/>
          <pc:sldLayoutMkLst>
            <pc:docMk/>
            <pc:sldMasterMk cId="3896162266" sldId="2147483648"/>
            <pc:sldLayoutMk cId="1825898857" sldId="2147483653"/>
          </pc:sldLayoutMkLst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1825898857" sldId="2147483653"/>
              <ac:spMk id="2" creationId="{FFCA9553-3127-4E2E-8A72-73410D17BD3F}"/>
            </ac:spMkLst>
          </pc:spChg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1825898857" sldId="2147483653"/>
              <ac:spMk id="3" creationId="{CBE987DD-4D70-4202-8537-F1BD16B6DEF0}"/>
            </ac:spMkLst>
          </pc:spChg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1825898857" sldId="2147483653"/>
              <ac:spMk id="4" creationId="{D0E76966-7908-4D02-B741-FF93FDF52326}"/>
            </ac:spMkLst>
          </pc:spChg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1825898857" sldId="2147483653"/>
              <ac:spMk id="5" creationId="{92834402-A6E2-4C00-BD90-4AC3F15885CC}"/>
            </ac:spMkLst>
          </pc:spChg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1825898857" sldId="2147483653"/>
              <ac:spMk id="6" creationId="{298E63C7-3981-4AA5-A9A0-17E3F508E833}"/>
            </ac:spMkLst>
          </pc:spChg>
        </pc:sldLayoutChg>
        <pc:sldLayoutChg chg="modSp">
          <pc:chgData name="Martin Hardy" userId="18c45b91-9529-4376-afee-15439663c977" providerId="ADAL" clId="{46EEA9B8-EF0A-4810-9588-DABE37A8F12D}" dt="2021-09-02T14:16:44.936" v="26"/>
          <pc:sldLayoutMkLst>
            <pc:docMk/>
            <pc:sldMasterMk cId="3896162266" sldId="2147483648"/>
            <pc:sldLayoutMk cId="3949464323" sldId="2147483656"/>
          </pc:sldLayoutMkLst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3949464323" sldId="2147483656"/>
              <ac:spMk id="2" creationId="{13B860E0-00BF-4C71-B42E-FAAA8A264169}"/>
            </ac:spMkLst>
          </pc:spChg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3949464323" sldId="2147483656"/>
              <ac:spMk id="3" creationId="{4A3F4729-E6D0-4BD5-A442-E1E753A4DF8E}"/>
            </ac:spMkLst>
          </pc:spChg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3949464323" sldId="2147483656"/>
              <ac:spMk id="4" creationId="{97C56EBF-EEE7-470D-BACA-50B17E488232}"/>
            </ac:spMkLst>
          </pc:spChg>
        </pc:sldLayoutChg>
        <pc:sldLayoutChg chg="modSp">
          <pc:chgData name="Martin Hardy" userId="18c45b91-9529-4376-afee-15439663c977" providerId="ADAL" clId="{46EEA9B8-EF0A-4810-9588-DABE37A8F12D}" dt="2021-09-02T14:16:44.936" v="26"/>
          <pc:sldLayoutMkLst>
            <pc:docMk/>
            <pc:sldMasterMk cId="3896162266" sldId="2147483648"/>
            <pc:sldLayoutMk cId="2506648315" sldId="2147483657"/>
          </pc:sldLayoutMkLst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2506648315" sldId="2147483657"/>
              <ac:spMk id="2" creationId="{B9E91706-4575-4DBC-8BF6-0E96AEEAB773}"/>
            </ac:spMkLst>
          </pc:spChg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2506648315" sldId="2147483657"/>
              <ac:spMk id="3" creationId="{DB72F5E0-2630-4A6A-A9CC-508037DBE987}"/>
            </ac:spMkLst>
          </pc:spChg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2506648315" sldId="2147483657"/>
              <ac:spMk id="4" creationId="{8D5D4653-F38E-4CDF-A4E5-4194D8B7BB34}"/>
            </ac:spMkLst>
          </pc:spChg>
        </pc:sldLayoutChg>
        <pc:sldLayoutChg chg="modSp">
          <pc:chgData name="Martin Hardy" userId="18c45b91-9529-4376-afee-15439663c977" providerId="ADAL" clId="{46EEA9B8-EF0A-4810-9588-DABE37A8F12D}" dt="2021-09-02T14:16:44.936" v="26"/>
          <pc:sldLayoutMkLst>
            <pc:docMk/>
            <pc:sldMasterMk cId="3896162266" sldId="2147483648"/>
            <pc:sldLayoutMk cId="4223727136" sldId="2147483659"/>
          </pc:sldLayoutMkLst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4223727136" sldId="2147483659"/>
              <ac:spMk id="2" creationId="{F873E1C1-FC3F-42D2-908F-86CE13BC11ED}"/>
            </ac:spMkLst>
          </pc:spChg>
          <pc:spChg chg="mod">
            <ac:chgData name="Martin Hardy" userId="18c45b91-9529-4376-afee-15439663c977" providerId="ADAL" clId="{46EEA9B8-EF0A-4810-9588-DABE37A8F12D}" dt="2021-09-02T14:16:44.936" v="26"/>
            <ac:spMkLst>
              <pc:docMk/>
              <pc:sldMasterMk cId="3896162266" sldId="2147483648"/>
              <pc:sldLayoutMk cId="4223727136" sldId="2147483659"/>
              <ac:spMk id="3" creationId="{921D59C8-51C7-425B-A6B3-E7D8DD8C5540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5A7214-5B01-4763-BD18-DBADCB84FBE6}" type="doc">
      <dgm:prSet loTypeId="urn:microsoft.com/office/officeart/2005/8/layout/lProcess2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fr-CA"/>
        </a:p>
      </dgm:t>
    </dgm:pt>
    <dgm:pt modelId="{9AEF2441-14DC-4D8C-A5A5-E56F5FFD91B3}">
      <dgm:prSet/>
      <dgm:spPr/>
      <dgm:t>
        <a:bodyPr/>
        <a:lstStyle/>
        <a:p>
          <a:r>
            <a:rPr lang="fr-CA" dirty="0"/>
            <a:t>RMAN</a:t>
          </a:r>
        </a:p>
      </dgm:t>
    </dgm:pt>
    <dgm:pt modelId="{1299FC6E-88EC-4419-A990-664DD61381E9}" type="parTrans" cxnId="{780AAACB-360C-4797-925D-F6A25909ABA8}">
      <dgm:prSet/>
      <dgm:spPr/>
      <dgm:t>
        <a:bodyPr/>
        <a:lstStyle/>
        <a:p>
          <a:endParaRPr lang="fr-CA"/>
        </a:p>
      </dgm:t>
    </dgm:pt>
    <dgm:pt modelId="{823DFD08-D1D2-4FEC-8D17-8A9C941E5D8B}" type="sibTrans" cxnId="{780AAACB-360C-4797-925D-F6A25909ABA8}">
      <dgm:prSet/>
      <dgm:spPr/>
      <dgm:t>
        <a:bodyPr/>
        <a:lstStyle/>
        <a:p>
          <a:endParaRPr lang="fr-CA"/>
        </a:p>
      </dgm:t>
    </dgm:pt>
    <dgm:pt modelId="{6F20E122-484C-4324-806F-A0804996C105}">
      <dgm:prSet/>
      <dgm:spPr/>
      <dgm:t>
        <a:bodyPr/>
        <a:lstStyle/>
        <a:p>
          <a:r>
            <a:rPr lang="fr-CA" dirty="0"/>
            <a:t>SQL*Loader</a:t>
          </a:r>
        </a:p>
      </dgm:t>
    </dgm:pt>
    <dgm:pt modelId="{87DD0F6C-7D45-4031-BB26-C81FBB1FACFA}" type="parTrans" cxnId="{A013405F-7E31-4E2E-91DA-F017AF76CAF6}">
      <dgm:prSet/>
      <dgm:spPr/>
      <dgm:t>
        <a:bodyPr/>
        <a:lstStyle/>
        <a:p>
          <a:endParaRPr lang="fr-CA"/>
        </a:p>
      </dgm:t>
    </dgm:pt>
    <dgm:pt modelId="{D8F9F157-60DC-4E47-A0C0-F57E93F8C819}" type="sibTrans" cxnId="{A013405F-7E31-4E2E-91DA-F017AF76CAF6}">
      <dgm:prSet/>
      <dgm:spPr/>
      <dgm:t>
        <a:bodyPr/>
        <a:lstStyle/>
        <a:p>
          <a:endParaRPr lang="fr-CA"/>
        </a:p>
      </dgm:t>
    </dgm:pt>
    <dgm:pt modelId="{658AA60D-67FC-4063-99D8-7453F722D815}">
      <dgm:prSet/>
      <dgm:spPr/>
      <dgm:t>
        <a:bodyPr/>
        <a:lstStyle/>
        <a:p>
          <a:r>
            <a:rPr lang="fr-CA" dirty="0"/>
            <a:t>Data </a:t>
          </a:r>
          <a:r>
            <a:rPr lang="fr-CA" dirty="0" err="1"/>
            <a:t>Pump</a:t>
          </a:r>
          <a:endParaRPr lang="fr-CA" dirty="0"/>
        </a:p>
      </dgm:t>
    </dgm:pt>
    <dgm:pt modelId="{47E053D3-1EE1-4BD9-A8CB-464720FC3AC4}" type="parTrans" cxnId="{7395353E-7DC9-4729-B447-EF47E3E6D72E}">
      <dgm:prSet/>
      <dgm:spPr/>
      <dgm:t>
        <a:bodyPr/>
        <a:lstStyle/>
        <a:p>
          <a:endParaRPr lang="fr-CA"/>
        </a:p>
      </dgm:t>
    </dgm:pt>
    <dgm:pt modelId="{87E700E8-5BF6-4B30-BFC4-FE1F87DE3369}" type="sibTrans" cxnId="{7395353E-7DC9-4729-B447-EF47E3E6D72E}">
      <dgm:prSet/>
      <dgm:spPr/>
      <dgm:t>
        <a:bodyPr/>
        <a:lstStyle/>
        <a:p>
          <a:endParaRPr lang="fr-CA"/>
        </a:p>
      </dgm:t>
    </dgm:pt>
    <dgm:pt modelId="{96775323-7E24-4F0E-A5D4-B757ED1F6884}">
      <dgm:prSet/>
      <dgm:spPr/>
      <dgm:t>
        <a:bodyPr/>
        <a:lstStyle/>
        <a:p>
          <a:r>
            <a:rPr lang="fr-CA" dirty="0"/>
            <a:t>Gestionnaire de sauvegarde de BD</a:t>
          </a:r>
        </a:p>
      </dgm:t>
    </dgm:pt>
    <dgm:pt modelId="{CC0AD7DE-BE3E-403E-9DFC-FE4515A8492A}" type="parTrans" cxnId="{FEA0D728-6BD0-42EC-91E2-023614BF9A28}">
      <dgm:prSet/>
      <dgm:spPr/>
      <dgm:t>
        <a:bodyPr/>
        <a:lstStyle/>
        <a:p>
          <a:endParaRPr lang="fr-CA"/>
        </a:p>
      </dgm:t>
    </dgm:pt>
    <dgm:pt modelId="{0549B344-8980-4B38-8BEF-B7AB8F7BD981}" type="sibTrans" cxnId="{FEA0D728-6BD0-42EC-91E2-023614BF9A28}">
      <dgm:prSet/>
      <dgm:spPr/>
      <dgm:t>
        <a:bodyPr/>
        <a:lstStyle/>
        <a:p>
          <a:endParaRPr lang="fr-CA"/>
        </a:p>
      </dgm:t>
    </dgm:pt>
    <dgm:pt modelId="{C1FD42C5-B06B-42F6-8B2D-D7EE0CAFDD57}">
      <dgm:prSet/>
      <dgm:spPr/>
      <dgm:t>
        <a:bodyPr/>
        <a:lstStyle/>
        <a:p>
          <a:r>
            <a:rPr lang="fr-CA" dirty="0"/>
            <a:t>Importation de données</a:t>
          </a:r>
        </a:p>
      </dgm:t>
    </dgm:pt>
    <dgm:pt modelId="{F9341809-AA38-4280-A218-6C4771096BA1}" type="parTrans" cxnId="{E3C0FCDE-A5FA-46D4-951F-DEED416A8D9E}">
      <dgm:prSet/>
      <dgm:spPr/>
      <dgm:t>
        <a:bodyPr/>
        <a:lstStyle/>
        <a:p>
          <a:endParaRPr lang="fr-CA"/>
        </a:p>
      </dgm:t>
    </dgm:pt>
    <dgm:pt modelId="{77F1E092-4F87-4585-9D77-8E1FCD2F6938}" type="sibTrans" cxnId="{E3C0FCDE-A5FA-46D4-951F-DEED416A8D9E}">
      <dgm:prSet/>
      <dgm:spPr/>
      <dgm:t>
        <a:bodyPr/>
        <a:lstStyle/>
        <a:p>
          <a:endParaRPr lang="fr-CA"/>
        </a:p>
      </dgm:t>
    </dgm:pt>
    <dgm:pt modelId="{C310FBD3-1D39-4F3D-A98E-8AD745CDA7D5}">
      <dgm:prSet/>
      <dgm:spPr/>
      <dgm:t>
        <a:bodyPr/>
        <a:lstStyle/>
        <a:p>
          <a:r>
            <a:rPr lang="fr-CA" dirty="0"/>
            <a:t>Nouvel outil</a:t>
          </a:r>
        </a:p>
      </dgm:t>
    </dgm:pt>
    <dgm:pt modelId="{14B7E875-F0E4-4080-B2BD-1FD675907705}" type="parTrans" cxnId="{F8BF896C-CC8E-43BC-82FE-8DAE239E5179}">
      <dgm:prSet/>
      <dgm:spPr/>
      <dgm:t>
        <a:bodyPr/>
        <a:lstStyle/>
        <a:p>
          <a:endParaRPr lang="fr-CA"/>
        </a:p>
      </dgm:t>
    </dgm:pt>
    <dgm:pt modelId="{DFA3A824-F457-4427-A3B4-6AA427707F17}" type="sibTrans" cxnId="{F8BF896C-CC8E-43BC-82FE-8DAE239E5179}">
      <dgm:prSet/>
      <dgm:spPr/>
      <dgm:t>
        <a:bodyPr/>
        <a:lstStyle/>
        <a:p>
          <a:endParaRPr lang="fr-CA"/>
        </a:p>
      </dgm:t>
    </dgm:pt>
    <dgm:pt modelId="{A091118B-C6F3-4667-ADEE-29B8667327F4}">
      <dgm:prSet/>
      <dgm:spPr/>
      <dgm:t>
        <a:bodyPr/>
        <a:lstStyle/>
        <a:p>
          <a:r>
            <a:rPr lang="fr-CA" dirty="0"/>
            <a:t>Importation et exportation d’objets BD et de données</a:t>
          </a:r>
        </a:p>
      </dgm:t>
    </dgm:pt>
    <dgm:pt modelId="{B8B8D1F0-D7BF-4284-9A64-E7519DA6EE3E}" type="parTrans" cxnId="{DA907415-35F7-4344-876A-771741105A03}">
      <dgm:prSet/>
      <dgm:spPr/>
      <dgm:t>
        <a:bodyPr/>
        <a:lstStyle/>
        <a:p>
          <a:endParaRPr lang="fr-CA"/>
        </a:p>
      </dgm:t>
    </dgm:pt>
    <dgm:pt modelId="{470BFBB9-9CA6-4A1C-8296-E950E89158BC}" type="sibTrans" cxnId="{DA907415-35F7-4344-876A-771741105A03}">
      <dgm:prSet/>
      <dgm:spPr/>
      <dgm:t>
        <a:bodyPr/>
        <a:lstStyle/>
        <a:p>
          <a:endParaRPr lang="fr-CA"/>
        </a:p>
      </dgm:t>
    </dgm:pt>
    <dgm:pt modelId="{8B56F3AE-15BA-4448-9EA6-F8F52853962F}" type="pres">
      <dgm:prSet presAssocID="{3B5A7214-5B01-4763-BD18-DBADCB84FBE6}" presName="theList" presStyleCnt="0">
        <dgm:presLayoutVars>
          <dgm:dir/>
          <dgm:animLvl val="lvl"/>
          <dgm:resizeHandles val="exact"/>
        </dgm:presLayoutVars>
      </dgm:prSet>
      <dgm:spPr/>
    </dgm:pt>
    <dgm:pt modelId="{DF7AB1D6-4E0A-4491-816A-9D5915594926}" type="pres">
      <dgm:prSet presAssocID="{9AEF2441-14DC-4D8C-A5A5-E56F5FFD91B3}" presName="compNode" presStyleCnt="0"/>
      <dgm:spPr/>
    </dgm:pt>
    <dgm:pt modelId="{109457AF-C6AE-4FF7-96AC-820545FDE6A3}" type="pres">
      <dgm:prSet presAssocID="{9AEF2441-14DC-4D8C-A5A5-E56F5FFD91B3}" presName="aNode" presStyleLbl="bgShp" presStyleIdx="0" presStyleCnt="3"/>
      <dgm:spPr/>
    </dgm:pt>
    <dgm:pt modelId="{B7C99E9E-092D-40D9-85A4-0BF2AF77A911}" type="pres">
      <dgm:prSet presAssocID="{9AEF2441-14DC-4D8C-A5A5-E56F5FFD91B3}" presName="textNode" presStyleLbl="bgShp" presStyleIdx="0" presStyleCnt="3"/>
      <dgm:spPr/>
    </dgm:pt>
    <dgm:pt modelId="{3681C4A1-ABE9-46C1-895C-7ED14B1F8D65}" type="pres">
      <dgm:prSet presAssocID="{9AEF2441-14DC-4D8C-A5A5-E56F5FFD91B3}" presName="compChildNode" presStyleCnt="0"/>
      <dgm:spPr/>
    </dgm:pt>
    <dgm:pt modelId="{9F8EEBF7-13BF-4E27-B1A9-CE16F3ACCF2B}" type="pres">
      <dgm:prSet presAssocID="{9AEF2441-14DC-4D8C-A5A5-E56F5FFD91B3}" presName="theInnerList" presStyleCnt="0"/>
      <dgm:spPr/>
    </dgm:pt>
    <dgm:pt modelId="{CA852FE2-C4AD-4B3F-AD59-6837F9943784}" type="pres">
      <dgm:prSet presAssocID="{96775323-7E24-4F0E-A5D4-B757ED1F6884}" presName="childNode" presStyleLbl="node1" presStyleIdx="0" presStyleCnt="4">
        <dgm:presLayoutVars>
          <dgm:bulletEnabled val="1"/>
        </dgm:presLayoutVars>
      </dgm:prSet>
      <dgm:spPr/>
    </dgm:pt>
    <dgm:pt modelId="{9DFDBCF1-5315-4E6F-8439-75B90F98C0A5}" type="pres">
      <dgm:prSet presAssocID="{9AEF2441-14DC-4D8C-A5A5-E56F5FFD91B3}" presName="aSpace" presStyleCnt="0"/>
      <dgm:spPr/>
    </dgm:pt>
    <dgm:pt modelId="{B68D9497-77C7-4687-8A0A-9FAC3D13FC99}" type="pres">
      <dgm:prSet presAssocID="{6F20E122-484C-4324-806F-A0804996C105}" presName="compNode" presStyleCnt="0"/>
      <dgm:spPr/>
    </dgm:pt>
    <dgm:pt modelId="{6489CDEF-A35D-4EE9-AB6B-D72284020F34}" type="pres">
      <dgm:prSet presAssocID="{6F20E122-484C-4324-806F-A0804996C105}" presName="aNode" presStyleLbl="bgShp" presStyleIdx="1" presStyleCnt="3"/>
      <dgm:spPr/>
    </dgm:pt>
    <dgm:pt modelId="{14F30405-C8D3-4243-A011-B446006F7E9E}" type="pres">
      <dgm:prSet presAssocID="{6F20E122-484C-4324-806F-A0804996C105}" presName="textNode" presStyleLbl="bgShp" presStyleIdx="1" presStyleCnt="3"/>
      <dgm:spPr/>
    </dgm:pt>
    <dgm:pt modelId="{DB51BE2B-5F6B-440A-88B4-A519AF8CF515}" type="pres">
      <dgm:prSet presAssocID="{6F20E122-484C-4324-806F-A0804996C105}" presName="compChildNode" presStyleCnt="0"/>
      <dgm:spPr/>
    </dgm:pt>
    <dgm:pt modelId="{6FE4AE73-B0B0-4CBA-83C9-55676875EB4B}" type="pres">
      <dgm:prSet presAssocID="{6F20E122-484C-4324-806F-A0804996C105}" presName="theInnerList" presStyleCnt="0"/>
      <dgm:spPr/>
    </dgm:pt>
    <dgm:pt modelId="{10C94A0B-6907-45B7-920A-077028AA4D17}" type="pres">
      <dgm:prSet presAssocID="{C1FD42C5-B06B-42F6-8B2D-D7EE0CAFDD57}" presName="childNode" presStyleLbl="node1" presStyleIdx="1" presStyleCnt="4">
        <dgm:presLayoutVars>
          <dgm:bulletEnabled val="1"/>
        </dgm:presLayoutVars>
      </dgm:prSet>
      <dgm:spPr/>
    </dgm:pt>
    <dgm:pt modelId="{7666610E-95FD-43CD-9A46-8647C19B664F}" type="pres">
      <dgm:prSet presAssocID="{6F20E122-484C-4324-806F-A0804996C105}" presName="aSpace" presStyleCnt="0"/>
      <dgm:spPr/>
    </dgm:pt>
    <dgm:pt modelId="{FBCAE670-1F7B-4573-BE69-2F30A8483B50}" type="pres">
      <dgm:prSet presAssocID="{658AA60D-67FC-4063-99D8-7453F722D815}" presName="compNode" presStyleCnt="0"/>
      <dgm:spPr/>
    </dgm:pt>
    <dgm:pt modelId="{6B683CAE-6AA7-427E-8D15-EA7392D42D65}" type="pres">
      <dgm:prSet presAssocID="{658AA60D-67FC-4063-99D8-7453F722D815}" presName="aNode" presStyleLbl="bgShp" presStyleIdx="2" presStyleCnt="3"/>
      <dgm:spPr/>
    </dgm:pt>
    <dgm:pt modelId="{4BC1F8A7-4474-42ED-ABC8-2861345524B9}" type="pres">
      <dgm:prSet presAssocID="{658AA60D-67FC-4063-99D8-7453F722D815}" presName="textNode" presStyleLbl="bgShp" presStyleIdx="2" presStyleCnt="3"/>
      <dgm:spPr/>
    </dgm:pt>
    <dgm:pt modelId="{39590FEC-EE4F-4000-9A95-DA0EED7B94E0}" type="pres">
      <dgm:prSet presAssocID="{658AA60D-67FC-4063-99D8-7453F722D815}" presName="compChildNode" presStyleCnt="0"/>
      <dgm:spPr/>
    </dgm:pt>
    <dgm:pt modelId="{15E7532C-07BC-41B0-A02D-096D1C22C98A}" type="pres">
      <dgm:prSet presAssocID="{658AA60D-67FC-4063-99D8-7453F722D815}" presName="theInnerList" presStyleCnt="0"/>
      <dgm:spPr/>
    </dgm:pt>
    <dgm:pt modelId="{1ADB81D5-7147-4CB8-8D57-D337032B1F73}" type="pres">
      <dgm:prSet presAssocID="{C310FBD3-1D39-4F3D-A98E-8AD745CDA7D5}" presName="childNode" presStyleLbl="node1" presStyleIdx="2" presStyleCnt="4">
        <dgm:presLayoutVars>
          <dgm:bulletEnabled val="1"/>
        </dgm:presLayoutVars>
      </dgm:prSet>
      <dgm:spPr/>
    </dgm:pt>
    <dgm:pt modelId="{5C18AE9B-18A5-460F-8A89-60EC6BBBFEB4}" type="pres">
      <dgm:prSet presAssocID="{C310FBD3-1D39-4F3D-A98E-8AD745CDA7D5}" presName="aSpace2" presStyleCnt="0"/>
      <dgm:spPr/>
    </dgm:pt>
    <dgm:pt modelId="{3A588A3E-0D60-44AC-8919-18511E3A838C}" type="pres">
      <dgm:prSet presAssocID="{A091118B-C6F3-4667-ADEE-29B8667327F4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80D44504-B4CC-4873-805B-451FB4112205}" type="presOf" srcId="{C310FBD3-1D39-4F3D-A98E-8AD745CDA7D5}" destId="{1ADB81D5-7147-4CB8-8D57-D337032B1F73}" srcOrd="0" destOrd="0" presId="urn:microsoft.com/office/officeart/2005/8/layout/lProcess2"/>
    <dgm:cxn modelId="{DA907415-35F7-4344-876A-771741105A03}" srcId="{658AA60D-67FC-4063-99D8-7453F722D815}" destId="{A091118B-C6F3-4667-ADEE-29B8667327F4}" srcOrd="1" destOrd="0" parTransId="{B8B8D1F0-D7BF-4284-9A64-E7519DA6EE3E}" sibTransId="{470BFBB9-9CA6-4A1C-8296-E950E89158BC}"/>
    <dgm:cxn modelId="{FEA0D728-6BD0-42EC-91E2-023614BF9A28}" srcId="{9AEF2441-14DC-4D8C-A5A5-E56F5FFD91B3}" destId="{96775323-7E24-4F0E-A5D4-B757ED1F6884}" srcOrd="0" destOrd="0" parTransId="{CC0AD7DE-BE3E-403E-9DFC-FE4515A8492A}" sibTransId="{0549B344-8980-4B38-8BEF-B7AB8F7BD981}"/>
    <dgm:cxn modelId="{7395353E-7DC9-4729-B447-EF47E3E6D72E}" srcId="{3B5A7214-5B01-4763-BD18-DBADCB84FBE6}" destId="{658AA60D-67FC-4063-99D8-7453F722D815}" srcOrd="2" destOrd="0" parTransId="{47E053D3-1EE1-4BD9-A8CB-464720FC3AC4}" sibTransId="{87E700E8-5BF6-4B30-BFC4-FE1F87DE3369}"/>
    <dgm:cxn modelId="{A013405F-7E31-4E2E-91DA-F017AF76CAF6}" srcId="{3B5A7214-5B01-4763-BD18-DBADCB84FBE6}" destId="{6F20E122-484C-4324-806F-A0804996C105}" srcOrd="1" destOrd="0" parTransId="{87DD0F6C-7D45-4031-BB26-C81FBB1FACFA}" sibTransId="{D8F9F157-60DC-4E47-A0C0-F57E93F8C819}"/>
    <dgm:cxn modelId="{F8BF896C-CC8E-43BC-82FE-8DAE239E5179}" srcId="{658AA60D-67FC-4063-99D8-7453F722D815}" destId="{C310FBD3-1D39-4F3D-A98E-8AD745CDA7D5}" srcOrd="0" destOrd="0" parTransId="{14B7E875-F0E4-4080-B2BD-1FD675907705}" sibTransId="{DFA3A824-F457-4427-A3B4-6AA427707F17}"/>
    <dgm:cxn modelId="{C507194F-8B1E-4110-A8A3-E3B50F96E44B}" type="presOf" srcId="{6F20E122-484C-4324-806F-A0804996C105}" destId="{14F30405-C8D3-4243-A011-B446006F7E9E}" srcOrd="1" destOrd="0" presId="urn:microsoft.com/office/officeart/2005/8/layout/lProcess2"/>
    <dgm:cxn modelId="{2709506F-39EA-4DD1-9B61-5667609E6B2E}" type="presOf" srcId="{96775323-7E24-4F0E-A5D4-B757ED1F6884}" destId="{CA852FE2-C4AD-4B3F-AD59-6837F9943784}" srcOrd="0" destOrd="0" presId="urn:microsoft.com/office/officeart/2005/8/layout/lProcess2"/>
    <dgm:cxn modelId="{DDA2B374-C4C7-4A5E-AA3D-05CFAB5D76E7}" type="presOf" srcId="{9AEF2441-14DC-4D8C-A5A5-E56F5FFD91B3}" destId="{109457AF-C6AE-4FF7-96AC-820545FDE6A3}" srcOrd="0" destOrd="0" presId="urn:microsoft.com/office/officeart/2005/8/layout/lProcess2"/>
    <dgm:cxn modelId="{B4804D80-8B10-485B-A3A3-C38FEFE2E013}" type="presOf" srcId="{C1FD42C5-B06B-42F6-8B2D-D7EE0CAFDD57}" destId="{10C94A0B-6907-45B7-920A-077028AA4D17}" srcOrd="0" destOrd="0" presId="urn:microsoft.com/office/officeart/2005/8/layout/lProcess2"/>
    <dgm:cxn modelId="{242E1F87-6B7E-48D5-B720-15A091EC703A}" type="presOf" srcId="{A091118B-C6F3-4667-ADEE-29B8667327F4}" destId="{3A588A3E-0D60-44AC-8919-18511E3A838C}" srcOrd="0" destOrd="0" presId="urn:microsoft.com/office/officeart/2005/8/layout/lProcess2"/>
    <dgm:cxn modelId="{2554F88F-89E8-479C-B06D-49B13B21E70B}" type="presOf" srcId="{658AA60D-67FC-4063-99D8-7453F722D815}" destId="{4BC1F8A7-4474-42ED-ABC8-2861345524B9}" srcOrd="1" destOrd="0" presId="urn:microsoft.com/office/officeart/2005/8/layout/lProcess2"/>
    <dgm:cxn modelId="{5016469A-05CE-456A-86E6-6D4B21DBFAB9}" type="presOf" srcId="{658AA60D-67FC-4063-99D8-7453F722D815}" destId="{6B683CAE-6AA7-427E-8D15-EA7392D42D65}" srcOrd="0" destOrd="0" presId="urn:microsoft.com/office/officeart/2005/8/layout/lProcess2"/>
    <dgm:cxn modelId="{DCD57FA8-7B6A-4115-B3EC-1ADFCC105EED}" type="presOf" srcId="{9AEF2441-14DC-4D8C-A5A5-E56F5FFD91B3}" destId="{B7C99E9E-092D-40D9-85A4-0BF2AF77A911}" srcOrd="1" destOrd="0" presId="urn:microsoft.com/office/officeart/2005/8/layout/lProcess2"/>
    <dgm:cxn modelId="{AA271AB8-B672-4744-9E4F-FA16C3FA4017}" type="presOf" srcId="{3B5A7214-5B01-4763-BD18-DBADCB84FBE6}" destId="{8B56F3AE-15BA-4448-9EA6-F8F52853962F}" srcOrd="0" destOrd="0" presId="urn:microsoft.com/office/officeart/2005/8/layout/lProcess2"/>
    <dgm:cxn modelId="{780AAACB-360C-4797-925D-F6A25909ABA8}" srcId="{3B5A7214-5B01-4763-BD18-DBADCB84FBE6}" destId="{9AEF2441-14DC-4D8C-A5A5-E56F5FFD91B3}" srcOrd="0" destOrd="0" parTransId="{1299FC6E-88EC-4419-A990-664DD61381E9}" sibTransId="{823DFD08-D1D2-4FEC-8D17-8A9C941E5D8B}"/>
    <dgm:cxn modelId="{E3C0FCDE-A5FA-46D4-951F-DEED416A8D9E}" srcId="{6F20E122-484C-4324-806F-A0804996C105}" destId="{C1FD42C5-B06B-42F6-8B2D-D7EE0CAFDD57}" srcOrd="0" destOrd="0" parTransId="{F9341809-AA38-4280-A218-6C4771096BA1}" sibTransId="{77F1E092-4F87-4585-9D77-8E1FCD2F6938}"/>
    <dgm:cxn modelId="{9F1C1EF3-8BFA-47FE-9A1A-D395A1D18657}" type="presOf" srcId="{6F20E122-484C-4324-806F-A0804996C105}" destId="{6489CDEF-A35D-4EE9-AB6B-D72284020F34}" srcOrd="0" destOrd="0" presId="urn:microsoft.com/office/officeart/2005/8/layout/lProcess2"/>
    <dgm:cxn modelId="{FF7970DF-721C-4AFD-B00A-F453549ED9A1}" type="presParOf" srcId="{8B56F3AE-15BA-4448-9EA6-F8F52853962F}" destId="{DF7AB1D6-4E0A-4491-816A-9D5915594926}" srcOrd="0" destOrd="0" presId="urn:microsoft.com/office/officeart/2005/8/layout/lProcess2"/>
    <dgm:cxn modelId="{9B4D3010-6998-4855-8DEC-ABBB91E587C7}" type="presParOf" srcId="{DF7AB1D6-4E0A-4491-816A-9D5915594926}" destId="{109457AF-C6AE-4FF7-96AC-820545FDE6A3}" srcOrd="0" destOrd="0" presId="urn:microsoft.com/office/officeart/2005/8/layout/lProcess2"/>
    <dgm:cxn modelId="{BD914FBA-1892-47D3-B34C-315FFD63943E}" type="presParOf" srcId="{DF7AB1D6-4E0A-4491-816A-9D5915594926}" destId="{B7C99E9E-092D-40D9-85A4-0BF2AF77A911}" srcOrd="1" destOrd="0" presId="urn:microsoft.com/office/officeart/2005/8/layout/lProcess2"/>
    <dgm:cxn modelId="{60BBE1CF-86BD-40A4-9DF9-B66F31CE7D45}" type="presParOf" srcId="{DF7AB1D6-4E0A-4491-816A-9D5915594926}" destId="{3681C4A1-ABE9-46C1-895C-7ED14B1F8D65}" srcOrd="2" destOrd="0" presId="urn:microsoft.com/office/officeart/2005/8/layout/lProcess2"/>
    <dgm:cxn modelId="{85073F7C-9D81-4D3B-8FBB-AF3000C0E1DF}" type="presParOf" srcId="{3681C4A1-ABE9-46C1-895C-7ED14B1F8D65}" destId="{9F8EEBF7-13BF-4E27-B1A9-CE16F3ACCF2B}" srcOrd="0" destOrd="0" presId="urn:microsoft.com/office/officeart/2005/8/layout/lProcess2"/>
    <dgm:cxn modelId="{F71C76D3-93C4-4136-ADC5-659F0294F120}" type="presParOf" srcId="{9F8EEBF7-13BF-4E27-B1A9-CE16F3ACCF2B}" destId="{CA852FE2-C4AD-4B3F-AD59-6837F9943784}" srcOrd="0" destOrd="0" presId="urn:microsoft.com/office/officeart/2005/8/layout/lProcess2"/>
    <dgm:cxn modelId="{BBF00629-B66A-467D-972E-12C8012D3688}" type="presParOf" srcId="{8B56F3AE-15BA-4448-9EA6-F8F52853962F}" destId="{9DFDBCF1-5315-4E6F-8439-75B90F98C0A5}" srcOrd="1" destOrd="0" presId="urn:microsoft.com/office/officeart/2005/8/layout/lProcess2"/>
    <dgm:cxn modelId="{6CF46301-8DEF-4734-850D-C6C506C16595}" type="presParOf" srcId="{8B56F3AE-15BA-4448-9EA6-F8F52853962F}" destId="{B68D9497-77C7-4687-8A0A-9FAC3D13FC99}" srcOrd="2" destOrd="0" presId="urn:microsoft.com/office/officeart/2005/8/layout/lProcess2"/>
    <dgm:cxn modelId="{C872A3FE-E536-49D5-8597-595CA8EAB0BB}" type="presParOf" srcId="{B68D9497-77C7-4687-8A0A-9FAC3D13FC99}" destId="{6489CDEF-A35D-4EE9-AB6B-D72284020F34}" srcOrd="0" destOrd="0" presId="urn:microsoft.com/office/officeart/2005/8/layout/lProcess2"/>
    <dgm:cxn modelId="{E028069F-FA40-471F-9BA8-95B89D41758B}" type="presParOf" srcId="{B68D9497-77C7-4687-8A0A-9FAC3D13FC99}" destId="{14F30405-C8D3-4243-A011-B446006F7E9E}" srcOrd="1" destOrd="0" presId="urn:microsoft.com/office/officeart/2005/8/layout/lProcess2"/>
    <dgm:cxn modelId="{E95B530F-3DA9-4230-B408-C52ADEA11881}" type="presParOf" srcId="{B68D9497-77C7-4687-8A0A-9FAC3D13FC99}" destId="{DB51BE2B-5F6B-440A-88B4-A519AF8CF515}" srcOrd="2" destOrd="0" presId="urn:microsoft.com/office/officeart/2005/8/layout/lProcess2"/>
    <dgm:cxn modelId="{F2D0885A-4A4B-44A9-9326-C9DA79167E51}" type="presParOf" srcId="{DB51BE2B-5F6B-440A-88B4-A519AF8CF515}" destId="{6FE4AE73-B0B0-4CBA-83C9-55676875EB4B}" srcOrd="0" destOrd="0" presId="urn:microsoft.com/office/officeart/2005/8/layout/lProcess2"/>
    <dgm:cxn modelId="{47D704C2-D88B-469D-8596-CC83EF0AB6B4}" type="presParOf" srcId="{6FE4AE73-B0B0-4CBA-83C9-55676875EB4B}" destId="{10C94A0B-6907-45B7-920A-077028AA4D17}" srcOrd="0" destOrd="0" presId="urn:microsoft.com/office/officeart/2005/8/layout/lProcess2"/>
    <dgm:cxn modelId="{30B6C3E6-1A82-45CB-AFEA-1F71CA73630F}" type="presParOf" srcId="{8B56F3AE-15BA-4448-9EA6-F8F52853962F}" destId="{7666610E-95FD-43CD-9A46-8647C19B664F}" srcOrd="3" destOrd="0" presId="urn:microsoft.com/office/officeart/2005/8/layout/lProcess2"/>
    <dgm:cxn modelId="{3DBA8D76-03AE-4F9F-B8A5-CA85598BC76B}" type="presParOf" srcId="{8B56F3AE-15BA-4448-9EA6-F8F52853962F}" destId="{FBCAE670-1F7B-4573-BE69-2F30A8483B50}" srcOrd="4" destOrd="0" presId="urn:microsoft.com/office/officeart/2005/8/layout/lProcess2"/>
    <dgm:cxn modelId="{C669813B-5377-4CB0-BD3C-70F186B237F1}" type="presParOf" srcId="{FBCAE670-1F7B-4573-BE69-2F30A8483B50}" destId="{6B683CAE-6AA7-427E-8D15-EA7392D42D65}" srcOrd="0" destOrd="0" presId="urn:microsoft.com/office/officeart/2005/8/layout/lProcess2"/>
    <dgm:cxn modelId="{91598E24-1F94-402F-BFE9-39C70447229A}" type="presParOf" srcId="{FBCAE670-1F7B-4573-BE69-2F30A8483B50}" destId="{4BC1F8A7-4474-42ED-ABC8-2861345524B9}" srcOrd="1" destOrd="0" presId="urn:microsoft.com/office/officeart/2005/8/layout/lProcess2"/>
    <dgm:cxn modelId="{CBF334E9-E0A0-43D9-BBBC-E438CEF0119C}" type="presParOf" srcId="{FBCAE670-1F7B-4573-BE69-2F30A8483B50}" destId="{39590FEC-EE4F-4000-9A95-DA0EED7B94E0}" srcOrd="2" destOrd="0" presId="urn:microsoft.com/office/officeart/2005/8/layout/lProcess2"/>
    <dgm:cxn modelId="{72B1058D-04BE-4E4A-A9B2-BC6899764BB8}" type="presParOf" srcId="{39590FEC-EE4F-4000-9A95-DA0EED7B94E0}" destId="{15E7532C-07BC-41B0-A02D-096D1C22C98A}" srcOrd="0" destOrd="0" presId="urn:microsoft.com/office/officeart/2005/8/layout/lProcess2"/>
    <dgm:cxn modelId="{8394005F-0821-4AB1-AE7F-753B3F2A8E24}" type="presParOf" srcId="{15E7532C-07BC-41B0-A02D-096D1C22C98A}" destId="{1ADB81D5-7147-4CB8-8D57-D337032B1F73}" srcOrd="0" destOrd="0" presId="urn:microsoft.com/office/officeart/2005/8/layout/lProcess2"/>
    <dgm:cxn modelId="{48D7E9EE-4734-4576-B99E-7071DC8E2767}" type="presParOf" srcId="{15E7532C-07BC-41B0-A02D-096D1C22C98A}" destId="{5C18AE9B-18A5-460F-8A89-60EC6BBBFEB4}" srcOrd="1" destOrd="0" presId="urn:microsoft.com/office/officeart/2005/8/layout/lProcess2"/>
    <dgm:cxn modelId="{A77D46B7-F739-48B5-BC25-32E0882F0ADC}" type="presParOf" srcId="{15E7532C-07BC-41B0-A02D-096D1C22C98A}" destId="{3A588A3E-0D60-44AC-8919-18511E3A838C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4C891E-0489-4494-990B-879B5691AAEF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922DCC2F-9C17-4F3D-98BE-067A061893B1}">
      <dgm:prSet/>
      <dgm:spPr/>
      <dgm:t>
        <a:bodyPr/>
        <a:lstStyle/>
        <a:p>
          <a:r>
            <a:rPr lang="fr-CA" dirty="0"/>
            <a:t>Types de sauvegardes</a:t>
          </a:r>
        </a:p>
      </dgm:t>
    </dgm:pt>
    <dgm:pt modelId="{F9B95991-938B-4AD0-88CC-7031A6F4EAFD}" type="parTrans" cxnId="{5B172F7C-0AD4-4117-BF5A-39A6F2D97A37}">
      <dgm:prSet/>
      <dgm:spPr/>
      <dgm:t>
        <a:bodyPr/>
        <a:lstStyle/>
        <a:p>
          <a:endParaRPr lang="fr-CA"/>
        </a:p>
      </dgm:t>
    </dgm:pt>
    <dgm:pt modelId="{A5C9597E-80A1-403D-9E2B-4158B43E389D}" type="sibTrans" cxnId="{5B172F7C-0AD4-4117-BF5A-39A6F2D97A37}">
      <dgm:prSet/>
      <dgm:spPr/>
      <dgm:t>
        <a:bodyPr/>
        <a:lstStyle/>
        <a:p>
          <a:endParaRPr lang="fr-CA"/>
        </a:p>
      </dgm:t>
    </dgm:pt>
    <dgm:pt modelId="{1EDB22F9-749A-4412-BF4C-70A23F03BB1E}">
      <dgm:prSet/>
      <dgm:spPr/>
      <dgm:t>
        <a:bodyPr/>
        <a:lstStyle/>
        <a:p>
          <a:r>
            <a:rPr lang="fr-CA" b="1" dirty="0"/>
            <a:t>COMPLÈTE </a:t>
          </a:r>
          <a:br>
            <a:rPr lang="fr-CA" b="1" dirty="0"/>
          </a:br>
          <a:r>
            <a:rPr lang="fr-CA" dirty="0"/>
            <a:t>on sauvegarde </a:t>
          </a:r>
          <a:r>
            <a:rPr lang="fr-CA" b="1" dirty="0"/>
            <a:t>toutes les données</a:t>
          </a:r>
          <a:endParaRPr lang="fr-CA" dirty="0"/>
        </a:p>
      </dgm:t>
    </dgm:pt>
    <dgm:pt modelId="{5EEA7E6C-2493-402B-B8F0-72C1AF27CE49}" type="parTrans" cxnId="{1A9F3F7A-F197-40F6-992E-55F56DEA9FA4}">
      <dgm:prSet/>
      <dgm:spPr/>
      <dgm:t>
        <a:bodyPr/>
        <a:lstStyle/>
        <a:p>
          <a:endParaRPr lang="fr-CA"/>
        </a:p>
      </dgm:t>
    </dgm:pt>
    <dgm:pt modelId="{FF8B0A02-A23A-437A-8F3A-DB350063C9DF}" type="sibTrans" cxnId="{1A9F3F7A-F197-40F6-992E-55F56DEA9FA4}">
      <dgm:prSet/>
      <dgm:spPr/>
      <dgm:t>
        <a:bodyPr/>
        <a:lstStyle/>
        <a:p>
          <a:endParaRPr lang="fr-CA"/>
        </a:p>
      </dgm:t>
    </dgm:pt>
    <dgm:pt modelId="{251F2E0E-DE2D-4898-89B2-61CB18AAD4A6}">
      <dgm:prSet/>
      <dgm:spPr/>
      <dgm:t>
        <a:bodyPr/>
        <a:lstStyle/>
        <a:p>
          <a:r>
            <a:rPr lang="fr-CA" b="1" dirty="0"/>
            <a:t>INCRÉMENTIELLE</a:t>
          </a:r>
        </a:p>
        <a:p>
          <a:r>
            <a:rPr lang="fr-CA" dirty="0"/>
            <a:t>on sauvegarde </a:t>
          </a:r>
          <a:r>
            <a:rPr lang="fr-CA" b="1" dirty="0"/>
            <a:t>uniquement</a:t>
          </a:r>
          <a:r>
            <a:rPr lang="fr-CA" dirty="0"/>
            <a:t> les </a:t>
          </a:r>
          <a:r>
            <a:rPr lang="fr-CA" b="1" dirty="0"/>
            <a:t>données modifiées… </a:t>
          </a:r>
          <a:endParaRPr lang="fr-CA" dirty="0"/>
        </a:p>
      </dgm:t>
    </dgm:pt>
    <dgm:pt modelId="{5937AA03-7141-41C3-A7FC-CE46015E5DFD}" type="parTrans" cxnId="{0BD1BA98-FC98-491E-8D06-70201671D139}">
      <dgm:prSet/>
      <dgm:spPr/>
      <dgm:t>
        <a:bodyPr/>
        <a:lstStyle/>
        <a:p>
          <a:endParaRPr lang="fr-CA"/>
        </a:p>
      </dgm:t>
    </dgm:pt>
    <dgm:pt modelId="{FBA3DD1A-8F97-4BED-A1C5-65DF70079497}" type="sibTrans" cxnId="{0BD1BA98-FC98-491E-8D06-70201671D139}">
      <dgm:prSet/>
      <dgm:spPr/>
      <dgm:t>
        <a:bodyPr/>
        <a:lstStyle/>
        <a:p>
          <a:endParaRPr lang="fr-CA"/>
        </a:p>
      </dgm:t>
    </dgm:pt>
    <dgm:pt modelId="{50BFE0D6-3E69-45A2-B19F-A80B316B2F79}">
      <dgm:prSet/>
      <dgm:spPr/>
      <dgm:t>
        <a:bodyPr/>
        <a:lstStyle/>
        <a:p>
          <a:r>
            <a:rPr lang="fr-CA" b="1" dirty="0"/>
            <a:t>DIFFÉRENTIELLE</a:t>
          </a:r>
          <a:br>
            <a:rPr lang="fr-CA" dirty="0"/>
          </a:br>
          <a:r>
            <a:rPr lang="fr-CA" dirty="0"/>
            <a:t>…depuis la dernière sauvegarde </a:t>
          </a:r>
          <a:r>
            <a:rPr lang="fr-CA" b="1" dirty="0"/>
            <a:t>complète</a:t>
          </a:r>
          <a:endParaRPr lang="fr-CA" dirty="0"/>
        </a:p>
      </dgm:t>
    </dgm:pt>
    <dgm:pt modelId="{3194C80C-1249-4F81-9150-E32D1EFF6A3C}" type="parTrans" cxnId="{82F1A5B2-8CB7-4A1A-B73A-ECA89C7943C7}">
      <dgm:prSet/>
      <dgm:spPr/>
      <dgm:t>
        <a:bodyPr/>
        <a:lstStyle/>
        <a:p>
          <a:endParaRPr lang="fr-CA"/>
        </a:p>
      </dgm:t>
    </dgm:pt>
    <dgm:pt modelId="{19EF626A-3D9E-45EE-A3A9-52CD4BC47B09}" type="sibTrans" cxnId="{82F1A5B2-8CB7-4A1A-B73A-ECA89C7943C7}">
      <dgm:prSet/>
      <dgm:spPr/>
      <dgm:t>
        <a:bodyPr/>
        <a:lstStyle/>
        <a:p>
          <a:endParaRPr lang="fr-CA"/>
        </a:p>
      </dgm:t>
    </dgm:pt>
    <dgm:pt modelId="{4A183E21-6096-4A51-9169-E72747DFDC9D}">
      <dgm:prSet/>
      <dgm:spPr/>
      <dgm:t>
        <a:bodyPr/>
        <a:lstStyle/>
        <a:p>
          <a:r>
            <a:rPr lang="fr-CA" b="1" dirty="0"/>
            <a:t>INCRÉMENTALE (CUMULATIVE)</a:t>
          </a:r>
          <a:br>
            <a:rPr lang="fr-CA" b="1" dirty="0"/>
          </a:br>
          <a:r>
            <a:rPr lang="fr-CA" dirty="0"/>
            <a:t>…depuis la dernière sauvegarde quel que soit son type</a:t>
          </a:r>
        </a:p>
      </dgm:t>
    </dgm:pt>
    <dgm:pt modelId="{3A155CC5-1029-427A-912B-7589FF8E0FDC}" type="parTrans" cxnId="{8C8D9738-7EBC-4FA1-8E6D-6BF03336263B}">
      <dgm:prSet/>
      <dgm:spPr/>
      <dgm:t>
        <a:bodyPr/>
        <a:lstStyle/>
        <a:p>
          <a:endParaRPr lang="fr-CA"/>
        </a:p>
      </dgm:t>
    </dgm:pt>
    <dgm:pt modelId="{A74B44F9-431A-4A1F-BF3D-7947DB74520A}" type="sibTrans" cxnId="{8C8D9738-7EBC-4FA1-8E6D-6BF03336263B}">
      <dgm:prSet/>
      <dgm:spPr/>
      <dgm:t>
        <a:bodyPr/>
        <a:lstStyle/>
        <a:p>
          <a:endParaRPr lang="fr-CA"/>
        </a:p>
      </dgm:t>
    </dgm:pt>
    <dgm:pt modelId="{79F1D550-1995-4A85-ABA1-99DAAAC3057D}" type="pres">
      <dgm:prSet presAssocID="{6D4C891E-0489-4494-990B-879B5691AAEF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B7F78E-9D19-43F4-A5EF-F07FD5951A55}" type="pres">
      <dgm:prSet presAssocID="{922DCC2F-9C17-4F3D-98BE-067A061893B1}" presName="vertOne" presStyleCnt="0"/>
      <dgm:spPr/>
    </dgm:pt>
    <dgm:pt modelId="{B702D196-0ACB-423F-B341-6402ABE0E4A1}" type="pres">
      <dgm:prSet presAssocID="{922DCC2F-9C17-4F3D-98BE-067A061893B1}" presName="txOne" presStyleLbl="node0" presStyleIdx="0" presStyleCnt="1">
        <dgm:presLayoutVars>
          <dgm:chPref val="3"/>
        </dgm:presLayoutVars>
      </dgm:prSet>
      <dgm:spPr/>
    </dgm:pt>
    <dgm:pt modelId="{25E2783D-9AA5-44EA-9704-3324AA6C336B}" type="pres">
      <dgm:prSet presAssocID="{922DCC2F-9C17-4F3D-98BE-067A061893B1}" presName="parTransOne" presStyleCnt="0"/>
      <dgm:spPr/>
    </dgm:pt>
    <dgm:pt modelId="{EC68C817-301B-4B32-99FC-EC103D3566B9}" type="pres">
      <dgm:prSet presAssocID="{922DCC2F-9C17-4F3D-98BE-067A061893B1}" presName="horzOne" presStyleCnt="0"/>
      <dgm:spPr/>
    </dgm:pt>
    <dgm:pt modelId="{6E18DD05-1C59-4036-BECB-18E0A6E59EE3}" type="pres">
      <dgm:prSet presAssocID="{1EDB22F9-749A-4412-BF4C-70A23F03BB1E}" presName="vertTwo" presStyleCnt="0"/>
      <dgm:spPr/>
    </dgm:pt>
    <dgm:pt modelId="{8F322692-AB56-40F5-8BF5-E4415B7FB3B6}" type="pres">
      <dgm:prSet presAssocID="{1EDB22F9-749A-4412-BF4C-70A23F03BB1E}" presName="txTwo" presStyleLbl="node2" presStyleIdx="0" presStyleCnt="2">
        <dgm:presLayoutVars>
          <dgm:chPref val="3"/>
        </dgm:presLayoutVars>
      </dgm:prSet>
      <dgm:spPr/>
    </dgm:pt>
    <dgm:pt modelId="{59C801FA-CD83-46BA-86C6-9E0C0C04B50B}" type="pres">
      <dgm:prSet presAssocID="{1EDB22F9-749A-4412-BF4C-70A23F03BB1E}" presName="horzTwo" presStyleCnt="0"/>
      <dgm:spPr/>
    </dgm:pt>
    <dgm:pt modelId="{55C4B6B3-8248-45BD-BEA7-5F6EB9040AA1}" type="pres">
      <dgm:prSet presAssocID="{FF8B0A02-A23A-437A-8F3A-DB350063C9DF}" presName="sibSpaceTwo" presStyleCnt="0"/>
      <dgm:spPr/>
    </dgm:pt>
    <dgm:pt modelId="{B56F4913-4E5A-42AB-A96A-36F79F147544}" type="pres">
      <dgm:prSet presAssocID="{251F2E0E-DE2D-4898-89B2-61CB18AAD4A6}" presName="vertTwo" presStyleCnt="0"/>
      <dgm:spPr/>
    </dgm:pt>
    <dgm:pt modelId="{2FDF6E2D-082C-4D5D-B63C-40C4E78BBF48}" type="pres">
      <dgm:prSet presAssocID="{251F2E0E-DE2D-4898-89B2-61CB18AAD4A6}" presName="txTwo" presStyleLbl="node2" presStyleIdx="1" presStyleCnt="2">
        <dgm:presLayoutVars>
          <dgm:chPref val="3"/>
        </dgm:presLayoutVars>
      </dgm:prSet>
      <dgm:spPr/>
    </dgm:pt>
    <dgm:pt modelId="{187E9DA4-36E0-40D6-87FC-1BF419DFCAD6}" type="pres">
      <dgm:prSet presAssocID="{251F2E0E-DE2D-4898-89B2-61CB18AAD4A6}" presName="parTransTwo" presStyleCnt="0"/>
      <dgm:spPr/>
    </dgm:pt>
    <dgm:pt modelId="{C11611A3-0F4C-4893-9071-FFCD226D37F4}" type="pres">
      <dgm:prSet presAssocID="{251F2E0E-DE2D-4898-89B2-61CB18AAD4A6}" presName="horzTwo" presStyleCnt="0"/>
      <dgm:spPr/>
    </dgm:pt>
    <dgm:pt modelId="{8C7E723C-C43A-4837-90D7-DD60E003D72E}" type="pres">
      <dgm:prSet presAssocID="{50BFE0D6-3E69-45A2-B19F-A80B316B2F79}" presName="vertThree" presStyleCnt="0"/>
      <dgm:spPr/>
    </dgm:pt>
    <dgm:pt modelId="{7111B58E-2B91-4407-9179-522A07104763}" type="pres">
      <dgm:prSet presAssocID="{50BFE0D6-3E69-45A2-B19F-A80B316B2F79}" presName="txThree" presStyleLbl="node3" presStyleIdx="0" presStyleCnt="2">
        <dgm:presLayoutVars>
          <dgm:chPref val="3"/>
        </dgm:presLayoutVars>
      </dgm:prSet>
      <dgm:spPr/>
    </dgm:pt>
    <dgm:pt modelId="{573960A4-F7CD-4B81-A8D1-26AEC4768CC6}" type="pres">
      <dgm:prSet presAssocID="{50BFE0D6-3E69-45A2-B19F-A80B316B2F79}" presName="horzThree" presStyleCnt="0"/>
      <dgm:spPr/>
    </dgm:pt>
    <dgm:pt modelId="{5A6033B8-9A88-4BF7-B443-121C06AD65DC}" type="pres">
      <dgm:prSet presAssocID="{19EF626A-3D9E-45EE-A3A9-52CD4BC47B09}" presName="sibSpaceThree" presStyleCnt="0"/>
      <dgm:spPr/>
    </dgm:pt>
    <dgm:pt modelId="{34A52E46-2A30-4B7B-ADBB-7BFD8B6F16B7}" type="pres">
      <dgm:prSet presAssocID="{4A183E21-6096-4A51-9169-E72747DFDC9D}" presName="vertThree" presStyleCnt="0"/>
      <dgm:spPr/>
    </dgm:pt>
    <dgm:pt modelId="{8177DBF5-B485-4C79-B4A1-C26BFF57294A}" type="pres">
      <dgm:prSet presAssocID="{4A183E21-6096-4A51-9169-E72747DFDC9D}" presName="txThree" presStyleLbl="node3" presStyleIdx="1" presStyleCnt="2">
        <dgm:presLayoutVars>
          <dgm:chPref val="3"/>
        </dgm:presLayoutVars>
      </dgm:prSet>
      <dgm:spPr/>
    </dgm:pt>
    <dgm:pt modelId="{8CF32EB6-C275-441F-80E5-0567D04B2ED0}" type="pres">
      <dgm:prSet presAssocID="{4A183E21-6096-4A51-9169-E72747DFDC9D}" presName="horzThree" presStyleCnt="0"/>
      <dgm:spPr/>
    </dgm:pt>
  </dgm:ptLst>
  <dgm:cxnLst>
    <dgm:cxn modelId="{8C8D9738-7EBC-4FA1-8E6D-6BF03336263B}" srcId="{251F2E0E-DE2D-4898-89B2-61CB18AAD4A6}" destId="{4A183E21-6096-4A51-9169-E72747DFDC9D}" srcOrd="1" destOrd="0" parTransId="{3A155CC5-1029-427A-912B-7589FF8E0FDC}" sibTransId="{A74B44F9-431A-4A1F-BF3D-7947DB74520A}"/>
    <dgm:cxn modelId="{EB00183D-970C-459F-B574-8CAAF18A3571}" type="presOf" srcId="{922DCC2F-9C17-4F3D-98BE-067A061893B1}" destId="{B702D196-0ACB-423F-B341-6402ABE0E4A1}" srcOrd="0" destOrd="0" presId="urn:microsoft.com/office/officeart/2005/8/layout/hierarchy4"/>
    <dgm:cxn modelId="{60EE9671-91F8-4383-AE4D-F0369B130F26}" type="presOf" srcId="{251F2E0E-DE2D-4898-89B2-61CB18AAD4A6}" destId="{2FDF6E2D-082C-4D5D-B63C-40C4E78BBF48}" srcOrd="0" destOrd="0" presId="urn:microsoft.com/office/officeart/2005/8/layout/hierarchy4"/>
    <dgm:cxn modelId="{A7F3D956-3F98-4389-ADF4-D4E25983C364}" type="presOf" srcId="{50BFE0D6-3E69-45A2-B19F-A80B316B2F79}" destId="{7111B58E-2B91-4407-9179-522A07104763}" srcOrd="0" destOrd="0" presId="urn:microsoft.com/office/officeart/2005/8/layout/hierarchy4"/>
    <dgm:cxn modelId="{1A9F3F7A-F197-40F6-992E-55F56DEA9FA4}" srcId="{922DCC2F-9C17-4F3D-98BE-067A061893B1}" destId="{1EDB22F9-749A-4412-BF4C-70A23F03BB1E}" srcOrd="0" destOrd="0" parTransId="{5EEA7E6C-2493-402B-B8F0-72C1AF27CE49}" sibTransId="{FF8B0A02-A23A-437A-8F3A-DB350063C9DF}"/>
    <dgm:cxn modelId="{5B172F7C-0AD4-4117-BF5A-39A6F2D97A37}" srcId="{6D4C891E-0489-4494-990B-879B5691AAEF}" destId="{922DCC2F-9C17-4F3D-98BE-067A061893B1}" srcOrd="0" destOrd="0" parTransId="{F9B95991-938B-4AD0-88CC-7031A6F4EAFD}" sibTransId="{A5C9597E-80A1-403D-9E2B-4158B43E389D}"/>
    <dgm:cxn modelId="{7B0B0594-C050-43E3-ABC9-2F6AD2036383}" type="presOf" srcId="{6D4C891E-0489-4494-990B-879B5691AAEF}" destId="{79F1D550-1995-4A85-ABA1-99DAAAC3057D}" srcOrd="0" destOrd="0" presId="urn:microsoft.com/office/officeart/2005/8/layout/hierarchy4"/>
    <dgm:cxn modelId="{0BD1BA98-FC98-491E-8D06-70201671D139}" srcId="{922DCC2F-9C17-4F3D-98BE-067A061893B1}" destId="{251F2E0E-DE2D-4898-89B2-61CB18AAD4A6}" srcOrd="1" destOrd="0" parTransId="{5937AA03-7141-41C3-A7FC-CE46015E5DFD}" sibTransId="{FBA3DD1A-8F97-4BED-A1C5-65DF70079497}"/>
    <dgm:cxn modelId="{82F1A5B2-8CB7-4A1A-B73A-ECA89C7943C7}" srcId="{251F2E0E-DE2D-4898-89B2-61CB18AAD4A6}" destId="{50BFE0D6-3E69-45A2-B19F-A80B316B2F79}" srcOrd="0" destOrd="0" parTransId="{3194C80C-1249-4F81-9150-E32D1EFF6A3C}" sibTransId="{19EF626A-3D9E-45EE-A3A9-52CD4BC47B09}"/>
    <dgm:cxn modelId="{D555D6E1-CE45-47A5-8894-0EFCBA80AE50}" type="presOf" srcId="{4A183E21-6096-4A51-9169-E72747DFDC9D}" destId="{8177DBF5-B485-4C79-B4A1-C26BFF57294A}" srcOrd="0" destOrd="0" presId="urn:microsoft.com/office/officeart/2005/8/layout/hierarchy4"/>
    <dgm:cxn modelId="{02D2D9EF-6849-44CC-A620-D524CB64617D}" type="presOf" srcId="{1EDB22F9-749A-4412-BF4C-70A23F03BB1E}" destId="{8F322692-AB56-40F5-8BF5-E4415B7FB3B6}" srcOrd="0" destOrd="0" presId="urn:microsoft.com/office/officeart/2005/8/layout/hierarchy4"/>
    <dgm:cxn modelId="{38FEEC44-0BA6-435B-B018-CB56EC94A31B}" type="presParOf" srcId="{79F1D550-1995-4A85-ABA1-99DAAAC3057D}" destId="{C6B7F78E-9D19-43F4-A5EF-F07FD5951A55}" srcOrd="0" destOrd="0" presId="urn:microsoft.com/office/officeart/2005/8/layout/hierarchy4"/>
    <dgm:cxn modelId="{C584EFB5-D433-44CC-A497-2CB835DE1C21}" type="presParOf" srcId="{C6B7F78E-9D19-43F4-A5EF-F07FD5951A55}" destId="{B702D196-0ACB-423F-B341-6402ABE0E4A1}" srcOrd="0" destOrd="0" presId="urn:microsoft.com/office/officeart/2005/8/layout/hierarchy4"/>
    <dgm:cxn modelId="{0062712C-2459-4B56-BF88-D9C6F319DCD8}" type="presParOf" srcId="{C6B7F78E-9D19-43F4-A5EF-F07FD5951A55}" destId="{25E2783D-9AA5-44EA-9704-3324AA6C336B}" srcOrd="1" destOrd="0" presId="urn:microsoft.com/office/officeart/2005/8/layout/hierarchy4"/>
    <dgm:cxn modelId="{C0DA4772-2973-4EFA-AFF8-24D12031A2A5}" type="presParOf" srcId="{C6B7F78E-9D19-43F4-A5EF-F07FD5951A55}" destId="{EC68C817-301B-4B32-99FC-EC103D3566B9}" srcOrd="2" destOrd="0" presId="urn:microsoft.com/office/officeart/2005/8/layout/hierarchy4"/>
    <dgm:cxn modelId="{BB368706-9C0E-43B0-B316-E48D34DD37FA}" type="presParOf" srcId="{EC68C817-301B-4B32-99FC-EC103D3566B9}" destId="{6E18DD05-1C59-4036-BECB-18E0A6E59EE3}" srcOrd="0" destOrd="0" presId="urn:microsoft.com/office/officeart/2005/8/layout/hierarchy4"/>
    <dgm:cxn modelId="{28ACABD9-EDCC-43F0-A166-86125ACA0177}" type="presParOf" srcId="{6E18DD05-1C59-4036-BECB-18E0A6E59EE3}" destId="{8F322692-AB56-40F5-8BF5-E4415B7FB3B6}" srcOrd="0" destOrd="0" presId="urn:microsoft.com/office/officeart/2005/8/layout/hierarchy4"/>
    <dgm:cxn modelId="{84EC6294-051E-4502-A423-01868A396A78}" type="presParOf" srcId="{6E18DD05-1C59-4036-BECB-18E0A6E59EE3}" destId="{59C801FA-CD83-46BA-86C6-9E0C0C04B50B}" srcOrd="1" destOrd="0" presId="urn:microsoft.com/office/officeart/2005/8/layout/hierarchy4"/>
    <dgm:cxn modelId="{529E3D0F-3390-48C4-A6DC-99DE272971EF}" type="presParOf" srcId="{EC68C817-301B-4B32-99FC-EC103D3566B9}" destId="{55C4B6B3-8248-45BD-BEA7-5F6EB9040AA1}" srcOrd="1" destOrd="0" presId="urn:microsoft.com/office/officeart/2005/8/layout/hierarchy4"/>
    <dgm:cxn modelId="{0EB44EB3-0379-4563-ADFF-CC2B1D9A9178}" type="presParOf" srcId="{EC68C817-301B-4B32-99FC-EC103D3566B9}" destId="{B56F4913-4E5A-42AB-A96A-36F79F147544}" srcOrd="2" destOrd="0" presId="urn:microsoft.com/office/officeart/2005/8/layout/hierarchy4"/>
    <dgm:cxn modelId="{A10AF576-44BB-4275-8958-E89C50C9C52B}" type="presParOf" srcId="{B56F4913-4E5A-42AB-A96A-36F79F147544}" destId="{2FDF6E2D-082C-4D5D-B63C-40C4E78BBF48}" srcOrd="0" destOrd="0" presId="urn:microsoft.com/office/officeart/2005/8/layout/hierarchy4"/>
    <dgm:cxn modelId="{E3FB2098-93C9-4BB3-A3A6-040B27AE036C}" type="presParOf" srcId="{B56F4913-4E5A-42AB-A96A-36F79F147544}" destId="{187E9DA4-36E0-40D6-87FC-1BF419DFCAD6}" srcOrd="1" destOrd="0" presId="urn:microsoft.com/office/officeart/2005/8/layout/hierarchy4"/>
    <dgm:cxn modelId="{3EBAD2AB-42A2-407B-A8AE-7E5FF36BBA76}" type="presParOf" srcId="{B56F4913-4E5A-42AB-A96A-36F79F147544}" destId="{C11611A3-0F4C-4893-9071-FFCD226D37F4}" srcOrd="2" destOrd="0" presId="urn:microsoft.com/office/officeart/2005/8/layout/hierarchy4"/>
    <dgm:cxn modelId="{546606FA-8790-42D4-B4A4-D266F668702C}" type="presParOf" srcId="{C11611A3-0F4C-4893-9071-FFCD226D37F4}" destId="{8C7E723C-C43A-4837-90D7-DD60E003D72E}" srcOrd="0" destOrd="0" presId="urn:microsoft.com/office/officeart/2005/8/layout/hierarchy4"/>
    <dgm:cxn modelId="{386B18C7-1475-4CF2-8882-23D842596CF4}" type="presParOf" srcId="{8C7E723C-C43A-4837-90D7-DD60E003D72E}" destId="{7111B58E-2B91-4407-9179-522A07104763}" srcOrd="0" destOrd="0" presId="urn:microsoft.com/office/officeart/2005/8/layout/hierarchy4"/>
    <dgm:cxn modelId="{794B0122-8BD5-4BC8-82AA-FFCBE5671EED}" type="presParOf" srcId="{8C7E723C-C43A-4837-90D7-DD60E003D72E}" destId="{573960A4-F7CD-4B81-A8D1-26AEC4768CC6}" srcOrd="1" destOrd="0" presId="urn:microsoft.com/office/officeart/2005/8/layout/hierarchy4"/>
    <dgm:cxn modelId="{73D0A4A8-30BB-4963-AF77-AD65B78D4744}" type="presParOf" srcId="{C11611A3-0F4C-4893-9071-FFCD226D37F4}" destId="{5A6033B8-9A88-4BF7-B443-121C06AD65DC}" srcOrd="1" destOrd="0" presId="urn:microsoft.com/office/officeart/2005/8/layout/hierarchy4"/>
    <dgm:cxn modelId="{EB0E5B7D-BB48-444F-A56A-A50B296A6BB9}" type="presParOf" srcId="{C11611A3-0F4C-4893-9071-FFCD226D37F4}" destId="{34A52E46-2A30-4B7B-ADBB-7BFD8B6F16B7}" srcOrd="2" destOrd="0" presId="urn:microsoft.com/office/officeart/2005/8/layout/hierarchy4"/>
    <dgm:cxn modelId="{DE86A242-E7A5-4F44-9F7E-952B3AF43B0E}" type="presParOf" srcId="{34A52E46-2A30-4B7B-ADBB-7BFD8B6F16B7}" destId="{8177DBF5-B485-4C79-B4A1-C26BFF57294A}" srcOrd="0" destOrd="0" presId="urn:microsoft.com/office/officeart/2005/8/layout/hierarchy4"/>
    <dgm:cxn modelId="{91852BEF-5701-4D7D-B4EA-C6A79E0F4019}" type="presParOf" srcId="{34A52E46-2A30-4B7B-ADBB-7BFD8B6F16B7}" destId="{8CF32EB6-C275-441F-80E5-0567D04B2ED0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92A481-4DEB-4EFD-B599-78B7CB450DE7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335A6D12-91B6-420A-80E4-C354882847C5}">
      <dgm:prSet/>
      <dgm:spPr/>
      <dgm:t>
        <a:bodyPr/>
        <a:lstStyle/>
        <a:p>
          <a:pPr rtl="0"/>
          <a:r>
            <a:rPr lang="fr-CA" dirty="0"/>
            <a:t>la vitesse de sauvegarde</a:t>
          </a:r>
        </a:p>
      </dgm:t>
    </dgm:pt>
    <dgm:pt modelId="{5D5113F6-6D2B-410E-B6CD-0E268526071A}" type="parTrans" cxnId="{4DBC09AC-53EA-41A5-954A-12AFB2FBD3AA}">
      <dgm:prSet/>
      <dgm:spPr/>
      <dgm:t>
        <a:bodyPr/>
        <a:lstStyle/>
        <a:p>
          <a:endParaRPr lang="fr-FR"/>
        </a:p>
      </dgm:t>
    </dgm:pt>
    <dgm:pt modelId="{CBE019CE-8D8D-4C2B-805B-AC24B8467FBD}" type="sibTrans" cxnId="{4DBC09AC-53EA-41A5-954A-12AFB2FBD3AA}">
      <dgm:prSet/>
      <dgm:spPr/>
      <dgm:t>
        <a:bodyPr/>
        <a:lstStyle/>
        <a:p>
          <a:endParaRPr lang="fr-FR"/>
        </a:p>
      </dgm:t>
    </dgm:pt>
    <dgm:pt modelId="{535959B4-E937-483F-A254-86E4CEBA519D}">
      <dgm:prSet/>
      <dgm:spPr/>
      <dgm:t>
        <a:bodyPr/>
        <a:lstStyle/>
        <a:p>
          <a:pPr rtl="0"/>
          <a:r>
            <a:rPr lang="fr-CA"/>
            <a:t>la vitesse de récupération</a:t>
          </a:r>
        </a:p>
      </dgm:t>
    </dgm:pt>
    <dgm:pt modelId="{22433E02-FAEC-436F-B6A6-19E19104AF39}" type="parTrans" cxnId="{B272F358-8987-40D8-821E-464ACA7ED43F}">
      <dgm:prSet/>
      <dgm:spPr/>
      <dgm:t>
        <a:bodyPr/>
        <a:lstStyle/>
        <a:p>
          <a:endParaRPr lang="fr-FR"/>
        </a:p>
      </dgm:t>
    </dgm:pt>
    <dgm:pt modelId="{94247201-F953-4E4A-8167-1E9CF46FAB3E}" type="sibTrans" cxnId="{B272F358-8987-40D8-821E-464ACA7ED43F}">
      <dgm:prSet/>
      <dgm:spPr/>
      <dgm:t>
        <a:bodyPr/>
        <a:lstStyle/>
        <a:p>
          <a:endParaRPr lang="fr-FR"/>
        </a:p>
      </dgm:t>
    </dgm:pt>
    <dgm:pt modelId="{293F5B3D-2CEE-40C6-BD1D-6979FE016CFC}">
      <dgm:prSet/>
      <dgm:spPr/>
      <dgm:t>
        <a:bodyPr/>
        <a:lstStyle/>
        <a:p>
          <a:pPr rtl="0"/>
          <a:r>
            <a:rPr lang="fr-CA" dirty="0"/>
            <a:t>l’espace disponible de sauvegarde</a:t>
          </a:r>
        </a:p>
      </dgm:t>
    </dgm:pt>
    <dgm:pt modelId="{EE08417B-5F87-4E41-AC84-78339CBCAF78}" type="parTrans" cxnId="{08955C85-3954-4E9C-9799-4F7B4CFE4BB2}">
      <dgm:prSet/>
      <dgm:spPr/>
      <dgm:t>
        <a:bodyPr/>
        <a:lstStyle/>
        <a:p>
          <a:endParaRPr lang="fr-FR"/>
        </a:p>
      </dgm:t>
    </dgm:pt>
    <dgm:pt modelId="{26703367-944D-4A93-A923-EAF8D7399179}" type="sibTrans" cxnId="{08955C85-3954-4E9C-9799-4F7B4CFE4BB2}">
      <dgm:prSet/>
      <dgm:spPr/>
      <dgm:t>
        <a:bodyPr/>
        <a:lstStyle/>
        <a:p>
          <a:endParaRPr lang="fr-FR"/>
        </a:p>
      </dgm:t>
    </dgm:pt>
    <dgm:pt modelId="{F57F20A8-73A4-4D53-B5B9-9948DEA79DCB}" type="pres">
      <dgm:prSet presAssocID="{8992A481-4DEB-4EFD-B599-78B7CB450DE7}" presName="compositeShape" presStyleCnt="0">
        <dgm:presLayoutVars>
          <dgm:chMax val="7"/>
          <dgm:dir/>
          <dgm:resizeHandles val="exact"/>
        </dgm:presLayoutVars>
      </dgm:prSet>
      <dgm:spPr/>
    </dgm:pt>
    <dgm:pt modelId="{AB1604D5-8DF4-43E0-A2B3-2C0249FF0000}" type="pres">
      <dgm:prSet presAssocID="{335A6D12-91B6-420A-80E4-C354882847C5}" presName="circ1" presStyleLbl="vennNode1" presStyleIdx="0" presStyleCnt="3"/>
      <dgm:spPr/>
    </dgm:pt>
    <dgm:pt modelId="{48FBCD1F-17DB-41C9-B3AE-5183C3874DA5}" type="pres">
      <dgm:prSet presAssocID="{335A6D12-91B6-420A-80E4-C354882847C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17E2A6-4E43-4285-9E61-C6925452931C}" type="pres">
      <dgm:prSet presAssocID="{535959B4-E937-483F-A254-86E4CEBA519D}" presName="circ2" presStyleLbl="vennNode1" presStyleIdx="1" presStyleCnt="3"/>
      <dgm:spPr/>
    </dgm:pt>
    <dgm:pt modelId="{AE3A6CF7-0A60-41BA-A3FC-879F702C0D23}" type="pres">
      <dgm:prSet presAssocID="{535959B4-E937-483F-A254-86E4CEBA519D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0FFCC3C-CA59-4EB6-96E9-E9044801E237}" type="pres">
      <dgm:prSet presAssocID="{293F5B3D-2CEE-40C6-BD1D-6979FE016CFC}" presName="circ3" presStyleLbl="vennNode1" presStyleIdx="2" presStyleCnt="3"/>
      <dgm:spPr/>
    </dgm:pt>
    <dgm:pt modelId="{E002FAF6-66B8-4F8C-9539-9B421A016754}" type="pres">
      <dgm:prSet presAssocID="{293F5B3D-2CEE-40C6-BD1D-6979FE016CFC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CD227007-347D-43C7-A63E-A9D5D5F54E8C}" type="presOf" srcId="{8992A481-4DEB-4EFD-B599-78B7CB450DE7}" destId="{F57F20A8-73A4-4D53-B5B9-9948DEA79DCB}" srcOrd="0" destOrd="0" presId="urn:microsoft.com/office/officeart/2005/8/layout/venn1"/>
    <dgm:cxn modelId="{14703A16-9F8E-45CD-93EB-F872FD3600D6}" type="presOf" srcId="{535959B4-E937-483F-A254-86E4CEBA519D}" destId="{AE3A6CF7-0A60-41BA-A3FC-879F702C0D23}" srcOrd="1" destOrd="0" presId="urn:microsoft.com/office/officeart/2005/8/layout/venn1"/>
    <dgm:cxn modelId="{B272F358-8987-40D8-821E-464ACA7ED43F}" srcId="{8992A481-4DEB-4EFD-B599-78B7CB450DE7}" destId="{535959B4-E937-483F-A254-86E4CEBA519D}" srcOrd="1" destOrd="0" parTransId="{22433E02-FAEC-436F-B6A6-19E19104AF39}" sibTransId="{94247201-F953-4E4A-8167-1E9CF46FAB3E}"/>
    <dgm:cxn modelId="{205A687F-91DE-495D-90CC-D42548913DE6}" type="presOf" srcId="{293F5B3D-2CEE-40C6-BD1D-6979FE016CFC}" destId="{E002FAF6-66B8-4F8C-9539-9B421A016754}" srcOrd="1" destOrd="0" presId="urn:microsoft.com/office/officeart/2005/8/layout/venn1"/>
    <dgm:cxn modelId="{08955C85-3954-4E9C-9799-4F7B4CFE4BB2}" srcId="{8992A481-4DEB-4EFD-B599-78B7CB450DE7}" destId="{293F5B3D-2CEE-40C6-BD1D-6979FE016CFC}" srcOrd="2" destOrd="0" parTransId="{EE08417B-5F87-4E41-AC84-78339CBCAF78}" sibTransId="{26703367-944D-4A93-A923-EAF8D7399179}"/>
    <dgm:cxn modelId="{49CF0B8A-3F42-4CAC-AC89-AEF643617476}" type="presOf" srcId="{335A6D12-91B6-420A-80E4-C354882847C5}" destId="{AB1604D5-8DF4-43E0-A2B3-2C0249FF0000}" srcOrd="0" destOrd="0" presId="urn:microsoft.com/office/officeart/2005/8/layout/venn1"/>
    <dgm:cxn modelId="{903F87A1-DAD3-4C31-A137-3ABA74B81C88}" type="presOf" srcId="{335A6D12-91B6-420A-80E4-C354882847C5}" destId="{48FBCD1F-17DB-41C9-B3AE-5183C3874DA5}" srcOrd="1" destOrd="0" presId="urn:microsoft.com/office/officeart/2005/8/layout/venn1"/>
    <dgm:cxn modelId="{4DBC09AC-53EA-41A5-954A-12AFB2FBD3AA}" srcId="{8992A481-4DEB-4EFD-B599-78B7CB450DE7}" destId="{335A6D12-91B6-420A-80E4-C354882847C5}" srcOrd="0" destOrd="0" parTransId="{5D5113F6-6D2B-410E-B6CD-0E268526071A}" sibTransId="{CBE019CE-8D8D-4C2B-805B-AC24B8467FBD}"/>
    <dgm:cxn modelId="{F8A34DBE-553B-4260-8474-2B36BA586C43}" type="presOf" srcId="{535959B4-E937-483F-A254-86E4CEBA519D}" destId="{1617E2A6-4E43-4285-9E61-C6925452931C}" srcOrd="0" destOrd="0" presId="urn:microsoft.com/office/officeart/2005/8/layout/venn1"/>
    <dgm:cxn modelId="{4F91DACD-C3A5-4355-BA9C-5BEF95113F63}" type="presOf" srcId="{293F5B3D-2CEE-40C6-BD1D-6979FE016CFC}" destId="{D0FFCC3C-CA59-4EB6-96E9-E9044801E237}" srcOrd="0" destOrd="0" presId="urn:microsoft.com/office/officeart/2005/8/layout/venn1"/>
    <dgm:cxn modelId="{77A7827A-846A-41C5-8227-1608858DC8EB}" type="presParOf" srcId="{F57F20A8-73A4-4D53-B5B9-9948DEA79DCB}" destId="{AB1604D5-8DF4-43E0-A2B3-2C0249FF0000}" srcOrd="0" destOrd="0" presId="urn:microsoft.com/office/officeart/2005/8/layout/venn1"/>
    <dgm:cxn modelId="{B87AB4BD-731A-4DC0-88BE-3E8DFDCD176C}" type="presParOf" srcId="{F57F20A8-73A4-4D53-B5B9-9948DEA79DCB}" destId="{48FBCD1F-17DB-41C9-B3AE-5183C3874DA5}" srcOrd="1" destOrd="0" presId="urn:microsoft.com/office/officeart/2005/8/layout/venn1"/>
    <dgm:cxn modelId="{BF18845C-387B-42C2-B5A1-2CF7BB4D45A6}" type="presParOf" srcId="{F57F20A8-73A4-4D53-B5B9-9948DEA79DCB}" destId="{1617E2A6-4E43-4285-9E61-C6925452931C}" srcOrd="2" destOrd="0" presId="urn:microsoft.com/office/officeart/2005/8/layout/venn1"/>
    <dgm:cxn modelId="{08569DEA-5FDB-4935-9493-4C09C0496787}" type="presParOf" srcId="{F57F20A8-73A4-4D53-B5B9-9948DEA79DCB}" destId="{AE3A6CF7-0A60-41BA-A3FC-879F702C0D23}" srcOrd="3" destOrd="0" presId="urn:microsoft.com/office/officeart/2005/8/layout/venn1"/>
    <dgm:cxn modelId="{49797890-66E7-400D-B476-20052E9F0E10}" type="presParOf" srcId="{F57F20A8-73A4-4D53-B5B9-9948DEA79DCB}" destId="{D0FFCC3C-CA59-4EB6-96E9-E9044801E237}" srcOrd="4" destOrd="0" presId="urn:microsoft.com/office/officeart/2005/8/layout/venn1"/>
    <dgm:cxn modelId="{2EDB3FD7-CFB7-4F9E-B4F7-74BF65FF1C3B}" type="presParOf" srcId="{F57F20A8-73A4-4D53-B5B9-9948DEA79DCB}" destId="{E002FAF6-66B8-4F8C-9539-9B421A016754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9457AF-C6AE-4FF7-96AC-820545FDE6A3}">
      <dsp:nvSpPr>
        <dsp:cNvPr id="0" name=""/>
        <dsp:cNvSpPr/>
      </dsp:nvSpPr>
      <dsp:spPr>
        <a:xfrm>
          <a:off x="1316" y="0"/>
          <a:ext cx="3423567" cy="402336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200" kern="1200" dirty="0"/>
            <a:t>RMAN</a:t>
          </a:r>
        </a:p>
      </dsp:txBody>
      <dsp:txXfrm>
        <a:off x="1316" y="0"/>
        <a:ext cx="3423567" cy="1207008"/>
      </dsp:txXfrm>
    </dsp:sp>
    <dsp:sp modelId="{CA852FE2-C4AD-4B3F-AD59-6837F9943784}">
      <dsp:nvSpPr>
        <dsp:cNvPr id="0" name=""/>
        <dsp:cNvSpPr/>
      </dsp:nvSpPr>
      <dsp:spPr>
        <a:xfrm>
          <a:off x="343673" y="1207008"/>
          <a:ext cx="2738854" cy="26151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5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Gestionnaire de sauvegarde de BD</a:t>
          </a:r>
        </a:p>
      </dsp:txBody>
      <dsp:txXfrm>
        <a:off x="420269" y="1283604"/>
        <a:ext cx="2585662" cy="2461992"/>
      </dsp:txXfrm>
    </dsp:sp>
    <dsp:sp modelId="{6489CDEF-A35D-4EE9-AB6B-D72284020F34}">
      <dsp:nvSpPr>
        <dsp:cNvPr id="0" name=""/>
        <dsp:cNvSpPr/>
      </dsp:nvSpPr>
      <dsp:spPr>
        <a:xfrm>
          <a:off x="3681652" y="0"/>
          <a:ext cx="3423567" cy="402336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200" kern="1200" dirty="0"/>
            <a:t>SQL*Loader</a:t>
          </a:r>
        </a:p>
      </dsp:txBody>
      <dsp:txXfrm>
        <a:off x="3681652" y="0"/>
        <a:ext cx="3423567" cy="1207008"/>
      </dsp:txXfrm>
    </dsp:sp>
    <dsp:sp modelId="{10C94A0B-6907-45B7-920A-077028AA4D17}">
      <dsp:nvSpPr>
        <dsp:cNvPr id="0" name=""/>
        <dsp:cNvSpPr/>
      </dsp:nvSpPr>
      <dsp:spPr>
        <a:xfrm>
          <a:off x="4024008" y="1207008"/>
          <a:ext cx="2738854" cy="26151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43840"/>
                <a:satOff val="0"/>
                <a:lumOff val="-1699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-643840"/>
                <a:satOff val="0"/>
                <a:lumOff val="-1699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5">
              <a:hueOff val="-643840"/>
              <a:satOff val="0"/>
              <a:lumOff val="-1699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Importation de données</a:t>
          </a:r>
        </a:p>
      </dsp:txBody>
      <dsp:txXfrm>
        <a:off x="4100604" y="1283604"/>
        <a:ext cx="2585662" cy="2461992"/>
      </dsp:txXfrm>
    </dsp:sp>
    <dsp:sp modelId="{6B683CAE-6AA7-427E-8D15-EA7392D42D65}">
      <dsp:nvSpPr>
        <dsp:cNvPr id="0" name=""/>
        <dsp:cNvSpPr/>
      </dsp:nvSpPr>
      <dsp:spPr>
        <a:xfrm>
          <a:off x="7361987" y="0"/>
          <a:ext cx="3423567" cy="402336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200" kern="1200" dirty="0"/>
            <a:t>Data </a:t>
          </a:r>
          <a:r>
            <a:rPr lang="fr-CA" sz="4200" kern="1200" dirty="0" err="1"/>
            <a:t>Pump</a:t>
          </a:r>
          <a:endParaRPr lang="fr-CA" sz="4200" kern="1200" dirty="0"/>
        </a:p>
      </dsp:txBody>
      <dsp:txXfrm>
        <a:off x="7361987" y="0"/>
        <a:ext cx="3423567" cy="1207008"/>
      </dsp:txXfrm>
    </dsp:sp>
    <dsp:sp modelId="{1ADB81D5-7147-4CB8-8D57-D337032B1F73}">
      <dsp:nvSpPr>
        <dsp:cNvPr id="0" name=""/>
        <dsp:cNvSpPr/>
      </dsp:nvSpPr>
      <dsp:spPr>
        <a:xfrm>
          <a:off x="7704344" y="1208186"/>
          <a:ext cx="2738854" cy="12130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287680"/>
                <a:satOff val="0"/>
                <a:lumOff val="-3399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-1287680"/>
                <a:satOff val="0"/>
                <a:lumOff val="-3399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5">
              <a:hueOff val="-1287680"/>
              <a:satOff val="0"/>
              <a:lumOff val="-3399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Nouvel outil</a:t>
          </a:r>
        </a:p>
      </dsp:txBody>
      <dsp:txXfrm>
        <a:off x="7739874" y="1243716"/>
        <a:ext cx="2667794" cy="1142038"/>
      </dsp:txXfrm>
    </dsp:sp>
    <dsp:sp modelId="{3A588A3E-0D60-44AC-8919-18511E3A838C}">
      <dsp:nvSpPr>
        <dsp:cNvPr id="0" name=""/>
        <dsp:cNvSpPr/>
      </dsp:nvSpPr>
      <dsp:spPr>
        <a:xfrm>
          <a:off x="7704344" y="2607915"/>
          <a:ext cx="2738854" cy="12130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931520"/>
                <a:satOff val="0"/>
                <a:lumOff val="-5098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5">
                <a:hueOff val="-1931520"/>
                <a:satOff val="0"/>
                <a:lumOff val="-5098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5">
              <a:hueOff val="-1931520"/>
              <a:satOff val="0"/>
              <a:lumOff val="-5098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Importation et exportation d’objets BD et de données</a:t>
          </a:r>
        </a:p>
      </dsp:txBody>
      <dsp:txXfrm>
        <a:off x="7739874" y="2643445"/>
        <a:ext cx="2667794" cy="11420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2D196-0ACB-423F-B341-6402ABE0E4A1}">
      <dsp:nvSpPr>
        <dsp:cNvPr id="0" name=""/>
        <dsp:cNvSpPr/>
      </dsp:nvSpPr>
      <dsp:spPr>
        <a:xfrm>
          <a:off x="1237" y="1762"/>
          <a:ext cx="10784586" cy="12178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5200" kern="1200" dirty="0"/>
            <a:t>Types de sauvegardes</a:t>
          </a:r>
        </a:p>
      </dsp:txBody>
      <dsp:txXfrm>
        <a:off x="36906" y="37431"/>
        <a:ext cx="10713248" cy="1146479"/>
      </dsp:txXfrm>
    </dsp:sp>
    <dsp:sp modelId="{8F322692-AB56-40F5-8BF5-E4415B7FB3B6}">
      <dsp:nvSpPr>
        <dsp:cNvPr id="0" name=""/>
        <dsp:cNvSpPr/>
      </dsp:nvSpPr>
      <dsp:spPr>
        <a:xfrm>
          <a:off x="1237" y="1402453"/>
          <a:ext cx="3449963" cy="12178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100" b="1" kern="1200" dirty="0"/>
            <a:t>COMPLÈTE </a:t>
          </a:r>
          <a:br>
            <a:rPr lang="fr-CA" sz="2100" b="1" kern="1200" dirty="0"/>
          </a:br>
          <a:r>
            <a:rPr lang="fr-CA" sz="2100" kern="1200" dirty="0"/>
            <a:t>on sauvegarde </a:t>
          </a:r>
          <a:r>
            <a:rPr lang="fr-CA" sz="2100" b="1" kern="1200" dirty="0"/>
            <a:t>toutes les données</a:t>
          </a:r>
          <a:endParaRPr lang="fr-CA" sz="2100" kern="1200" dirty="0"/>
        </a:p>
      </dsp:txBody>
      <dsp:txXfrm>
        <a:off x="36906" y="1438122"/>
        <a:ext cx="3378625" cy="1146479"/>
      </dsp:txXfrm>
    </dsp:sp>
    <dsp:sp modelId="{2FDF6E2D-082C-4D5D-B63C-40C4E78BBF48}">
      <dsp:nvSpPr>
        <dsp:cNvPr id="0" name=""/>
        <dsp:cNvSpPr/>
      </dsp:nvSpPr>
      <dsp:spPr>
        <a:xfrm>
          <a:off x="3740998" y="1402453"/>
          <a:ext cx="7044825" cy="12178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100" b="1" kern="1200" dirty="0"/>
            <a:t>INCRÉMENTIELLE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100" kern="1200" dirty="0"/>
            <a:t>on sauvegarde </a:t>
          </a:r>
          <a:r>
            <a:rPr lang="fr-CA" sz="2100" b="1" kern="1200" dirty="0"/>
            <a:t>uniquement</a:t>
          </a:r>
          <a:r>
            <a:rPr lang="fr-CA" sz="2100" kern="1200" dirty="0"/>
            <a:t> les </a:t>
          </a:r>
          <a:r>
            <a:rPr lang="fr-CA" sz="2100" b="1" kern="1200" dirty="0"/>
            <a:t>données modifiées… </a:t>
          </a:r>
          <a:endParaRPr lang="fr-CA" sz="2100" kern="1200" dirty="0"/>
        </a:p>
      </dsp:txBody>
      <dsp:txXfrm>
        <a:off x="3776667" y="1438122"/>
        <a:ext cx="6973487" cy="1146479"/>
      </dsp:txXfrm>
    </dsp:sp>
    <dsp:sp modelId="{7111B58E-2B91-4407-9179-522A07104763}">
      <dsp:nvSpPr>
        <dsp:cNvPr id="0" name=""/>
        <dsp:cNvSpPr/>
      </dsp:nvSpPr>
      <dsp:spPr>
        <a:xfrm>
          <a:off x="3740998" y="2803145"/>
          <a:ext cx="3449963" cy="12178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b="1" kern="1200" dirty="0"/>
            <a:t>DIFFÉRENTIELLE</a:t>
          </a:r>
          <a:br>
            <a:rPr lang="fr-CA" sz="1700" kern="1200" dirty="0"/>
          </a:br>
          <a:r>
            <a:rPr lang="fr-CA" sz="1700" kern="1200" dirty="0"/>
            <a:t>…depuis la dernière sauvegarde </a:t>
          </a:r>
          <a:r>
            <a:rPr lang="fr-CA" sz="1700" b="1" kern="1200" dirty="0"/>
            <a:t>complète</a:t>
          </a:r>
          <a:endParaRPr lang="fr-CA" sz="1700" kern="1200" dirty="0"/>
        </a:p>
      </dsp:txBody>
      <dsp:txXfrm>
        <a:off x="3776667" y="2838814"/>
        <a:ext cx="3378625" cy="1146479"/>
      </dsp:txXfrm>
    </dsp:sp>
    <dsp:sp modelId="{8177DBF5-B485-4C79-B4A1-C26BFF57294A}">
      <dsp:nvSpPr>
        <dsp:cNvPr id="0" name=""/>
        <dsp:cNvSpPr/>
      </dsp:nvSpPr>
      <dsp:spPr>
        <a:xfrm>
          <a:off x="7335860" y="2803145"/>
          <a:ext cx="3449963" cy="12178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b="1" kern="1200" dirty="0"/>
            <a:t>INCRÉMENTALE (CUMULATIVE)</a:t>
          </a:r>
          <a:br>
            <a:rPr lang="fr-CA" sz="1700" b="1" kern="1200" dirty="0"/>
          </a:br>
          <a:r>
            <a:rPr lang="fr-CA" sz="1700" kern="1200" dirty="0"/>
            <a:t>…depuis la dernière sauvegarde quel que soit son type</a:t>
          </a:r>
        </a:p>
      </dsp:txBody>
      <dsp:txXfrm>
        <a:off x="7371529" y="2838814"/>
        <a:ext cx="3378625" cy="11464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1604D5-8DF4-43E0-A2B3-2C0249FF0000}">
      <dsp:nvSpPr>
        <dsp:cNvPr id="0" name=""/>
        <dsp:cNvSpPr/>
      </dsp:nvSpPr>
      <dsp:spPr>
        <a:xfrm>
          <a:off x="4186428" y="50291"/>
          <a:ext cx="2414016" cy="241401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kern="1200" dirty="0"/>
            <a:t>la vitesse de sauvegarde</a:t>
          </a:r>
        </a:p>
      </dsp:txBody>
      <dsp:txXfrm>
        <a:off x="4508296" y="472744"/>
        <a:ext cx="1770278" cy="1086307"/>
      </dsp:txXfrm>
    </dsp:sp>
    <dsp:sp modelId="{1617E2A6-4E43-4285-9E61-C6925452931C}">
      <dsp:nvSpPr>
        <dsp:cNvPr id="0" name=""/>
        <dsp:cNvSpPr/>
      </dsp:nvSpPr>
      <dsp:spPr>
        <a:xfrm>
          <a:off x="5057485" y="1559052"/>
          <a:ext cx="2414016" cy="241401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kern="1200"/>
            <a:t>la vitesse de récupération</a:t>
          </a:r>
        </a:p>
      </dsp:txBody>
      <dsp:txXfrm>
        <a:off x="5795772" y="2182672"/>
        <a:ext cx="1448409" cy="1327708"/>
      </dsp:txXfrm>
    </dsp:sp>
    <dsp:sp modelId="{D0FFCC3C-CA59-4EB6-96E9-E9044801E237}">
      <dsp:nvSpPr>
        <dsp:cNvPr id="0" name=""/>
        <dsp:cNvSpPr/>
      </dsp:nvSpPr>
      <dsp:spPr>
        <a:xfrm>
          <a:off x="3315370" y="1559052"/>
          <a:ext cx="2414016" cy="241401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kern="1200" dirty="0"/>
            <a:t>l’espace disponible de sauvegarde</a:t>
          </a:r>
        </a:p>
      </dsp:txBody>
      <dsp:txXfrm>
        <a:off x="3542690" y="2182672"/>
        <a:ext cx="1448409" cy="13277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B745C6E-470D-4F7A-8217-EC5A81E47179}" type="datetimeFigureOut">
              <a:rPr lang="fr-CA" smtClean="0"/>
              <a:t>2021-12-05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FC261AB-371D-48D4-A46F-5075F0E241C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7373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3626C90-7EBD-4134-ADE0-4931FEA809C2}" type="datetimeFigureOut">
              <a:rPr lang="fr-CA" smtClean="0"/>
              <a:t>2021-12-05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9D523FB-E11E-47A2-9830-CCA9097696E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0021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0" indent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0" indent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tutorial.com/oracle-administration/oracle-sqlloader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le-base.com/articles/10g/oracle-data-pump-10g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28852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Comme pour tout système qui se respecte,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 est important de se choisir une stratégie de sauvegarde pour garantir l'intégrité des données, la fiabilité et la continuité des activités en cas d'incident.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L'élaboration d'une bonne stratégie de sauvegarde nécessite une planification prudente, allant de la sélection du matériel à la détermination du schéma de sauvegarde et autres questions logistiques.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Chaque étape nécessite une analyse soignée à la lumière de facteurs tels que le personnel, l'expertise technique et le budget.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Environnement de Développement (de test) : Habituellement, pas de sauvegarde.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Environnement de Production (données officielles) : Stratégie de sauvegarde est habituellement faite et est fortement recommandée.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être ISO, entreprises doivent parfois démontrer que la sauvegarde des données une partie intégrante des processus.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fr-CA" sz="9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97425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Plus populaires sont :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RMAN : gestionnaire de sauvegarde de BD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SQL*Loader : importation de données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Pump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: (nouvel outil) importation/exportation d’objets BD et de données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09978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CA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Journaux de transactions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perte de données est la principale raison pour laquelle vous devez disposer d'une sauvegarde pour que votre environnement de base de données Oracle reste fiable et sûr.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Causes pertes de données :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crash matériel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Accidents avec mauvaise manipulation des données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Corruption des données à cause d'un virus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Erreurs dans le processus de migration des données d'un dispositif ou d'un système à un autre, etc.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RMAN permet la copie/restauration des données par le concept des journaux de transactions; un paramètre BD permet la personnalisation de ça, parce que ça prend beaucoup d’espace.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67893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CA" sz="1800" b="1" dirty="0" err="1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Rowid</a:t>
            </a:r>
            <a:endParaRPr lang="fr-CA" sz="1800" b="1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BD Oracle utilise la métadonnées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rowid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pour identifier de manière unique une ligne. Le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rowid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est une structure qui contient les informations dont la base de données a besoin pour accéder à une ligne.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ROWID FROM employees WHERE </a:t>
            </a:r>
            <a:r>
              <a:rPr lang="en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employee_id</a:t>
            </a: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100;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1800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180340" algn="l"/>
              </a:tabLs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systèmes de sauvegarde offrent pour la plupart une grande variété d'options. Les plus courantes sont les suivantes :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180340" algn="l"/>
              </a:tabLst>
            </a:pP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180340" algn="l"/>
                <a:tab pos="457200" algn="l"/>
              </a:tabLs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complète : cette méthode transfère sur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espace de stockage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une copie de toutes les données concernées par la sauvegarde, indépendamment de la modification des données depuis l'exécution de la précédente sauvegarde 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180340" algn="l"/>
                <a:tab pos="457200" algn="l"/>
              </a:tabLs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différentielle : cette méthode sauvegarde tous les fichiers modifiés depuis la précédente sauvegarde complète, indépendamment de leur modification depuis la dernière opération de sauvegarde, quel que soit son type 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180340" algn="l"/>
                <a:tab pos="457200" algn="l"/>
              </a:tabLs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incrémentale : ici, se verront transférer sur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espace de stockage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les seuls fichiers modifiés depuis la dernière opération de sauvegarde, quel que soit son type (complète, différentielle ou incrémentale).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180340" algn="l"/>
              </a:tabLst>
            </a:pP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180340" algn="l"/>
              </a:tabLs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méthode choisie dépendra essentiellement de la capacité de votre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espace de stockage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 et de vos besoins en restauration, très rapide ou non.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180340" algn="l"/>
              </a:tabLst>
            </a:pP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180340" algn="l"/>
              </a:tabLs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 exemple, en effectuant quotidiennement une sauvegarde complète, vous aurez besoin d'une capacité très élevée sur un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espace de stockage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mais seule la dernière sauvegarde sera nécessaire pour restaurer toutes vos données.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180340" algn="l"/>
              </a:tabLst>
            </a:pP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180340" algn="l"/>
              </a:tabLs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Inversement, en effectuant une sauvegarde complète une fois par semaine avec une sauvegarde incrémentale quotidienne, vous aurez besoin de beaucoup moins d'espace sur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espace de stockage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mais les opérations de récupération nécessiteront de réaliser sur les serveurs la restauration de la dernière sauvegarde complète et de chaque sauvegarde incrémentale.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180340" algn="l"/>
              </a:tabLs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nombreuses entreprises utilisent une combinaison de méthodes leur permettant d'économiser l'espace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stockage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tout en autorisant cependant une restauration rapide des données. La règle est généralement d'effectuer des sauvegardes hebdomadaires complètes et des sauvegardes journalières incrémentales.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1391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paramètres à évaluer pour définir 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75009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1" i="0" u="none" strike="noStrike" kern="120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Stratégie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1" i="0" u="none" strike="noStrike" kern="120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Point de départ de la sauvegarde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1" i="0" u="none" strike="noStrike" kern="120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Vitesse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1" i="0" u="none" strike="noStrike" kern="120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Stockage nécessaire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1" i="0" u="none" strike="noStrike" kern="120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Besoins de restauration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Complète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Sauvegarde complète précédente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Backup lente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Restore rapide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Très lourd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Dernière sauvegarde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Incrémentale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Sauvegarde complète précédente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Backup rapide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Restore lente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Lourd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Dernière complète + dernière différentielle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Différentielle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La dernière sauvegarde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Backup et restore moyenne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Faible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base" latinLnBrk="0" hangingPunct="1">
              <a:spcBef>
                <a:spcPts val="0"/>
              </a:spcBef>
              <a:spcAft>
                <a:spcPts val="0"/>
              </a:spcAft>
            </a:pPr>
            <a:r>
              <a:rPr lang="fr-CA" sz="1800" b="0" i="0" u="none" strike="noStrike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Dernière complète + toutes les incrémentales depuis la dernière complète</a:t>
            </a:r>
            <a:endParaRPr lang="fr-CA" sz="1800" b="0" i="0" u="none" strike="noStrike" dirty="0">
              <a:effectLst/>
              <a:latin typeface="Arial" panose="020B0604020202020204" pitchFamily="34" charset="0"/>
            </a:endParaRP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0006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Quelle est la différence entre le mode ARCHIVELOG et le mode NOARCHIVELOG ?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 ARCHIVELOG 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mode ARCHIVELOG est un mode dans lequel nous mettons la base de données pour sauvegarder toutes les transactions dans des journaux (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archivelogs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ce qui nous aide dans les scénarios de récupération. À l'aide des journaux archivés, nous pouvons récupérer la base de données jusqu'à n'importe quel moment.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Pendant le mode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archivelog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les informations de rétablissement (REDO) sont écrites dans les journaux d'archives à l'aide du processus ARC n. Afin d'utiliser les technologies de type de sauvegarde RMAN à chaud (HOT), nous avons besoin que notre base de données soit en mode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archivelog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 NOARCHIVELOG 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mode NOARCHIVELOG est essentiellement l'absence de mode ARCHIVELOG et a l'inconvénient de ne pas pouvoir récupérer à tout moment ce dont nous avons besoin.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mode NOARCHIVELOG présente l'avantage de ne pas avoir à écrire de transactions dans un journal d'archivage et augmente ainsi légèrement les performances de la base de données.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restauration d'une base de données exécutée en mode NOARCHIVELOG est très similaire à la restauration d'une base de données en mode ARCHIVELOG. Les principales différences sont 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Seules les sauvegardes à froid (c'est-à-dire les sauvegardes créées lors de l'arrêt normal de la base de données) peuvent être utilisées pour restaurer une base de données en mode NOARCHIVELOG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récupération de support n'est pas possible, car il n'y a pas de journaux archivés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fr-CA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fr-CA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None/>
            </a:pPr>
            <a:r>
              <a:rPr lang="fr-CA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TEXTE EN ANGLAIS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difference between ARCHIVELOG mode and NOARCHIVELOG mode?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ARCHIVELOG mode: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ARCHIVELOG mode is a mode where we put database to backup all transactions into logs(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archivelogs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,which help us in recovery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scenarios.With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help of archived logs we can recover database till any point of time.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During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archivelog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 redo information is written into archive logs using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process.In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order to utilize RMAN and HOT backup type of technologies we need our database to be in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archivelog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mode.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NOARCHIVELOG mode: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NOARCHIVELOG mode is basically the absence of ARCHIVELOG mode and has the disadvantage of not being able to recover to any  point of time we need.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NOARCHIVELOG mode does have the advantage of not having to write transactions to an archive log and thus increases the performance of the database slightly.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Restore of a database running in NOARCHIVELOG mode is very similar to restore of a database in ARCHIVELOG mode. The main differences are: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cold backups (that is, backups created when the database was shut down normally) can be used in restoring a database in NOARCHIVELOG mode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 recovery is not possible, because there are no archived logs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None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38493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1000" dirty="0"/>
              <a:t>Mise en situation 1 : Amazon</a:t>
            </a:r>
          </a:p>
          <a:p>
            <a:pPr marL="171450" indent="-171450">
              <a:buFontTx/>
              <a:buChar char="-"/>
            </a:pPr>
            <a:r>
              <a:rPr lang="fr-CA" sz="1000" dirty="0"/>
              <a:t>Gros budget, le mode Archive est activé sur la BD Oracle (plusieurs serveurs de stockage de données)</a:t>
            </a:r>
          </a:p>
          <a:p>
            <a:pPr marL="171450" indent="-171450">
              <a:buFontTx/>
              <a:buChar char="-"/>
            </a:pPr>
            <a:r>
              <a:rPr lang="fr-CA" sz="1000" dirty="0"/>
              <a:t>On fait un backup à 6 h	</a:t>
            </a:r>
          </a:p>
          <a:p>
            <a:pPr marL="171450" indent="-171450">
              <a:buFontTx/>
              <a:buChar char="-"/>
            </a:pPr>
            <a:r>
              <a:rPr lang="fr-CA" sz="1000" dirty="0"/>
              <a:t>Pendant le jour, il y a des transactions (achats) dans le journal de transactions (</a:t>
            </a:r>
            <a:r>
              <a:rPr lang="fr-CA" sz="1000" dirty="0" err="1"/>
              <a:t>Redo</a:t>
            </a:r>
            <a:r>
              <a:rPr lang="fr-CA" sz="1000" dirty="0"/>
              <a:t> Log) qui sont sauvegardées (Commit) dans la base de données (données persistées)</a:t>
            </a:r>
          </a:p>
          <a:p>
            <a:pPr marL="171450" indent="-171450">
              <a:buFontTx/>
              <a:buChar char="-"/>
            </a:pPr>
            <a:r>
              <a:rPr lang="fr-CA" sz="1000" dirty="0"/>
              <a:t>NOUVEAUTÉ! Pendant ce temps, les transactions dont les données sont persistées (Commit) sont aussi notées dans un journal (Archive Log) grâce au mode Archive</a:t>
            </a:r>
          </a:p>
          <a:p>
            <a:pPr marL="171450" indent="-171450">
              <a:buFontTx/>
              <a:buChar char="-"/>
            </a:pPr>
            <a:r>
              <a:rPr lang="fr-CA" sz="1000" dirty="0"/>
              <a:t>À 16 h : CRASH!</a:t>
            </a:r>
          </a:p>
          <a:p>
            <a:pPr marL="171450" indent="-171450">
              <a:buFontTx/>
              <a:buChar char="-"/>
            </a:pPr>
            <a:r>
              <a:rPr lang="fr-CA" sz="1000" dirty="0"/>
              <a:t>Récupération du backup de 6 h du matin</a:t>
            </a:r>
          </a:p>
          <a:p>
            <a:pPr marL="171450" indent="-171450">
              <a:buFontTx/>
              <a:buChar char="-"/>
            </a:pPr>
            <a:r>
              <a:rPr lang="fr-CA" sz="1000" dirty="0"/>
              <a:t>RMAN réexécute les transactions notées dans le journal d'archives (Archive Log)</a:t>
            </a:r>
          </a:p>
          <a:p>
            <a:pPr marL="0" indent="0">
              <a:buFontTx/>
              <a:buNone/>
            </a:pPr>
            <a:endParaRPr lang="fr-CA" sz="1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2697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1000" dirty="0"/>
              <a:t>Mise en situation 2 : </a:t>
            </a:r>
            <a:r>
              <a:rPr lang="fr-CA" sz="1000" dirty="0" err="1"/>
              <a:t>Wikipedia</a:t>
            </a:r>
            <a:endParaRPr lang="fr-CA" sz="1000" dirty="0"/>
          </a:p>
          <a:p>
            <a:pPr marL="171450" indent="-171450">
              <a:buFontTx/>
              <a:buChar char="-"/>
            </a:pPr>
            <a:r>
              <a:rPr lang="fr-CA" sz="1000" dirty="0"/>
              <a:t>Petit budget, le mode Archive est désactivé sur la BD Oracle (économique en archivage)</a:t>
            </a:r>
          </a:p>
          <a:p>
            <a:pPr marL="171450" indent="-171450">
              <a:buFontTx/>
              <a:buChar char="-"/>
            </a:pPr>
            <a:r>
              <a:rPr lang="fr-CA" sz="1000" dirty="0"/>
              <a:t>On fait un backup à 6 h	</a:t>
            </a:r>
          </a:p>
          <a:p>
            <a:pPr marL="171450" indent="-171450">
              <a:buFontTx/>
              <a:buChar char="-"/>
            </a:pPr>
            <a:r>
              <a:rPr lang="fr-CA" sz="1000" dirty="0"/>
              <a:t>Pendant le jour, il y a des transactions (rédaction d'articles Wikipédia) dans le journal de transactions (</a:t>
            </a:r>
            <a:r>
              <a:rPr lang="fr-CA" sz="1000" dirty="0" err="1"/>
              <a:t>Redo</a:t>
            </a:r>
            <a:r>
              <a:rPr lang="fr-CA" sz="1000" dirty="0"/>
              <a:t> Log) qui sont sauvegardées (Commit) dans la base de données (données persistées)</a:t>
            </a:r>
          </a:p>
          <a:p>
            <a:pPr marL="171450" indent="-171450">
              <a:buFontTx/>
              <a:buChar char="-"/>
            </a:pPr>
            <a:r>
              <a:rPr lang="fr-CA" sz="1000" dirty="0"/>
              <a:t>À 16 h : CRASH!</a:t>
            </a:r>
          </a:p>
          <a:p>
            <a:pPr marL="171450" indent="-171450">
              <a:buFontTx/>
              <a:buChar char="-"/>
            </a:pPr>
            <a:r>
              <a:rPr lang="fr-CA" sz="1000" dirty="0"/>
              <a:t>Récupération du backup de 6 h du matin</a:t>
            </a:r>
          </a:p>
          <a:p>
            <a:pPr marL="171450" indent="-171450">
              <a:buFontTx/>
              <a:buChar char="-"/>
            </a:pPr>
            <a:r>
              <a:rPr lang="fr-CA" sz="1000" dirty="0"/>
              <a:t>On doit malheureusement rédiger à nouveau les articles qui ont été perdu depuis 6 h</a:t>
            </a:r>
          </a:p>
          <a:p>
            <a:endParaRPr lang="fr-CA" sz="1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95422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https://www.oracletutorial.com/oracle-administration/oracle-sqlloader/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SQL*Loader vous permet de charger des données d'un fichier externe dans une table de la base de données. Il peut analyser de nombreux formats de fichiers délimités tels que CSV.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Importation de données seulement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64771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CA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BAD file :  </a:t>
            </a:r>
            <a:r>
              <a:rPr lang="fr-C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le mauvais fichier contient des lignes qui ont été rejetées en raison d'erreurs. Ces erreurs peuvent inclure des types de données incorrects ou des contraintes d'intégrité référentielle.</a:t>
            </a:r>
            <a:br>
              <a:rPr lang="fr-C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endParaRPr lang="fr-CA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CA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Discard</a:t>
            </a:r>
            <a:r>
              <a:rPr lang="fr-CA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file :  </a:t>
            </a:r>
            <a:r>
              <a:rPr lang="fr-C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le fichier de suppression contient des lignes qui ont été supprimées car elles ont été filtrées en raison d'une instruction dans le fichier de contrôle SQL*Loader. (Paramètre SKIP – 10 première lignes non insérées, mais pas nécessairement mauvaises)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5387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87576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https://oracle-base.com/articles/10g/oracle-data-pump-10g</a:t>
            </a: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Pump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est un utilitaire de transfert de données rapide fourni par Oracle. Disponible depuis 10g, il s'agit d’un nouvel outil et est voué à remplacer SQL*Loader.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Beaucoup plus malléable, car crée des fichiers qu’on peut copier, déplacer, …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Outil disponible (ligne de commande), mais </a:t>
            </a:r>
            <a:r>
              <a:rPr lang="fr-CA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package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DBMS_DATAPUMP également disponible (utilisation PL/SQL).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Doit être exécuté AS SYSDBA.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7126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526388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66471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350155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35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860753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523FB-E11E-47A2-9830-CCA9097696EB}" type="slidenum">
              <a:rPr lang="fr-CA" smtClean="0"/>
              <a:t>36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09670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DEA0F9F1-0A2D-436B-86D1-BF33F64C7B8B}" type="datetime1">
              <a:rPr lang="fr-CA" smtClean="0"/>
              <a:t>2021-12-05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034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85E2F688-D465-48CA-9D05-02DE3F8B24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3938" y="6470650"/>
            <a:ext cx="8102600" cy="274638"/>
          </a:xfrm>
        </p:spPr>
        <p:txBody>
          <a:bodyPr>
            <a:normAutofit/>
          </a:bodyPr>
          <a:lstStyle>
            <a:lvl5pPr marL="0" indent="0">
              <a:buFont typeface="Arial" panose="020B0604020202020204" pitchFamily="34" charset="0"/>
              <a:buNone/>
              <a:defRPr sz="1000" b="1"/>
            </a:lvl5pPr>
          </a:lstStyle>
          <a:p>
            <a:pPr lvl="4"/>
            <a:r>
              <a:rPr lang="fr-FR" dirty="0"/>
              <a:t>Référence : …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88537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40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0786872" cy="14996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19" y="2286000"/>
            <a:ext cx="5821681" cy="40233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220200" y="6470704"/>
            <a:ext cx="1524191" cy="274320"/>
          </a:xfrm>
        </p:spPr>
        <p:txBody>
          <a:bodyPr/>
          <a:lstStyle/>
          <a:p>
            <a:r>
              <a:rPr lang="fr-CA" dirty="0"/>
              <a:t>Par Martin Hardy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CFF0CEE-5267-4402-8F98-EC7853DB8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3938" y="6470650"/>
            <a:ext cx="8102600" cy="274638"/>
          </a:xfrm>
        </p:spPr>
        <p:txBody>
          <a:bodyPr>
            <a:normAutofit/>
          </a:bodyPr>
          <a:lstStyle>
            <a:lvl5pPr marL="0" indent="0">
              <a:buFont typeface="Arial" panose="020B0604020202020204" pitchFamily="34" charset="0"/>
              <a:buNone/>
              <a:defRPr sz="1000" b="1"/>
            </a:lvl5pPr>
          </a:lstStyle>
          <a:p>
            <a:pPr lvl="4"/>
            <a:r>
              <a:rPr lang="fr-FR" dirty="0"/>
              <a:t>Référence : …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0281080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0786872" cy="14996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19" y="2286000"/>
            <a:ext cx="5821681" cy="4023360"/>
          </a:xfrm>
          <a:solidFill>
            <a:schemeClr val="bg2"/>
          </a:solidFill>
          <a:ln>
            <a:solidFill>
              <a:schemeClr val="accent1"/>
            </a:solidFill>
          </a:ln>
        </p:spPr>
        <p:txBody>
          <a:bodyPr vert="horz" lIns="45720" tIns="45720" rIns="45720" bIns="45720" rtlCol="0">
            <a:normAutofit fontScale="92500" lnSpcReduction="20000"/>
          </a:bodyPr>
          <a:lstStyle>
            <a:lvl1pPr>
              <a:defRPr lang="fr-FR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lang="fr-FR" dirty="0"/>
            </a:lvl2pPr>
            <a:lvl3pPr>
              <a:defRPr lang="fr-FR" dirty="0"/>
            </a:lvl3pPr>
            <a:lvl4pPr>
              <a:defRPr lang="fr-FR" dirty="0"/>
            </a:lvl4pPr>
            <a:lvl5pPr>
              <a:defRPr lang="en-US" dirty="0"/>
            </a:lvl5pPr>
          </a:lstStyle>
          <a:p>
            <a:pPr marL="19050" lvl="0" indent="0">
              <a:spcBef>
                <a:spcPts val="0"/>
              </a:spcBef>
              <a:spcAft>
                <a:spcPts val="0"/>
              </a:spcAft>
              <a:buNone/>
              <a:tabLst>
                <a:tab pos="352425" algn="l"/>
                <a:tab pos="719138" algn="l"/>
                <a:tab pos="1071563" algn="l"/>
                <a:tab pos="1436688" algn="l"/>
                <a:tab pos="1789113" algn="l"/>
                <a:tab pos="2155825" algn="l"/>
                <a:tab pos="2508250" algn="l"/>
              </a:tabLst>
            </a:pPr>
            <a:r>
              <a:rPr lang="fr-FR" dirty="0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220200" y="6470704"/>
            <a:ext cx="1524191" cy="274320"/>
          </a:xfrm>
        </p:spPr>
        <p:txBody>
          <a:bodyPr/>
          <a:lstStyle/>
          <a:p>
            <a:r>
              <a:rPr lang="fr-CA" dirty="0"/>
              <a:t>Par Martin Hardy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CFF0CEE-5267-4402-8F98-EC7853DB8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3938" y="6470650"/>
            <a:ext cx="8102600" cy="274638"/>
          </a:xfrm>
        </p:spPr>
        <p:txBody>
          <a:bodyPr>
            <a:normAutofit/>
          </a:bodyPr>
          <a:lstStyle>
            <a:lvl5pPr marL="0" indent="0">
              <a:buFont typeface="Arial" panose="020B0604020202020204" pitchFamily="34" charset="0"/>
              <a:buNone/>
              <a:defRPr sz="1000" b="1"/>
            </a:lvl5pPr>
          </a:lstStyle>
          <a:p>
            <a:pPr lvl="4"/>
            <a:r>
              <a:rPr lang="fr-FR" dirty="0"/>
              <a:t>Référence : …</a:t>
            </a:r>
            <a:endParaRPr lang="fr-CA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31541AE-BA1E-4156-9EAB-85CCE671BE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3938" y="2286000"/>
            <a:ext cx="4826000" cy="4023360"/>
          </a:xfrm>
        </p:spPr>
        <p:txBody>
          <a:bodyPr/>
          <a:lstStyle>
            <a:lvl1pPr marL="711200" indent="-692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711200" algn="l"/>
                <a:tab pos="1436688" algn="l"/>
                <a:tab pos="2147888" algn="l"/>
              </a:tabLst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318237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 Texte +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0786872" cy="14996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19" y="2286000"/>
            <a:ext cx="5821681" cy="4023360"/>
          </a:xfrm>
          <a:solidFill>
            <a:schemeClr val="bg2"/>
          </a:solidFill>
          <a:ln>
            <a:solidFill>
              <a:schemeClr val="accent1"/>
            </a:solidFill>
          </a:ln>
        </p:spPr>
        <p:txBody>
          <a:bodyPr vert="horz" lIns="45720" tIns="45720" rIns="45720" bIns="45720" rtlCol="0">
            <a:normAutofit fontScale="92500" lnSpcReduction="20000"/>
          </a:bodyPr>
          <a:lstStyle>
            <a:lvl1pPr>
              <a:defRPr lang="fr-FR" sz="2100" kern="1200" dirty="0">
                <a:solidFill>
                  <a:schemeClr val="tx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  <a:lvl2pPr>
              <a:defRPr lang="fr-FR" dirty="0"/>
            </a:lvl2pPr>
            <a:lvl3pPr>
              <a:defRPr lang="fr-FR" dirty="0"/>
            </a:lvl3pPr>
            <a:lvl4pPr>
              <a:defRPr lang="fr-FR" dirty="0"/>
            </a:lvl4pPr>
            <a:lvl5pPr>
              <a:defRPr lang="en-US" dirty="0"/>
            </a:lvl5pPr>
          </a:lstStyle>
          <a:p>
            <a:pPr marL="19050" lvl="0" indent="0">
              <a:spcBef>
                <a:spcPts val="0"/>
              </a:spcBef>
              <a:spcAft>
                <a:spcPts val="0"/>
              </a:spcAft>
              <a:buNone/>
              <a:tabLst>
                <a:tab pos="352425" algn="l"/>
                <a:tab pos="719138" algn="l"/>
                <a:tab pos="1071563" algn="l"/>
                <a:tab pos="1436688" algn="l"/>
                <a:tab pos="1789113" algn="l"/>
                <a:tab pos="2155825" algn="l"/>
                <a:tab pos="2508250" algn="l"/>
              </a:tabLst>
            </a:pPr>
            <a:r>
              <a:rPr lang="fr-FR" dirty="0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220200" y="6470704"/>
            <a:ext cx="1524191" cy="274320"/>
          </a:xfrm>
        </p:spPr>
        <p:txBody>
          <a:bodyPr/>
          <a:lstStyle/>
          <a:p>
            <a:r>
              <a:rPr lang="fr-CA" dirty="0"/>
              <a:t>Par Martin Hardy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CFF0CEE-5267-4402-8F98-EC7853DB8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3938" y="6470650"/>
            <a:ext cx="8102600" cy="274638"/>
          </a:xfrm>
        </p:spPr>
        <p:txBody>
          <a:bodyPr>
            <a:normAutofit/>
          </a:bodyPr>
          <a:lstStyle>
            <a:lvl5pPr marL="0" indent="0">
              <a:buFont typeface="Arial" panose="020B0604020202020204" pitchFamily="34" charset="0"/>
              <a:buNone/>
              <a:defRPr sz="1000" b="1"/>
            </a:lvl5pPr>
          </a:lstStyle>
          <a:p>
            <a:pPr lvl="4"/>
            <a:r>
              <a:rPr lang="fr-FR" dirty="0"/>
              <a:t>Référence : …</a:t>
            </a:r>
            <a:endParaRPr lang="fr-CA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31541AE-BA1E-4156-9EAB-85CCE671BE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3938" y="2286000"/>
            <a:ext cx="4826000" cy="4023360"/>
          </a:xfrm>
        </p:spPr>
        <p:txBody>
          <a:bodyPr vert="horz" lIns="45720" tIns="45720" rIns="45720" bIns="45720" rtlCol="0">
            <a:normAutofit/>
          </a:bodyPr>
          <a:lstStyle>
            <a:lvl1pPr marL="361950" indent="-342900">
              <a:defRPr lang="fr-FR" dirty="0"/>
            </a:lvl1pPr>
            <a:lvl2pPr marL="627063" indent="-233363">
              <a:tabLst/>
              <a:defRPr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5158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7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79" cy="3341572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994" y="2179636"/>
            <a:ext cx="5398002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994" y="2967788"/>
            <a:ext cx="5398002" cy="33415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B5D865D-DE40-4DB2-9008-2CE08010F1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3938" y="6470650"/>
            <a:ext cx="8102600" cy="274638"/>
          </a:xfrm>
        </p:spPr>
        <p:txBody>
          <a:bodyPr>
            <a:normAutofit/>
          </a:bodyPr>
          <a:lstStyle>
            <a:lvl5pPr marL="0" indent="0">
              <a:buFont typeface="Arial" panose="020B0604020202020204" pitchFamily="34" charset="0"/>
              <a:buNone/>
              <a:defRPr sz="1000" b="1"/>
            </a:lvl5pPr>
          </a:lstStyle>
          <a:p>
            <a:pPr lvl="4"/>
            <a:r>
              <a:rPr lang="fr-FR" dirty="0"/>
              <a:t>Référence : …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854271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3539996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3539996" cy="3341572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71000" y="2179636"/>
            <a:ext cx="3539996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r-FR" dirty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71000" y="2967788"/>
            <a:ext cx="3539996" cy="33415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B5D865D-DE40-4DB2-9008-2CE08010F1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3938" y="6470650"/>
            <a:ext cx="8102600" cy="274638"/>
          </a:xfrm>
        </p:spPr>
        <p:txBody>
          <a:bodyPr>
            <a:normAutofit/>
          </a:bodyPr>
          <a:lstStyle>
            <a:lvl5pPr marL="0" indent="0">
              <a:buFont typeface="Arial" panose="020B0604020202020204" pitchFamily="34" charset="0"/>
              <a:buNone/>
              <a:defRPr sz="1000" b="1"/>
            </a:lvl5pPr>
          </a:lstStyle>
          <a:p>
            <a:pPr lvl="4"/>
            <a:r>
              <a:rPr lang="fr-FR" dirty="0"/>
              <a:t>Référence : …</a:t>
            </a:r>
            <a:endParaRPr lang="fr-CA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856B5EF-5350-46CE-9B45-F38862E3F8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7564" y="2179636"/>
            <a:ext cx="3539996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r-FR" dirty="0"/>
              <a:t>Cliquez pour modifier les styles du texte du masque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A8713A18-E38A-4B7C-8B7B-FCD075087DD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47564" y="2967788"/>
            <a:ext cx="3539996" cy="3341572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931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FBC9ECB5-70DF-4527-B9D2-5DDE69982F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3938" y="6470650"/>
            <a:ext cx="8102600" cy="274638"/>
          </a:xfrm>
        </p:spPr>
        <p:txBody>
          <a:bodyPr>
            <a:normAutofit/>
          </a:bodyPr>
          <a:lstStyle>
            <a:lvl5pPr marL="0" indent="0">
              <a:buFont typeface="Arial" panose="020B0604020202020204" pitchFamily="34" charset="0"/>
              <a:buNone/>
              <a:defRPr sz="1000" b="1"/>
            </a:lvl5pPr>
          </a:lstStyle>
          <a:p>
            <a:pPr lvl="4"/>
            <a:r>
              <a:rPr lang="fr-FR" dirty="0"/>
              <a:t>Référence : …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047956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51E6E37F-48C1-470B-A0C2-E8E7E5787B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3938" y="6470650"/>
            <a:ext cx="8102600" cy="274638"/>
          </a:xfrm>
        </p:spPr>
        <p:txBody>
          <a:bodyPr>
            <a:normAutofit/>
          </a:bodyPr>
          <a:lstStyle>
            <a:lvl5pPr marL="0" indent="0">
              <a:buFont typeface="Arial" panose="020B0604020202020204" pitchFamily="34" charset="0"/>
              <a:buNone/>
              <a:defRPr sz="1000" b="1"/>
            </a:lvl5pPr>
          </a:lstStyle>
          <a:p>
            <a:pPr lvl="4"/>
            <a:r>
              <a:rPr lang="fr-FR" dirty="0"/>
              <a:t>Référence : …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041771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611AD209-F383-4B4C-9603-08AFA88FF1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3938" y="6470650"/>
            <a:ext cx="8102600" cy="274638"/>
          </a:xfrm>
        </p:spPr>
        <p:txBody>
          <a:bodyPr>
            <a:normAutofit/>
          </a:bodyPr>
          <a:lstStyle>
            <a:lvl5pPr marL="0" indent="0">
              <a:buFont typeface="Arial" panose="020B0604020202020204" pitchFamily="34" charset="0"/>
              <a:buNone/>
              <a:defRPr sz="1000" b="1"/>
            </a:lvl5pPr>
          </a:lstStyle>
          <a:p>
            <a:pPr lvl="4"/>
            <a:r>
              <a:rPr lang="fr-FR" dirty="0"/>
              <a:t>Référence : …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071249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55A303F9-E59A-4C8C-B9CC-B04964D19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481099"/>
            <a:ext cx="8102600" cy="274638"/>
          </a:xfrm>
        </p:spPr>
        <p:txBody>
          <a:bodyPr>
            <a:normAutofit/>
          </a:bodyPr>
          <a:lstStyle>
            <a:lvl5pPr marL="0" indent="0">
              <a:buFont typeface="Arial" panose="020B0604020202020204" pitchFamily="34" charset="0"/>
              <a:buNone/>
              <a:defRPr sz="1000" b="1"/>
            </a:lvl5pPr>
          </a:lstStyle>
          <a:p>
            <a:pPr lvl="4"/>
            <a:r>
              <a:rPr lang="fr-FR" dirty="0"/>
              <a:t>Référence : …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952012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/>
          <a:lstStyle/>
          <a:p>
            <a:fld id="{15C5240A-CE81-4FB0-8B32-AFD473AF1974}" type="datetime1">
              <a:rPr lang="fr-CA" smtClean="0"/>
              <a:t>2021-12-05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22F0567-25D9-4E16-B7C8-8091D8F111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0"/>
            <a:ext cx="12192000" cy="4743449"/>
          </a:xfrm>
          <a:solidFill>
            <a:schemeClr val="accent1">
              <a:lumMod val="60000"/>
              <a:lumOff val="40000"/>
            </a:schemeClr>
          </a:solidFill>
        </p:spPr>
        <p:txBody>
          <a:bodyPr vert="horz" lIns="457200" tIns="365760" rIns="45720" bIns="45720" rtlCol="0" anchor="t">
            <a:normAutofit/>
          </a:bodyPr>
          <a:lstStyle>
            <a:lvl1pPr>
              <a:defRPr lang="fr-FR" sz="3200" smtClean="0"/>
            </a:lvl1pPr>
            <a:lvl2pPr>
              <a:defRPr lang="fr-FR" sz="2800" smtClean="0"/>
            </a:lvl2pPr>
            <a:lvl3pPr>
              <a:defRPr lang="fr-FR" sz="2400" smtClean="0"/>
            </a:lvl3pPr>
            <a:lvl4pPr>
              <a:defRPr lang="fr-FR" sz="2000" smtClean="0"/>
            </a:lvl4pPr>
            <a:lvl5pPr>
              <a:defRPr lang="fr-CA" sz="2000"/>
            </a:lvl5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  <a:p>
            <a:pPr marL="457200" lvl="1" indent="0">
              <a:buNone/>
            </a:pPr>
            <a:r>
              <a:rPr lang="fr-FR"/>
              <a:t>Deuxième niveau</a:t>
            </a:r>
          </a:p>
          <a:p>
            <a:pPr marL="914400" lvl="2" indent="0">
              <a:buNone/>
            </a:pPr>
            <a:r>
              <a:rPr lang="fr-FR"/>
              <a:t>Troisième niveau</a:t>
            </a:r>
          </a:p>
          <a:p>
            <a:pPr marL="1371600" lvl="3" indent="0">
              <a:buNone/>
            </a:pPr>
            <a:r>
              <a:rPr lang="fr-FR"/>
              <a:t>Quatrième niveau</a:t>
            </a:r>
          </a:p>
          <a:p>
            <a:pPr marL="1828800" lvl="4" indent="0">
              <a:buNone/>
            </a:pPr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92361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/>
          <a:lstStyle/>
          <a:p>
            <a:fld id="{2898E65E-99E7-4D61-B7D6-097031A19B02}" type="datetime1">
              <a:rPr lang="fr-CA" smtClean="0"/>
              <a:t>2021-12-05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5671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/>
          <a:lstStyle/>
          <a:p>
            <a:fld id="{B86E1D26-833B-4F05-8168-D235BC3BA6CB}" type="datetime1">
              <a:rPr lang="fr-CA" smtClean="0"/>
              <a:t>2021-12-05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95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17847-D183-4395-850F-9315D78D873B}" type="datetime1">
              <a:rPr lang="fr-CA" smtClean="0"/>
              <a:t>2021-12-05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422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10786869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10786872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fr-FR" noProof="1"/>
              <a:t>Cliquez pour modifier les styles du texte du masque</a:t>
            </a:r>
          </a:p>
          <a:p>
            <a:pPr lvl="1"/>
            <a:r>
              <a:rPr lang="fr-FR" noProof="1"/>
              <a:t>Deuxième niveau</a:t>
            </a:r>
          </a:p>
          <a:p>
            <a:pPr lvl="2"/>
            <a:r>
              <a:rPr lang="fr-FR" noProof="1"/>
              <a:t>Troisième niveau</a:t>
            </a:r>
          </a:p>
          <a:p>
            <a:pPr lvl="3"/>
            <a:r>
              <a:rPr lang="fr-FR" noProof="1"/>
              <a:t>Quatrième niveau</a:t>
            </a:r>
          </a:p>
          <a:p>
            <a:pPr lvl="4"/>
            <a:r>
              <a:rPr lang="fr-FR" noProof="1"/>
              <a:t>Cinquième niveau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34500" y="6470704"/>
            <a:ext cx="1409891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7C13EE0-EECB-40F2-9442-5B8A58796019}" type="slidenum">
              <a:rPr lang="fr-CA" smtClean="0"/>
              <a:pPr/>
              <a:t>‹N°›</a:t>
            </a:fld>
            <a:endParaRPr lang="fr-C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74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51" r:id="rId5"/>
    <p:sldLayoutId id="2147483767" r:id="rId6"/>
    <p:sldLayoutId id="2147483741" r:id="rId7"/>
    <p:sldLayoutId id="2147483769" r:id="rId8"/>
    <p:sldLayoutId id="2147483742" r:id="rId9"/>
    <p:sldLayoutId id="2147483743" r:id="rId10"/>
    <p:sldLayoutId id="2147483744" r:id="rId11"/>
    <p:sldLayoutId id="2147483745" r:id="rId12"/>
    <p:sldLayoutId id="2147483750" r:id="rId13"/>
    <p:sldLayoutId id="2147483746" r:id="rId14"/>
    <p:sldLayoutId id="2147483747" r:id="rId15"/>
    <p:sldLayoutId id="2147483768" r:id="rId1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65113" indent="-246063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233363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slide" Target="slide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.png"/><Relationship Id="rId11" Type="http://schemas.openxmlformats.org/officeDocument/2006/relationships/slide" Target="slide34.xml"/><Relationship Id="rId5" Type="http://schemas.openxmlformats.org/officeDocument/2006/relationships/image" Target="../media/image5.png"/><Relationship Id="rId10" Type="http://schemas.openxmlformats.org/officeDocument/2006/relationships/slide" Target="slide22.xml"/><Relationship Id="rId4" Type="http://schemas.openxmlformats.org/officeDocument/2006/relationships/image" Target="../media/image4.png"/><Relationship Id="rId9" Type="http://schemas.openxmlformats.org/officeDocument/2006/relationships/slide" Target="slide18.xml"/><Relationship Id="rId1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3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itions-eni.fr/open/mediabook.aspx?idR=b09e70611ada234a28643684194a36e7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4" Type="http://schemas.openxmlformats.org/officeDocument/2006/relationships/image" Target="../media/image11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notesSlide" Target="../notesSlides/notesSlide6.xml"/><Relationship Id="rId7" Type="http://schemas.openxmlformats.org/officeDocument/2006/relationships/diagramQuickStyle" Target="../diagrams/quickStyl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hyperlink" Target="https://www.baculasystems.com/fr/blog-fr/logiciel-sauvegarde-incrementielle-differentielle/" TargetMode="External"/><Relationship Id="rId9" Type="http://schemas.microsoft.com/office/2007/relationships/diagramDrawing" Target="../diagrams/drawing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-83E6levzM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-83E6levzM?feature=oembed" TargetMode="Externa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7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hyperlink" Target="https://www.baculasystems.com/fr/blog-fr/logiciel-sauvegarde-incrementielle-differentielle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5" Type="http://schemas.openxmlformats.org/officeDocument/2006/relationships/hyperlink" Target="https://web.stanford.edu/dept/itss/docs/oracle/10gR2/backup.102/b14191/rcmrecov001.htm" TargetMode="External"/><Relationship Id="rId4" Type="http://schemas.openxmlformats.org/officeDocument/2006/relationships/hyperlink" Target="http://orcl11gdba.blogspot.com/2014/05/archivelog-mode-vs-noarchivelog-mode.html" TargetMode="Externa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23.xml"/><Relationship Id="rId18" Type="http://schemas.openxmlformats.org/officeDocument/2006/relationships/slideLayout" Target="../slideLayouts/slideLayout4.xml"/><Relationship Id="rId26" Type="http://schemas.openxmlformats.org/officeDocument/2006/relationships/image" Target="../media/image19.png"/><Relationship Id="rId21" Type="http://schemas.openxmlformats.org/officeDocument/2006/relationships/image" Target="../media/image14.svg"/><Relationship Id="rId34" Type="http://schemas.openxmlformats.org/officeDocument/2006/relationships/image" Target="../media/image27.sv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5" Type="http://schemas.openxmlformats.org/officeDocument/2006/relationships/image" Target="../media/image18.svg"/><Relationship Id="rId33" Type="http://schemas.openxmlformats.org/officeDocument/2006/relationships/image" Target="../media/image26.png"/><Relationship Id="rId38" Type="http://schemas.openxmlformats.org/officeDocument/2006/relationships/image" Target="../media/image31.svg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13.png"/><Relationship Id="rId29" Type="http://schemas.openxmlformats.org/officeDocument/2006/relationships/image" Target="../media/image22.sv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image" Target="../media/image17.png"/><Relationship Id="rId32" Type="http://schemas.openxmlformats.org/officeDocument/2006/relationships/image" Target="../media/image25.png"/><Relationship Id="rId37" Type="http://schemas.openxmlformats.org/officeDocument/2006/relationships/image" Target="../media/image30.png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image" Target="../media/image16.svg"/><Relationship Id="rId28" Type="http://schemas.openxmlformats.org/officeDocument/2006/relationships/image" Target="../media/image21.png"/><Relationship Id="rId36" Type="http://schemas.openxmlformats.org/officeDocument/2006/relationships/image" Target="../media/image29.svg"/><Relationship Id="rId10" Type="http://schemas.openxmlformats.org/officeDocument/2006/relationships/tags" Target="../tags/tag20.xml"/><Relationship Id="rId19" Type="http://schemas.openxmlformats.org/officeDocument/2006/relationships/notesSlide" Target="../notesSlides/notesSlide10.xml"/><Relationship Id="rId31" Type="http://schemas.openxmlformats.org/officeDocument/2006/relationships/image" Target="../media/image24.sv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15.png"/><Relationship Id="rId27" Type="http://schemas.openxmlformats.org/officeDocument/2006/relationships/image" Target="../media/image20.svg"/><Relationship Id="rId30" Type="http://schemas.openxmlformats.org/officeDocument/2006/relationships/image" Target="../media/image23.png"/><Relationship Id="rId35" Type="http://schemas.openxmlformats.org/officeDocument/2006/relationships/image" Target="../media/image28.png"/><Relationship Id="rId8" Type="http://schemas.openxmlformats.org/officeDocument/2006/relationships/tags" Target="../tags/tag18.xml"/><Relationship Id="rId3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40.xml"/><Relationship Id="rId18" Type="http://schemas.openxmlformats.org/officeDocument/2006/relationships/slideLayout" Target="../slideLayouts/slideLayout4.xml"/><Relationship Id="rId26" Type="http://schemas.openxmlformats.org/officeDocument/2006/relationships/image" Target="../media/image19.png"/><Relationship Id="rId21" Type="http://schemas.openxmlformats.org/officeDocument/2006/relationships/image" Target="../media/image14.svg"/><Relationship Id="rId34" Type="http://schemas.openxmlformats.org/officeDocument/2006/relationships/image" Target="../media/image30.png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tags" Target="../tags/tag44.xml"/><Relationship Id="rId25" Type="http://schemas.openxmlformats.org/officeDocument/2006/relationships/image" Target="../media/image18.svg"/><Relationship Id="rId33" Type="http://schemas.openxmlformats.org/officeDocument/2006/relationships/image" Target="../media/image27.svg"/><Relationship Id="rId38" Type="http://schemas.openxmlformats.org/officeDocument/2006/relationships/image" Target="../media/image34.svg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0" Type="http://schemas.openxmlformats.org/officeDocument/2006/relationships/image" Target="../media/image13.png"/><Relationship Id="rId29" Type="http://schemas.openxmlformats.org/officeDocument/2006/relationships/image" Target="../media/image22.sv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24" Type="http://schemas.openxmlformats.org/officeDocument/2006/relationships/image" Target="../media/image17.png"/><Relationship Id="rId32" Type="http://schemas.openxmlformats.org/officeDocument/2006/relationships/image" Target="../media/image26.png"/><Relationship Id="rId37" Type="http://schemas.openxmlformats.org/officeDocument/2006/relationships/image" Target="../media/image33.png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23" Type="http://schemas.openxmlformats.org/officeDocument/2006/relationships/image" Target="../media/image16.svg"/><Relationship Id="rId28" Type="http://schemas.openxmlformats.org/officeDocument/2006/relationships/image" Target="../media/image21.png"/><Relationship Id="rId36" Type="http://schemas.openxmlformats.org/officeDocument/2006/relationships/image" Target="../media/image32.jpeg"/><Relationship Id="rId10" Type="http://schemas.openxmlformats.org/officeDocument/2006/relationships/tags" Target="../tags/tag37.xml"/><Relationship Id="rId19" Type="http://schemas.openxmlformats.org/officeDocument/2006/relationships/notesSlide" Target="../notesSlides/notesSlide11.xml"/><Relationship Id="rId31" Type="http://schemas.openxmlformats.org/officeDocument/2006/relationships/image" Target="../media/image24.svg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image" Target="../media/image15.png"/><Relationship Id="rId27" Type="http://schemas.openxmlformats.org/officeDocument/2006/relationships/image" Target="../media/image20.svg"/><Relationship Id="rId30" Type="http://schemas.openxmlformats.org/officeDocument/2006/relationships/image" Target="../media/image23.png"/><Relationship Id="rId35" Type="http://schemas.openxmlformats.org/officeDocument/2006/relationships/image" Target="../media/image31.svg"/><Relationship Id="rId8" Type="http://schemas.openxmlformats.org/officeDocument/2006/relationships/tags" Target="../tags/tag35.xml"/><Relationship Id="rId3" Type="http://schemas.openxmlformats.org/officeDocument/2006/relationships/tags" Target="../tags/tag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4" Type="http://schemas.openxmlformats.org/officeDocument/2006/relationships/hyperlink" Target="https://www.oracletutorial.com/oracle-administration/oracle-sqlloader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6.xml"/><Relationship Id="rId4" Type="http://schemas.openxmlformats.org/officeDocument/2006/relationships/hyperlink" Target="https://oracle-base.com/articles/10g/oracle-data-pump-10g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856C0EA-DF5C-4541-A4F4-2BDA3E9C22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ORACLE PL/SQL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9E480E55-15FD-4515-A046-9DB8D47B9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Sauvegarde et restauration de </a:t>
            </a:r>
            <a:br>
              <a:rPr lang="fr-CA" dirty="0"/>
            </a:br>
            <a:r>
              <a:rPr lang="fr-CA" dirty="0"/>
              <a:t>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3737331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Zoom de résumé 4">
                <a:extLst>
                  <a:ext uri="{FF2B5EF4-FFF2-40B4-BE49-F238E27FC236}">
                    <a16:creationId xmlns:a16="http://schemas.microsoft.com/office/drawing/2014/main" id="{E214ED09-2113-49BB-AD5E-02439D36C26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34054826"/>
                  </p:ext>
                </p:extLst>
              </p:nvPr>
            </p:nvGraphicFramePr>
            <p:xfrm>
              <a:off x="2032000" y="719666"/>
              <a:ext cx="8128000" cy="5418667"/>
            </p:xfrm>
            <a:graphic>
              <a:graphicData uri="http://schemas.microsoft.com/office/powerpoint/2016/summaryzoom">
                <psuz:summaryZm>
                  <psuz:summaryZmObj sectionId="{0E82F3EB-B18F-4C28-89C5-4ABA1F42F416}">
                    <psuz:zmPr id="{BEE444CA-34EA-4960-987B-85F130B5A741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119858" y="162560"/>
                          <a:ext cx="2889955" cy="16256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CBBE8DB-8450-4567-897B-C7582BD75C7A}">
                    <psuz:zmPr id="{59A24C7E-735D-46DB-AF08-07FBBE56B5BF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118186" y="162560"/>
                          <a:ext cx="2889955" cy="16256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AD2D2ABF-D399-4575-A059-078E2AE53FB3}">
                    <psuz:zmPr id="{61896A57-495D-4158-A5CB-049B2A34A035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119858" y="1896533"/>
                          <a:ext cx="2889955" cy="16256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5A6AEF26-6333-4FB8-BEFE-C3205F595C55}">
                    <psuz:zmPr id="{D8091FC1-8977-40E1-AA0F-E17E062B43EA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118186" y="1896533"/>
                          <a:ext cx="2889955" cy="16256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73DB9377-5467-4D0D-B948-A5246EB42309}">
                    <psuz:zmPr id="{52779BE3-9507-450B-A705-0E354FD9E884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119858" y="3630506"/>
                          <a:ext cx="2889955" cy="16256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Zoom de résumé 4">
                <a:extLst>
                  <a:ext uri="{FF2B5EF4-FFF2-40B4-BE49-F238E27FC236}">
                    <a16:creationId xmlns:a16="http://schemas.microsoft.com/office/drawing/2014/main" id="{E214ED09-2113-49BB-AD5E-02439D36C264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2032000" y="719666"/>
                <a:ext cx="8128000" cy="5418667"/>
                <a:chOff x="2032000" y="719666"/>
                <a:chExt cx="8128000" cy="5418667"/>
              </a:xfrm>
            </p:grpSpPr>
            <p:pic>
              <p:nvPicPr>
                <p:cNvPr id="3" name="Image 3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151858" y="882226"/>
                  <a:ext cx="2889955" cy="162560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Image 7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50186" y="882226"/>
                  <a:ext cx="2889955" cy="162560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Image 8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51858" y="2616199"/>
                  <a:ext cx="2889955" cy="162560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Image 9">
                  <a:hlinkClick r:id="rId1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50186" y="2616199"/>
                  <a:ext cx="2889955" cy="162560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Image 10">
                  <a:hlinkClick r:id="rId1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51858" y="4350172"/>
                  <a:ext cx="2889955" cy="162560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  <p:grpSp>
        <p:nvGrpSpPr>
          <p:cNvPr id="6" name="Groupe 5">
            <a:extLst>
              <a:ext uri="{FF2B5EF4-FFF2-40B4-BE49-F238E27FC236}">
                <a16:creationId xmlns:a16="http://schemas.microsoft.com/office/drawing/2014/main" id="{E4BA8E05-3772-481A-8CBB-8C63C01FE6E7}"/>
              </a:ext>
            </a:extLst>
          </p:cNvPr>
          <p:cNvGrpSpPr/>
          <p:nvPr/>
        </p:nvGrpSpPr>
        <p:grpSpPr>
          <a:xfrm>
            <a:off x="6236793" y="3614452"/>
            <a:ext cx="5517057" cy="2953036"/>
            <a:chOff x="6236793" y="3614452"/>
            <a:chExt cx="5517057" cy="295303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0EE6561-DE00-4E21-A52F-9D648AC34BC3}"/>
                </a:ext>
              </a:extLst>
            </p:cNvPr>
            <p:cNvSpPr/>
            <p:nvPr/>
          </p:nvSpPr>
          <p:spPr>
            <a:xfrm>
              <a:off x="6236793" y="4381268"/>
              <a:ext cx="5517057" cy="120032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3600" b="1" cap="none" spc="0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rPr>
                <a:t>Utiliser le mode diaporama ou lecture!</a:t>
              </a:r>
            </a:p>
          </p:txBody>
        </p:sp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12E22CB9-976F-4BE1-AF9C-DFAA4102B2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3250" y="5891213"/>
              <a:ext cx="4343400" cy="676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Graphique 3" descr="Commentaire important avec un remplissage uni">
              <a:extLst>
                <a:ext uri="{FF2B5EF4-FFF2-40B4-BE49-F238E27FC236}">
                  <a16:creationId xmlns:a16="http://schemas.microsoft.com/office/drawing/2014/main" id="{88275E98-9D80-4850-9595-38F5BB3A1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56725" y="361445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2066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Introduction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Sauvegarde et restauration de 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68068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E99D622C-179B-49EB-B252-49D05D962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Sauvegarde en Oracle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67F2592F-024C-411D-B9F0-CD17FCE67B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Importance de mettre en place une </a:t>
            </a:r>
            <a:r>
              <a:rPr lang="fr-CA" b="1" dirty="0"/>
              <a:t>stratégie de sauvegarde</a:t>
            </a:r>
          </a:p>
          <a:p>
            <a:r>
              <a:rPr lang="fr-CA" dirty="0"/>
              <a:t>Prévoir :</a:t>
            </a:r>
          </a:p>
          <a:p>
            <a:pPr lvl="1"/>
            <a:r>
              <a:rPr lang="fr-CA" b="1" dirty="0"/>
              <a:t>Infrastructure</a:t>
            </a:r>
            <a:r>
              <a:rPr lang="fr-CA" dirty="0"/>
              <a:t> technologique (hardware)</a:t>
            </a:r>
          </a:p>
          <a:p>
            <a:pPr lvl="1"/>
            <a:r>
              <a:rPr lang="fr-CA" b="1" dirty="0"/>
              <a:t>Stratégie de sauvegarde</a:t>
            </a:r>
          </a:p>
          <a:p>
            <a:pPr marL="306387" lvl="1" indent="0">
              <a:buNone/>
            </a:pPr>
            <a:endParaRPr lang="fr-CA" dirty="0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DF82E0B5-469C-4466-B0F1-DFE0CF9155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19050" indent="0" algn="ctr">
              <a:buNone/>
            </a:pPr>
            <a:r>
              <a:rPr lang="fr-CA" b="1" dirty="0"/>
              <a:t>ENVIRONNEMENTS DE TRAVAIL</a:t>
            </a:r>
          </a:p>
          <a:p>
            <a:r>
              <a:rPr lang="fr-CA" dirty="0"/>
              <a:t>Environnement de </a:t>
            </a:r>
            <a:r>
              <a:rPr lang="fr-CA" b="1" dirty="0"/>
              <a:t>développement</a:t>
            </a:r>
            <a:r>
              <a:rPr lang="fr-CA" dirty="0"/>
              <a:t> (tests) : Habituellement pas sauvegardes</a:t>
            </a:r>
          </a:p>
          <a:p>
            <a:r>
              <a:rPr lang="fr-CA" dirty="0"/>
              <a:t>Environnement de </a:t>
            </a:r>
            <a:r>
              <a:rPr lang="fr-CA" b="1" dirty="0"/>
              <a:t>production</a:t>
            </a:r>
            <a:r>
              <a:rPr lang="fr-CA" dirty="0"/>
              <a:t> (données officielle) : Sauvegarde fortement recommandée (ISO)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CD095E-BBA4-47E4-8D53-713C7B022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BA69B2-4B03-4A7D-8B27-DCCE00AC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4</a:t>
            </a:fld>
            <a:endParaRPr lang="fr-CA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3DDC76A-0058-4C7E-B997-FBA61D16F6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A" dirty="0"/>
              <a:t>Voir notes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4742994"/>
      </p:ext>
    </p:extLst>
  </p:cSld>
  <p:clrMapOvr>
    <a:masterClrMapping/>
  </p:clrMapOvr>
  <p:transition spd="slow" advTm="52799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B1228F-12BE-424A-9368-520FD0FD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Outils les plus populaires</a:t>
            </a:r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B1CC631E-98FE-4F10-9D85-3BF628D7E5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822641"/>
              </p:ext>
            </p:extLst>
          </p:nvPr>
        </p:nvGraphicFramePr>
        <p:xfrm>
          <a:off x="1024128" y="2286000"/>
          <a:ext cx="10786872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3EE18E-6483-412E-BE87-15D5CDE8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F73A4CC-2280-464B-BA58-77DF78CA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5</a:t>
            </a:fld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16A70A7-5F57-4012-9C7F-B3CA6EE3E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6164757"/>
      </p:ext>
    </p:extLst>
  </p:cSld>
  <p:clrMapOvr>
    <a:masterClrMapping/>
  </p:clrMapOvr>
  <p:transition spd="slow" advTm="44764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09457AF-C6AE-4FF7-96AC-820545FDE6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graphicEl>
                                              <a:dgm id="{109457AF-C6AE-4FF7-96AC-820545FDE6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graphicEl>
                                              <a:dgm id="{109457AF-C6AE-4FF7-96AC-820545FDE6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graphicEl>
                                              <a:dgm id="{109457AF-C6AE-4FF7-96AC-820545FDE6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A852FE2-C4AD-4B3F-AD59-6837F99437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graphicEl>
                                              <a:dgm id="{CA852FE2-C4AD-4B3F-AD59-6837F99437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graphicEl>
                                              <a:dgm id="{CA852FE2-C4AD-4B3F-AD59-6837F99437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graphicEl>
                                              <a:dgm id="{CA852FE2-C4AD-4B3F-AD59-6837F99437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489CDEF-A35D-4EE9-AB6B-D72284020F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graphicEl>
                                              <a:dgm id="{6489CDEF-A35D-4EE9-AB6B-D72284020F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graphicEl>
                                              <a:dgm id="{6489CDEF-A35D-4EE9-AB6B-D72284020F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graphicEl>
                                              <a:dgm id="{6489CDEF-A35D-4EE9-AB6B-D72284020F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0C94A0B-6907-45B7-920A-077028AA4D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graphicEl>
                                              <a:dgm id="{10C94A0B-6907-45B7-920A-077028AA4D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graphicEl>
                                              <a:dgm id="{10C94A0B-6907-45B7-920A-077028AA4D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graphicEl>
                                              <a:dgm id="{10C94A0B-6907-45B7-920A-077028AA4D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B683CAE-6AA7-427E-8D15-EA7392D42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graphicEl>
                                              <a:dgm id="{6B683CAE-6AA7-427E-8D15-EA7392D42D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graphicEl>
                                              <a:dgm id="{6B683CAE-6AA7-427E-8D15-EA7392D42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graphicEl>
                                              <a:dgm id="{6B683CAE-6AA7-427E-8D15-EA7392D42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ADB81D5-7147-4CB8-8D57-D337032B1F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graphicEl>
                                              <a:dgm id="{1ADB81D5-7147-4CB8-8D57-D337032B1F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graphicEl>
                                              <a:dgm id="{1ADB81D5-7147-4CB8-8D57-D337032B1F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graphicEl>
                                              <a:dgm id="{1ADB81D5-7147-4CB8-8D57-D337032B1F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A588A3E-0D60-44AC-8919-18511E3A83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>
                                            <p:graphicEl>
                                              <a:dgm id="{3A588A3E-0D60-44AC-8919-18511E3A83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graphicEl>
                                              <a:dgm id="{3A588A3E-0D60-44AC-8919-18511E3A83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>
                                            <p:graphicEl>
                                              <a:dgm id="{3A588A3E-0D60-44AC-8919-18511E3A83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RMAN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Sauvegarde et restauration de 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513091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892CE-ADEA-438E-A4BC-01668CA73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Sauvegarde et perte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5FDD1E-A57F-4F6B-9ADE-815FC2CDC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Disposer d'une sauvegarde fiable et sûre pour éviter la perte de données</a:t>
            </a:r>
          </a:p>
          <a:p>
            <a:r>
              <a:rPr lang="fr-CA" dirty="0"/>
              <a:t>Causes de pertes de données :</a:t>
            </a:r>
          </a:p>
          <a:p>
            <a:pPr lvl="1"/>
            <a:r>
              <a:rPr lang="fr-CA" dirty="0"/>
              <a:t>Un crash matériel</a:t>
            </a:r>
          </a:p>
          <a:p>
            <a:pPr lvl="1"/>
            <a:r>
              <a:rPr lang="fr-CA" dirty="0"/>
              <a:t>Mauvaise manipulation des données</a:t>
            </a:r>
          </a:p>
          <a:p>
            <a:pPr lvl="1"/>
            <a:r>
              <a:rPr lang="fr-CA" dirty="0"/>
              <a:t>Virus (corruption des données)</a:t>
            </a:r>
          </a:p>
          <a:p>
            <a:pPr lvl="1"/>
            <a:r>
              <a:rPr lang="fr-CA" dirty="0"/>
              <a:t>Erreurs dans le processus de migration des données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CAF83E-817F-49CD-8C25-D2E47CCC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E72D6D-B643-46D0-9D43-5984E6624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7</a:t>
            </a:fld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4A96537-1A79-4773-81AB-5BE8E48655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744149"/>
      </p:ext>
    </p:extLst>
  </p:cSld>
  <p:clrMapOvr>
    <a:masterClrMapping/>
  </p:clrMapOvr>
  <p:transition spd="slow" advTm="25111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0AD929-3997-4359-B4AB-73A5C6FC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Recovery</a:t>
            </a:r>
            <a:r>
              <a:rPr lang="fr-CA" dirty="0"/>
              <a:t> manager (RMAN)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D62232-ADDE-49C5-919A-5289C4C3C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Installé avec la BD Oracle</a:t>
            </a:r>
          </a:p>
          <a:p>
            <a:r>
              <a:rPr lang="fr-CA" dirty="0"/>
              <a:t>Effectue des tâches de </a:t>
            </a:r>
            <a:r>
              <a:rPr lang="fr-CA" b="1" dirty="0"/>
              <a:t>sauvegarde et de restauration de BD</a:t>
            </a:r>
            <a:r>
              <a:rPr lang="fr-CA" dirty="0"/>
              <a:t> </a:t>
            </a:r>
          </a:p>
          <a:p>
            <a:r>
              <a:rPr lang="fr-CA" b="1" dirty="0"/>
              <a:t>Automatise l'administration </a:t>
            </a:r>
            <a:r>
              <a:rPr lang="fr-CA" dirty="0"/>
              <a:t>de vos stratégies de sauvegarde</a:t>
            </a:r>
          </a:p>
          <a:p>
            <a:r>
              <a:rPr lang="fr-CA" b="1" dirty="0"/>
              <a:t>Le plus utilisé </a:t>
            </a:r>
            <a:r>
              <a:rPr lang="fr-CA" dirty="0"/>
              <a:t>pour sauvegardes </a:t>
            </a:r>
            <a:r>
              <a:rPr lang="fr-CA" b="1" dirty="0"/>
              <a:t>quotidiennes</a:t>
            </a:r>
          </a:p>
          <a:p>
            <a:r>
              <a:rPr lang="fr-CA" dirty="0"/>
              <a:t>Permet aux </a:t>
            </a:r>
            <a:r>
              <a:rPr lang="fr-CA" b="1" dirty="0"/>
              <a:t>DBA</a:t>
            </a:r>
            <a:r>
              <a:rPr lang="fr-CA" dirty="0"/>
              <a:t> de </a:t>
            </a:r>
            <a:r>
              <a:rPr lang="fr-CA" b="1" dirty="0"/>
              <a:t>gérer des sauvegardes </a:t>
            </a:r>
            <a:r>
              <a:rPr lang="fr-CA" dirty="0"/>
              <a:t>de manière </a:t>
            </a:r>
            <a:r>
              <a:rPr lang="fr-CA" b="1" dirty="0"/>
              <a:t>souple</a:t>
            </a:r>
            <a:r>
              <a:rPr lang="fr-CA" dirty="0"/>
              <a:t> et </a:t>
            </a:r>
            <a:r>
              <a:rPr lang="fr-CA" b="1" dirty="0"/>
              <a:t>optimisée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AFB62D-2EB3-44D4-8228-4EC29358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AB4476-BD14-4AAA-AA32-03B7D71D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8</a:t>
            </a:fld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A3267EE-2E21-43B9-9F54-114BA8ABC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297444"/>
      </p:ext>
    </p:extLst>
  </p:cSld>
  <p:clrMapOvr>
    <a:masterClrMapping/>
  </p:clrMapOvr>
  <p:transition spd="slow" advTm="25059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0AD929-3997-4359-B4AB-73A5C6FC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RMAN | Ce qui est sauvegardé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D62232-ADDE-49C5-919A-5289C4C3C9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19050" indent="0">
              <a:buNone/>
            </a:pPr>
            <a:r>
              <a:rPr lang="fr-CA" b="1" dirty="0"/>
              <a:t>RMAN </a:t>
            </a:r>
            <a:r>
              <a:rPr lang="fr-CA" dirty="0"/>
              <a:t>permet de réaliser des sauvegardes :</a:t>
            </a:r>
          </a:p>
          <a:p>
            <a:r>
              <a:rPr lang="fr-CA" b="1" dirty="0"/>
              <a:t>globales</a:t>
            </a:r>
            <a:r>
              <a:rPr lang="fr-CA" dirty="0"/>
              <a:t> de la BD, </a:t>
            </a:r>
          </a:p>
          <a:p>
            <a:r>
              <a:rPr lang="fr-CA" dirty="0"/>
              <a:t>d'espaces disque logiques</a:t>
            </a:r>
            <a:r>
              <a:rPr lang="fr-CA" i="1" dirty="0"/>
              <a:t> (</a:t>
            </a:r>
            <a:r>
              <a:rPr lang="fr-CA" b="1" i="1" dirty="0"/>
              <a:t>tablespace</a:t>
            </a:r>
            <a:r>
              <a:rPr lang="fr-CA" i="1" dirty="0"/>
              <a:t>), </a:t>
            </a:r>
          </a:p>
          <a:p>
            <a:r>
              <a:rPr lang="fr-CA" dirty="0"/>
              <a:t>de fichiers de données</a:t>
            </a:r>
            <a:r>
              <a:rPr lang="fr-CA" i="1" dirty="0"/>
              <a:t> (</a:t>
            </a:r>
            <a:r>
              <a:rPr lang="fr-CA" b="1" i="1" dirty="0" err="1"/>
              <a:t>datafiles</a:t>
            </a:r>
            <a:r>
              <a:rPr lang="fr-CA" i="1" dirty="0"/>
              <a:t>), </a:t>
            </a:r>
          </a:p>
          <a:p>
            <a:r>
              <a:rPr lang="fr-CA" dirty="0"/>
              <a:t>de fichiers de contrôle</a:t>
            </a:r>
            <a:r>
              <a:rPr lang="fr-CA" i="1" dirty="0"/>
              <a:t> (</a:t>
            </a:r>
            <a:r>
              <a:rPr lang="fr-CA" b="1" i="1" dirty="0" err="1"/>
              <a:t>controlfiles</a:t>
            </a:r>
            <a:r>
              <a:rPr lang="fr-CA" i="1" dirty="0"/>
              <a:t>) </a:t>
            </a:r>
          </a:p>
          <a:p>
            <a:r>
              <a:rPr lang="fr-CA" dirty="0"/>
              <a:t>et des journaux d'archivage de transactions</a:t>
            </a:r>
            <a:r>
              <a:rPr lang="fr-CA" i="1" dirty="0"/>
              <a:t> (</a:t>
            </a:r>
            <a:r>
              <a:rPr lang="fr-CA" b="1" i="1" dirty="0" err="1"/>
              <a:t>archivelog</a:t>
            </a:r>
            <a:r>
              <a:rPr lang="fr-CA" i="1" dirty="0"/>
              <a:t>).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74ABF29-6326-4912-91F4-D92177C71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9319" y="2286000"/>
            <a:ext cx="5821681" cy="914400"/>
          </a:xfrm>
        </p:spPr>
        <p:txBody>
          <a:bodyPr>
            <a:normAutofit lnSpcReduction="10000"/>
          </a:bodyPr>
          <a:lstStyle/>
          <a:p>
            <a:pPr marL="19050" indent="0">
              <a:buNone/>
            </a:pPr>
            <a:r>
              <a:rPr lang="fr-CA" b="1" dirty="0"/>
              <a:t>RMAN </a:t>
            </a:r>
            <a:r>
              <a:rPr lang="fr-CA" dirty="0"/>
              <a:t>sauvegarde les données par </a:t>
            </a:r>
            <a:r>
              <a:rPr lang="fr-CA" b="1" dirty="0"/>
              <a:t>bloc de données</a:t>
            </a:r>
            <a:r>
              <a:rPr lang="fr-CA" dirty="0"/>
              <a:t> (voir prochaine diapo)</a:t>
            </a:r>
          </a:p>
          <a:p>
            <a:pPr marL="19050" indent="0">
              <a:buNone/>
            </a:pPr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AFB62D-2EB3-44D4-8228-4EC29358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AB4476-BD14-4AAA-AA32-03B7D71D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9</a:t>
            </a:fld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75BB33F-27F1-485F-B625-0969A63C98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A" dirty="0">
                <a:hlinkClick r:id="rId3"/>
              </a:rPr>
              <a:t>Édition ENI</a:t>
            </a:r>
            <a:endParaRPr lang="fr-C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B65C67-E07E-4F9C-A199-CE0BB8D8C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482" y="3309494"/>
            <a:ext cx="3514158" cy="2963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2759147"/>
      </p:ext>
    </p:extLst>
  </p:cSld>
  <p:clrMapOvr>
    <a:masterClrMapping/>
  </p:clrMapOvr>
  <p:transition spd="slow" advTm="3797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FCF58B-5526-41BA-8E8B-C27161C0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RMAN : ROWID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79A6F1-DF60-42D5-8899-15E392990E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A" noProof="1"/>
              <a:t>La BD Oracle utilise la métadonnées </a:t>
            </a:r>
            <a:r>
              <a:rPr lang="fr-CA" b="1" noProof="1"/>
              <a:t>rowid </a:t>
            </a:r>
            <a:r>
              <a:rPr lang="fr-CA" noProof="1"/>
              <a:t>pour identifier de manière unique une ligne dans un </a:t>
            </a:r>
            <a:r>
              <a:rPr lang="fr-CA" b="1" noProof="1"/>
              <a:t>bloc de données</a:t>
            </a:r>
          </a:p>
          <a:p>
            <a:r>
              <a:rPr lang="fr-CA" noProof="1"/>
              <a:t>Le </a:t>
            </a:r>
            <a:r>
              <a:rPr lang="fr-CA" b="1" noProof="1"/>
              <a:t>rowid</a:t>
            </a:r>
            <a:r>
              <a:rPr lang="fr-CA" noProof="1"/>
              <a:t> est une structure qui contient les informations dont la base de données a besoin pour accéder à une ligne.</a:t>
            </a:r>
          </a:p>
          <a:p>
            <a:r>
              <a:rPr lang="fr-CA" b="1" noProof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ROWID FROM employees WHERE employee_id = 100;</a:t>
            </a:r>
          </a:p>
          <a:p>
            <a:endParaRPr lang="fr-CA" noProof="1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CA4F05-C6CC-4EB5-A871-EE4AB1D1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FCE551-C35D-4DF2-9DB6-841525EE8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10</a:t>
            </a:fld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FA6C2CB-2F46-4C06-99F6-D98FB3DF16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pic>
        <p:nvPicPr>
          <p:cNvPr id="8" name="Espace réservé du contenu 7" descr="Description of Figure 12-7 follows">
            <a:extLst>
              <a:ext uri="{FF2B5EF4-FFF2-40B4-BE49-F238E27FC236}">
                <a16:creationId xmlns:a16="http://schemas.microsoft.com/office/drawing/2014/main" id="{82765B34-493C-498B-BE26-33DF5870E1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081" y="746443"/>
            <a:ext cx="4562475" cy="37623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8607486"/>
      </p:ext>
    </p:extLst>
  </p:cSld>
  <p:clrMapOvr>
    <a:masterClrMapping/>
  </p:clrMapOvr>
  <p:transition spd="slow" advTm="59761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892CE-ADEA-438E-A4BC-01668CA73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996926" cy="1499616"/>
          </a:xfrm>
        </p:spPr>
        <p:txBody>
          <a:bodyPr>
            <a:normAutofit fontScale="90000"/>
          </a:bodyPr>
          <a:lstStyle/>
          <a:p>
            <a:r>
              <a:rPr lang="fr-CA" dirty="0"/>
              <a:t>TYPES de sauvegarde classiques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CAF83E-817F-49CD-8C25-D2E47CCC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E72D6D-B643-46D0-9D43-5984E6624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11</a:t>
            </a:fld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3B50A4F-92C2-4F2C-AB94-A2987B6FC3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A" dirty="0">
                <a:hlinkClick r:id="rId4"/>
              </a:rPr>
              <a:t>Bacula </a:t>
            </a:r>
            <a:r>
              <a:rPr lang="fr-CA" dirty="0" err="1">
                <a:hlinkClick r:id="rId4"/>
              </a:rPr>
              <a:t>Systems</a:t>
            </a:r>
            <a:endParaRPr lang="fr-CA" dirty="0"/>
          </a:p>
        </p:txBody>
      </p:sp>
      <p:graphicFrame>
        <p:nvGraphicFramePr>
          <p:cNvPr id="12" name="Espace réservé du contenu 11">
            <a:extLst>
              <a:ext uri="{FF2B5EF4-FFF2-40B4-BE49-F238E27FC236}">
                <a16:creationId xmlns:a16="http://schemas.microsoft.com/office/drawing/2014/main" id="{55EE5C88-5C14-4085-805A-403C5202F1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8492038"/>
              </p:ext>
            </p:extLst>
          </p:nvPr>
        </p:nvGraphicFramePr>
        <p:xfrm>
          <a:off x="1023938" y="2286000"/>
          <a:ext cx="107870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97488527"/>
      </p:ext>
    </p:extLst>
  </p:cSld>
  <p:clrMapOvr>
    <a:masterClrMapping/>
  </p:clrMapOvr>
  <p:transition spd="slow" advTm="4500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B702D196-0ACB-423F-B341-6402ABE0E4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graphicEl>
                                              <a:dgm id="{B702D196-0ACB-423F-B341-6402ABE0E4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graphicEl>
                                              <a:dgm id="{B702D196-0ACB-423F-B341-6402ABE0E4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8F322692-AB56-40F5-8BF5-E4415B7FB3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graphicEl>
                                              <a:dgm id="{8F322692-AB56-40F5-8BF5-E4415B7FB3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graphicEl>
                                              <a:dgm id="{8F322692-AB56-40F5-8BF5-E4415B7FB3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2FDF6E2D-082C-4D5D-B63C-40C4E78BBF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graphicEl>
                                              <a:dgm id="{2FDF6E2D-082C-4D5D-B63C-40C4E78BBF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graphicEl>
                                              <a:dgm id="{2FDF6E2D-082C-4D5D-B63C-40C4E78BBF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7111B58E-2B91-4407-9179-522A071047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graphicEl>
                                              <a:dgm id="{7111B58E-2B91-4407-9179-522A071047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graphicEl>
                                              <a:dgm id="{7111B58E-2B91-4407-9179-522A071047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8177DBF5-B485-4C79-B4A1-C26BFF5729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graphicEl>
                                              <a:dgm id="{8177DBF5-B485-4C79-B4A1-C26BFF5729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graphicEl>
                                              <a:dgm id="{8177DBF5-B485-4C79-B4A1-C26BFF5729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 uiExpand="1">
        <p:bldSub>
          <a:bldDgm bld="one"/>
        </p:bldSub>
      </p:bldGraphic>
    </p:bldLst>
  </p:timing>
  <p:extLst>
    <p:ext uri="{E180D4A7-C9FB-4DFB-919C-405C955672EB}">
      <p14:showEvtLst xmlns:p14="http://schemas.microsoft.com/office/powerpoint/2010/main">
        <p14:playEvt time="46584" objId="13"/>
        <p14:pauseEvt time="58723" objId="13"/>
      </p14:showEvt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16FBFBDD-BC0A-434A-88A5-2A4024897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TYPES de sauvegarde classiques (explications sur </a:t>
            </a:r>
            <a:r>
              <a:rPr lang="fr-CA" dirty="0" err="1"/>
              <a:t>Youtube</a:t>
            </a:r>
            <a:r>
              <a:rPr lang="fr-CA" dirty="0"/>
              <a:t>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B67EC41-EE13-42B3-A5CD-AEE53BFE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F5A2708-B015-4564-858D-39472154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12</a:t>
            </a:fld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41F9D76-7198-4336-A274-55E03075B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A" dirty="0">
                <a:hlinkClick r:id="rId3"/>
              </a:rPr>
              <a:t>YouTube</a:t>
            </a:r>
            <a:r>
              <a:rPr lang="fr-CA" dirty="0"/>
              <a:t> (très clair, mais en anglais)</a:t>
            </a:r>
          </a:p>
        </p:txBody>
      </p:sp>
      <p:pic>
        <p:nvPicPr>
          <p:cNvPr id="9" name="Média en ligne 4" title="Incremental vs Differential Backup, &amp; Full - Explained">
            <a:hlinkClick r:id="" action="ppaction://media"/>
            <a:extLst>
              <a:ext uri="{FF2B5EF4-FFF2-40B4-BE49-F238E27FC236}">
                <a16:creationId xmlns:a16="http://schemas.microsoft.com/office/drawing/2014/main" id="{68C93677-9C54-4E35-BEC0-F9F04601359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338118" y="2154511"/>
            <a:ext cx="7515763" cy="424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10601"/>
      </p:ext>
    </p:extLst>
  </p:cSld>
  <p:clrMapOvr>
    <a:masterClrMapping/>
  </p:clrMapOvr>
  <p:transition spd="slow" advTm="657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892CE-ADEA-438E-A4BC-01668CA73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stratégie de sauvegarde</a:t>
            </a:r>
            <a:endParaRPr lang="fr-CA" dirty="0"/>
          </a:p>
        </p:txBody>
      </p:sp>
      <p:graphicFrame>
        <p:nvGraphicFramePr>
          <p:cNvPr id="3" name="Espace réservé du contenu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5074392"/>
              </p:ext>
            </p:extLst>
          </p:nvPr>
        </p:nvGraphicFramePr>
        <p:xfrm>
          <a:off x="1024128" y="2286000"/>
          <a:ext cx="10786872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CAF83E-817F-49CD-8C25-D2E47CCC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E72D6D-B643-46D0-9D43-5984E6624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13</a:t>
            </a:fld>
            <a:endParaRPr lang="fr-CA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186533F-313B-477D-9F9D-EB870BE13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1683577"/>
      </p:ext>
    </p:extLst>
  </p:cSld>
  <p:clrMapOvr>
    <a:masterClrMapping/>
  </p:clrMapOvr>
  <p:transition spd="slow" advTm="2310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B1604D5-8DF4-43E0-A2B3-2C0249FF0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graphicEl>
                                              <a:dgm id="{AB1604D5-8DF4-43E0-A2B3-2C0249FF0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graphicEl>
                                              <a:dgm id="{AB1604D5-8DF4-43E0-A2B3-2C0249FF0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graphicEl>
                                              <a:dgm id="{AB1604D5-8DF4-43E0-A2B3-2C0249FF0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graphicEl>
                                              <a:dgm id="{AB1604D5-8DF4-43E0-A2B3-2C0249FF00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617E2A6-4E43-4285-9E61-C692545293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graphicEl>
                                              <a:dgm id="{1617E2A6-4E43-4285-9E61-C692545293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graphicEl>
                                              <a:dgm id="{1617E2A6-4E43-4285-9E61-C692545293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graphicEl>
                                              <a:dgm id="{1617E2A6-4E43-4285-9E61-C692545293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graphicEl>
                                              <a:dgm id="{1617E2A6-4E43-4285-9E61-C692545293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0FFCC3C-CA59-4EB6-96E9-E9044801E2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graphicEl>
                                              <a:dgm id="{D0FFCC3C-CA59-4EB6-96E9-E9044801E2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graphicEl>
                                              <a:dgm id="{D0FFCC3C-CA59-4EB6-96E9-E9044801E2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graphicEl>
                                              <a:dgm id="{D0FFCC3C-CA59-4EB6-96E9-E9044801E2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graphicEl>
                                              <a:dgm id="{D0FFCC3C-CA59-4EB6-96E9-E9044801E2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BE88F-2176-4B6B-8133-AAAF171C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Comparaison des </a:t>
            </a:r>
            <a:br>
              <a:rPr lang="fr-CA" dirty="0"/>
            </a:br>
            <a:r>
              <a:rPr lang="fr-CA" dirty="0"/>
              <a:t>types de sauvegardes</a:t>
            </a:r>
          </a:p>
        </p:txBody>
      </p:sp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2860D635-4DA9-42A6-AAAA-7B546280D4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377101"/>
              </p:ext>
            </p:extLst>
          </p:nvPr>
        </p:nvGraphicFramePr>
        <p:xfrm>
          <a:off x="1023938" y="2286001"/>
          <a:ext cx="10787060" cy="4327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220">
                  <a:extLst>
                    <a:ext uri="{9D8B030D-6E8A-4147-A177-3AD203B41FA5}">
                      <a16:colId xmlns:a16="http://schemas.microsoft.com/office/drawing/2014/main" val="4269239589"/>
                    </a:ext>
                  </a:extLst>
                </a:gridCol>
                <a:gridCol w="2374231">
                  <a:extLst>
                    <a:ext uri="{9D8B030D-6E8A-4147-A177-3AD203B41FA5}">
                      <a16:colId xmlns:a16="http://schemas.microsoft.com/office/drawing/2014/main" val="2556989995"/>
                    </a:ext>
                  </a:extLst>
                </a:gridCol>
                <a:gridCol w="1748590">
                  <a:extLst>
                    <a:ext uri="{9D8B030D-6E8A-4147-A177-3AD203B41FA5}">
                      <a16:colId xmlns:a16="http://schemas.microsoft.com/office/drawing/2014/main" val="441758095"/>
                    </a:ext>
                  </a:extLst>
                </a:gridCol>
                <a:gridCol w="1604210">
                  <a:extLst>
                    <a:ext uri="{9D8B030D-6E8A-4147-A177-3AD203B41FA5}">
                      <a16:colId xmlns:a16="http://schemas.microsoft.com/office/drawing/2014/main" val="3074411737"/>
                    </a:ext>
                  </a:extLst>
                </a:gridCol>
                <a:gridCol w="3356809">
                  <a:extLst>
                    <a:ext uri="{9D8B030D-6E8A-4147-A177-3AD203B41FA5}">
                      <a16:colId xmlns:a16="http://schemas.microsoft.com/office/drawing/2014/main" val="1547687546"/>
                    </a:ext>
                  </a:extLst>
                </a:gridCol>
              </a:tblGrid>
              <a:tr h="616539">
                <a:tc>
                  <a:txBody>
                    <a:bodyPr/>
                    <a:lstStyle/>
                    <a:p>
                      <a:pPr algn="ctr" fontAlgn="base"/>
                      <a:r>
                        <a:rPr lang="fr-CA"/>
                        <a:t>Stratégie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/>
                        <a:t>Point de départ de la sauvegarde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/>
                        <a:t>Vitesse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dirty="0"/>
                        <a:t>Stockage nécessaire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dirty="0"/>
                        <a:t>Prérequis pour la </a:t>
                      </a:r>
                      <a:r>
                        <a:rPr lang="fr-CA" dirty="0" err="1"/>
                        <a:t>restauraiton</a:t>
                      </a:r>
                      <a:endParaRPr lang="fr-CA" dirty="0"/>
                    </a:p>
                  </a:txBody>
                  <a:tcPr marL="47625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138822053"/>
                  </a:ext>
                </a:extLst>
              </a:tr>
              <a:tr h="879207">
                <a:tc>
                  <a:txBody>
                    <a:bodyPr/>
                    <a:lstStyle/>
                    <a:p>
                      <a:pPr algn="ctr" fontAlgn="base"/>
                      <a:r>
                        <a:rPr lang="fr-CA" dirty="0"/>
                        <a:t>Complète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dirty="0"/>
                        <a:t>Aucun ou sauvegarde complète précédente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600" dirty="0"/>
                        <a:t>Backup lente</a:t>
                      </a:r>
                    </a:p>
                    <a:p>
                      <a:pPr algn="ctr" fontAlgn="base"/>
                      <a:r>
                        <a:rPr lang="fr-CA" sz="1600" dirty="0"/>
                        <a:t>Restore rapide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/>
                        <a:t>Très lourd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dirty="0"/>
                        <a:t>Dernière sauvegarde ou aucun</a:t>
                      </a:r>
                    </a:p>
                  </a:txBody>
                  <a:tcPr marL="47625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652738919"/>
                  </a:ext>
                </a:extLst>
              </a:tr>
              <a:tr h="1012591">
                <a:tc>
                  <a:txBody>
                    <a:bodyPr/>
                    <a:lstStyle/>
                    <a:p>
                      <a:pPr algn="ctr" fontAlgn="base"/>
                      <a:r>
                        <a:rPr lang="fr-CA"/>
                        <a:t>Incrémentale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dirty="0"/>
                        <a:t>Sauvegarde complète précédente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600" dirty="0"/>
                        <a:t>Backup rapide</a:t>
                      </a:r>
                    </a:p>
                    <a:p>
                      <a:pPr algn="ctr" fontAlgn="base"/>
                      <a:r>
                        <a:rPr lang="fr-CA" sz="1600" dirty="0"/>
                        <a:t>Restore lente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dirty="0"/>
                        <a:t>Lourd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Dernière complète + toutes les incrémentales depuis la dernière complète</a:t>
                      </a:r>
                    </a:p>
                  </a:txBody>
                  <a:tcPr marL="47625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38071364"/>
                  </a:ext>
                </a:extLst>
              </a:tr>
              <a:tr h="1478447">
                <a:tc>
                  <a:txBody>
                    <a:bodyPr/>
                    <a:lstStyle/>
                    <a:p>
                      <a:pPr algn="ctr" fontAlgn="base"/>
                      <a:r>
                        <a:rPr lang="fr-CA" dirty="0"/>
                        <a:t>Différentielle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dirty="0"/>
                        <a:t>La dernière sauvegarde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600" dirty="0"/>
                        <a:t>Backup et restore moyenne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dirty="0"/>
                        <a:t>Faible</a:t>
                      </a:r>
                    </a:p>
                  </a:txBody>
                  <a:tcPr marL="47625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Dernière complète + dernière différentielle</a:t>
                      </a:r>
                    </a:p>
                  </a:txBody>
                  <a:tcPr marL="47625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855668123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DCAD151-5447-4495-A879-CD68BCC6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E59A380-E86E-4918-8D67-A9DDD196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14</a:t>
            </a:fld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F6850AB-22B7-4DCB-B5F3-5771FCF0C8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3938" y="6470650"/>
            <a:ext cx="8102600" cy="274638"/>
          </a:xfrm>
        </p:spPr>
        <p:txBody>
          <a:bodyPr>
            <a:normAutofit fontScale="55000" lnSpcReduction="20000"/>
          </a:bodyPr>
          <a:lstStyle/>
          <a:p>
            <a:r>
              <a:rPr lang="fr-CA" dirty="0">
                <a:hlinkClick r:id="rId4"/>
              </a:rPr>
              <a:t>Bacula </a:t>
            </a:r>
            <a:r>
              <a:rPr lang="fr-CA" dirty="0" err="1">
                <a:hlinkClick r:id="rId4"/>
              </a:rPr>
              <a:t>Systems</a:t>
            </a:r>
            <a:endParaRPr lang="fr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1718078"/>
      </p:ext>
    </p:extLst>
  </p:cSld>
  <p:clrMapOvr>
    <a:masterClrMapping/>
  </p:clrMapOvr>
  <p:transition spd="slow" advTm="12533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892CE-ADEA-438E-A4BC-01668CA73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 err="1"/>
              <a:t>ModeS</a:t>
            </a:r>
            <a:r>
              <a:rPr lang="fr-CA" dirty="0"/>
              <a:t> </a:t>
            </a:r>
            <a:r>
              <a:rPr lang="fr-CA" b="1" dirty="0">
                <a:solidFill>
                  <a:schemeClr val="tx1"/>
                </a:solidFill>
              </a:rPr>
              <a:t>ARCHIVE</a:t>
            </a:r>
            <a:r>
              <a:rPr lang="fr-CA" b="1" dirty="0"/>
              <a:t> </a:t>
            </a:r>
            <a:r>
              <a:rPr lang="fr-CA" dirty="0"/>
              <a:t>vs </a:t>
            </a:r>
            <a:r>
              <a:rPr lang="fr-CA" b="1" dirty="0"/>
              <a:t>NO ARCHIVE</a:t>
            </a:r>
            <a:endParaRPr lang="fr-CA" b="1" dirty="0">
              <a:solidFill>
                <a:srgbClr val="0070C0"/>
              </a:solidFill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CE63D88-F337-4AA4-ADEE-0256E292E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Mode </a:t>
            </a:r>
            <a:r>
              <a:rPr lang="fr-CA" b="1" dirty="0" err="1"/>
              <a:t>ArchiveLog</a:t>
            </a:r>
            <a:endParaRPr lang="fr-CA" b="1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322543E4-FACA-4308-8FAE-21F008036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3938" y="2967788"/>
            <a:ext cx="4754879" cy="3341572"/>
          </a:xfrm>
        </p:spPr>
        <p:txBody>
          <a:bodyPr>
            <a:normAutofit fontScale="85000" lnSpcReduction="20000"/>
          </a:bodyPr>
          <a:lstStyle/>
          <a:p>
            <a:r>
              <a:rPr lang="fr-CA" dirty="0"/>
              <a:t>Archive dans journaux</a:t>
            </a:r>
          </a:p>
          <a:p>
            <a:r>
              <a:rPr lang="fr-CA" dirty="0"/>
              <a:t>La BD est moins performante</a:t>
            </a:r>
          </a:p>
          <a:p>
            <a:r>
              <a:rPr lang="fr-CA" dirty="0"/>
              <a:t>La restauration est complète, car la sauvegarde préserve les transactions en direct (sauvegarde du matin + journaux)</a:t>
            </a:r>
          </a:p>
          <a:p>
            <a:r>
              <a:rPr lang="fr-CA" dirty="0"/>
              <a:t>Stratégie : Aucune tolérance à la perte de données « vitales » (Amazon)</a:t>
            </a:r>
          </a:p>
          <a:p>
            <a:endParaRPr lang="fr-CA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6CBE919-0E23-4CD2-B363-CCDD040EA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A" dirty="0"/>
              <a:t>Mode </a:t>
            </a:r>
            <a:r>
              <a:rPr lang="fr-CA" b="1" dirty="0" err="1"/>
              <a:t>NoArchiveLog</a:t>
            </a:r>
            <a:endParaRPr lang="fr-CA" b="1" dirty="0"/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405000D1-59D0-4E7E-9EE4-4A59EFEBBB0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A" dirty="0"/>
              <a:t>N'archive pas dans des journaux</a:t>
            </a:r>
          </a:p>
          <a:p>
            <a:r>
              <a:rPr lang="fr-CA" dirty="0"/>
              <a:t>La BD est plus performante</a:t>
            </a:r>
          </a:p>
          <a:p>
            <a:r>
              <a:rPr lang="fr-CA" dirty="0"/>
              <a:t>La restauration devient incomplète, car seules les sauvegardes physiques peuvent être récupérées (début de journée)</a:t>
            </a:r>
          </a:p>
          <a:p>
            <a:r>
              <a:rPr lang="fr-CA" dirty="0"/>
              <a:t>Stratégie : tolérance à la perte de données « futiles » (Wikipédia)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CAF83E-817F-49CD-8C25-D2E47CCC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E72D6D-B643-46D0-9D43-5984E6624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15</a:t>
            </a:fld>
            <a:endParaRPr lang="fr-CA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D6FF7A1-A98A-4C2B-8CC2-F91CC5AD13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CA" dirty="0">
                <a:hlinkClick r:id="rId4"/>
              </a:rPr>
              <a:t>Référence 1</a:t>
            </a:r>
            <a:r>
              <a:rPr lang="fr-CA" dirty="0"/>
              <a:t> | </a:t>
            </a:r>
            <a:r>
              <a:rPr lang="fr-CA" dirty="0">
                <a:hlinkClick r:id="rId5"/>
              </a:rPr>
              <a:t>Référence 2</a:t>
            </a:r>
            <a:endParaRPr lang="fr-CA" dirty="0"/>
          </a:p>
          <a:p>
            <a:endParaRPr lang="fr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5619114"/>
      </p:ext>
    </p:extLst>
  </p:cSld>
  <p:clrMapOvr>
    <a:masterClrMapping/>
  </p:clrMapOvr>
  <p:transition spd="slow" advTm="145475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uiExpand="1" build="p"/>
      <p:bldP spid="9" grpId="0" build="p"/>
      <p:bldP spid="10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Mise en situation 1</a:t>
            </a:r>
          </a:p>
        </p:txBody>
      </p:sp>
      <p:sp>
        <p:nvSpPr>
          <p:cNvPr id="72" name="Espace réservé du contenu 71">
            <a:extLst>
              <a:ext uri="{FF2B5EF4-FFF2-40B4-BE49-F238E27FC236}">
                <a16:creationId xmlns:a16="http://schemas.microsoft.com/office/drawing/2014/main" id="{A7759D9F-5B8D-45D1-A3B0-F28A169A0B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CA" b="1" i="1" dirty="0"/>
              <a:t>Archive Mod </a:t>
            </a:r>
            <a:r>
              <a:rPr lang="fr-CA" dirty="0"/>
              <a:t>activé</a:t>
            </a:r>
          </a:p>
          <a:p>
            <a:r>
              <a:rPr lang="fr-CA" dirty="0"/>
              <a:t>6 h : Backup</a:t>
            </a:r>
          </a:p>
          <a:p>
            <a:r>
              <a:rPr lang="fr-CA" dirty="0"/>
              <a:t>Jour : </a:t>
            </a:r>
          </a:p>
          <a:p>
            <a:pPr lvl="1"/>
            <a:r>
              <a:rPr lang="fr-CA" dirty="0"/>
              <a:t>Transactions </a:t>
            </a:r>
          </a:p>
          <a:p>
            <a:pPr lvl="1"/>
            <a:r>
              <a:rPr lang="fr-CA" dirty="0"/>
              <a:t>+ Commit </a:t>
            </a:r>
          </a:p>
          <a:p>
            <a:pPr lvl="1"/>
            <a:r>
              <a:rPr lang="fr-CA" dirty="0"/>
              <a:t>+ Données persistée &gt; </a:t>
            </a:r>
            <a:r>
              <a:rPr lang="fr-CA" b="1" dirty="0"/>
              <a:t>Archive LOG</a:t>
            </a:r>
          </a:p>
          <a:p>
            <a:r>
              <a:rPr lang="fr-CA" dirty="0"/>
              <a:t>16 h : CRASH!</a:t>
            </a:r>
          </a:p>
          <a:p>
            <a:r>
              <a:rPr lang="fr-CA" dirty="0"/>
              <a:t>16 h 10 : Restore de 6 h</a:t>
            </a:r>
          </a:p>
          <a:p>
            <a:r>
              <a:rPr lang="fr-CA" dirty="0"/>
              <a:t>RMAN réexécute Archive Log </a:t>
            </a:r>
            <a:br>
              <a:rPr lang="fr-CA" dirty="0"/>
            </a:br>
            <a:r>
              <a:rPr lang="fr-CA" dirty="0"/>
              <a:t>(autres données)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16</a:t>
            </a:fld>
            <a:endParaRPr lang="fr-CA"/>
          </a:p>
        </p:txBody>
      </p:sp>
      <p:sp>
        <p:nvSpPr>
          <p:cNvPr id="74" name="Espace réservé du texte 73">
            <a:extLst>
              <a:ext uri="{FF2B5EF4-FFF2-40B4-BE49-F238E27FC236}">
                <a16:creationId xmlns:a16="http://schemas.microsoft.com/office/drawing/2014/main" id="{7ECD1474-1892-4BBC-AE51-FBF1A942CD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grpSp>
        <p:nvGrpSpPr>
          <p:cNvPr id="67" name="Base de données">
            <a:extLst>
              <a:ext uri="{FF2B5EF4-FFF2-40B4-BE49-F238E27FC236}">
                <a16:creationId xmlns:a16="http://schemas.microsoft.com/office/drawing/2014/main" id="{0D7ED64C-49D0-4F5C-883F-4BB065ABFA2C}"/>
              </a:ext>
            </a:extLst>
          </p:cNvPr>
          <p:cNvGrpSpPr/>
          <p:nvPr/>
        </p:nvGrpSpPr>
        <p:grpSpPr>
          <a:xfrm>
            <a:off x="7812350" y="2012443"/>
            <a:ext cx="4168710" cy="2106333"/>
            <a:chOff x="7812350" y="2012443"/>
            <a:chExt cx="4168710" cy="2106333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AD96270E-A280-4CC0-90AF-4963616493E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812350" y="2833242"/>
              <a:ext cx="3693110" cy="1285534"/>
            </a:xfrm>
            <a:prstGeom prst="roundRect">
              <a:avLst/>
            </a:prstGeom>
            <a:noFill/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8" name="BD">
              <a:extLst>
                <a:ext uri="{FF2B5EF4-FFF2-40B4-BE49-F238E27FC236}">
                  <a16:creationId xmlns:a16="http://schemas.microsoft.com/office/drawing/2014/main" id="{74316345-B05B-498C-8783-708E47D92264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678563" y="2679353"/>
              <a:ext cx="420308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1400" b="0" cap="none" spc="0" dirty="0">
                  <a:ln w="0">
                    <a:solidFill>
                      <a:srgbClr val="00B0F0"/>
                    </a:solidFill>
                  </a:ln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BD</a:t>
              </a:r>
            </a:p>
          </p:txBody>
        </p:sp>
        <p:pic>
          <p:nvPicPr>
            <p:cNvPr id="13" name="BD icone" descr="Base de données avec un remplissage uni">
              <a:extLst>
                <a:ext uri="{FF2B5EF4-FFF2-40B4-BE49-F238E27FC236}">
                  <a16:creationId xmlns:a16="http://schemas.microsoft.com/office/drawing/2014/main" id="{45826C7A-B386-4F44-91A4-DB66FA85C838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25911" y="2012443"/>
              <a:ext cx="1155149" cy="1155149"/>
            </a:xfrm>
            <a:prstGeom prst="rect">
              <a:avLst/>
            </a:prstGeom>
          </p:spPr>
        </p:pic>
      </p:grpSp>
      <p:sp>
        <p:nvSpPr>
          <p:cNvPr id="24" name="DML">
            <a:extLst>
              <a:ext uri="{FF2B5EF4-FFF2-40B4-BE49-F238E27FC236}">
                <a16:creationId xmlns:a16="http://schemas.microsoft.com/office/drawing/2014/main" id="{B05B101B-3F78-4555-991C-ACA094AD03D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83872" y="3124096"/>
            <a:ext cx="11079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endParaRPr lang="fr-FR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Flèche : DML">
            <a:extLst>
              <a:ext uri="{FF2B5EF4-FFF2-40B4-BE49-F238E27FC236}">
                <a16:creationId xmlns:a16="http://schemas.microsoft.com/office/drawing/2014/main" id="{8B1FF977-33D3-4A4A-85B2-2FC4BD3FB64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96670" y="3206029"/>
            <a:ext cx="1083076" cy="236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27" name="Efface" descr="Gomme avec un remplissage uni">
            <a:extLst>
              <a:ext uri="{FF2B5EF4-FFF2-40B4-BE49-F238E27FC236}">
                <a16:creationId xmlns:a16="http://schemas.microsoft.com/office/drawing/2014/main" id="{B085F37F-DE49-42A1-8D79-717B3F5D256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724608" y="2540570"/>
            <a:ext cx="544574" cy="544574"/>
          </a:xfrm>
          <a:prstGeom prst="rect">
            <a:avLst/>
          </a:prstGeom>
        </p:spPr>
      </p:pic>
      <p:sp>
        <p:nvSpPr>
          <p:cNvPr id="29" name="Flèche : Commit">
            <a:extLst>
              <a:ext uri="{FF2B5EF4-FFF2-40B4-BE49-F238E27FC236}">
                <a16:creationId xmlns:a16="http://schemas.microsoft.com/office/drawing/2014/main" id="{2CC7E2C0-BC6F-46E2-A2EC-053D27C2765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780016" y="3206029"/>
            <a:ext cx="1502685" cy="236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7" name="Commit">
            <a:extLst>
              <a:ext uri="{FF2B5EF4-FFF2-40B4-BE49-F238E27FC236}">
                <a16:creationId xmlns:a16="http://schemas.microsoft.com/office/drawing/2014/main" id="{6AF735FA-74E2-4C43-968E-974B241B423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999752" y="2971496"/>
            <a:ext cx="93326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COMMIT</a:t>
            </a:r>
          </a:p>
        </p:txBody>
      </p:sp>
      <p:grpSp>
        <p:nvGrpSpPr>
          <p:cNvPr id="75" name="Table">
            <a:extLst>
              <a:ext uri="{FF2B5EF4-FFF2-40B4-BE49-F238E27FC236}">
                <a16:creationId xmlns:a16="http://schemas.microsoft.com/office/drawing/2014/main" id="{A4127CF2-1A67-45D8-9EA6-3673406C0B5F}"/>
              </a:ext>
            </a:extLst>
          </p:cNvPr>
          <p:cNvGrpSpPr/>
          <p:nvPr/>
        </p:nvGrpSpPr>
        <p:grpSpPr>
          <a:xfrm>
            <a:off x="10213089" y="2894148"/>
            <a:ext cx="914400" cy="995280"/>
            <a:chOff x="10213089" y="2894148"/>
            <a:chExt cx="914400" cy="995280"/>
          </a:xfrm>
        </p:grpSpPr>
        <p:pic>
          <p:nvPicPr>
            <p:cNvPr id="22" name="Table" descr="Tableau avec un remplissage uni">
              <a:extLst>
                <a:ext uri="{FF2B5EF4-FFF2-40B4-BE49-F238E27FC236}">
                  <a16:creationId xmlns:a16="http://schemas.microsoft.com/office/drawing/2014/main" id="{B8E0207A-CC19-4A24-9510-B3E7A1A572C8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0213089" y="2894148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7" name="TBL">
              <a:extLst>
                <a:ext uri="{FF2B5EF4-FFF2-40B4-BE49-F238E27FC236}">
                  <a16:creationId xmlns:a16="http://schemas.microsoft.com/office/drawing/2014/main" id="{9CDBFD5B-42DE-458B-9AF6-0842EA1E8C0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436728" y="3581651"/>
              <a:ext cx="402674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14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tbl</a:t>
              </a:r>
              <a:endParaRPr lang="fr-FR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pic>
        <p:nvPicPr>
          <p:cNvPr id="30" name="Journal vide" descr="Papier contour">
            <a:extLst>
              <a:ext uri="{FF2B5EF4-FFF2-40B4-BE49-F238E27FC236}">
                <a16:creationId xmlns:a16="http://schemas.microsoft.com/office/drawing/2014/main" id="{0BECF1E8-C7CD-48FA-9BE1-39140CD60D3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022142" y="2878604"/>
            <a:ext cx="914400" cy="914400"/>
          </a:xfrm>
          <a:prstGeom prst="rect">
            <a:avLst/>
          </a:prstGeom>
        </p:spPr>
      </p:pic>
      <p:pic>
        <p:nvPicPr>
          <p:cNvPr id="19" name="Journal" descr="Document contour">
            <a:extLst>
              <a:ext uri="{FF2B5EF4-FFF2-40B4-BE49-F238E27FC236}">
                <a16:creationId xmlns:a16="http://schemas.microsoft.com/office/drawing/2014/main" id="{936EE63E-41D5-43FD-86AF-3495C90645B0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015459" y="2877137"/>
            <a:ext cx="914400" cy="914400"/>
          </a:xfrm>
          <a:prstGeom prst="rect">
            <a:avLst/>
          </a:prstGeom>
        </p:spPr>
      </p:pic>
      <p:pic>
        <p:nvPicPr>
          <p:cNvPr id="6" name="Plume" descr="Pique avec un remplissage uni">
            <a:extLst>
              <a:ext uri="{FF2B5EF4-FFF2-40B4-BE49-F238E27FC236}">
                <a16:creationId xmlns:a16="http://schemas.microsoft.com/office/drawing/2014/main" id="{838A7B6F-D152-4B3A-A987-44134A64816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flipH="1">
            <a:off x="8088347" y="2433060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9" name="ArchiveMode OFF">
            <a:extLst>
              <a:ext uri="{FF2B5EF4-FFF2-40B4-BE49-F238E27FC236}">
                <a16:creationId xmlns:a16="http://schemas.microsoft.com/office/drawing/2014/main" id="{4532CA52-C716-4AC2-BAD2-578B5A2E38B6}"/>
              </a:ext>
            </a:extLst>
          </p:cNvPr>
          <p:cNvSpPr/>
          <p:nvPr/>
        </p:nvSpPr>
        <p:spPr>
          <a:xfrm>
            <a:off x="9119242" y="1966112"/>
            <a:ext cx="130356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400" b="0" cap="none" spc="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Archive Mod</a:t>
            </a:r>
          </a:p>
        </p:txBody>
      </p:sp>
      <p:sp>
        <p:nvSpPr>
          <p:cNvPr id="15" name="ArchiveMode ON">
            <a:extLst>
              <a:ext uri="{FF2B5EF4-FFF2-40B4-BE49-F238E27FC236}">
                <a16:creationId xmlns:a16="http://schemas.microsoft.com/office/drawing/2014/main" id="{62BA507F-8F59-4D3C-91D9-7CE84196D723}"/>
              </a:ext>
            </a:extLst>
          </p:cNvPr>
          <p:cNvSpPr/>
          <p:nvPr/>
        </p:nvSpPr>
        <p:spPr>
          <a:xfrm>
            <a:off x="9124273" y="1975887"/>
            <a:ext cx="130356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Archive Mod</a:t>
            </a:r>
          </a:p>
        </p:txBody>
      </p:sp>
      <p:sp>
        <p:nvSpPr>
          <p:cNvPr id="14" name="OFF">
            <a:extLst>
              <a:ext uri="{FF2B5EF4-FFF2-40B4-BE49-F238E27FC236}">
                <a16:creationId xmlns:a16="http://schemas.microsoft.com/office/drawing/2014/main" id="{09685BDA-05C6-4E8D-B8E6-BC95C80D29BA}"/>
              </a:ext>
            </a:extLst>
          </p:cNvPr>
          <p:cNvSpPr/>
          <p:nvPr/>
        </p:nvSpPr>
        <p:spPr>
          <a:xfrm>
            <a:off x="9463056" y="2277211"/>
            <a:ext cx="685800" cy="285750"/>
          </a:xfrm>
          <a:custGeom>
            <a:avLst/>
            <a:gdLst>
              <a:gd name="connsiteX0" fmla="*/ 542925 w 685800"/>
              <a:gd name="connsiteY0" fmla="*/ 0 h 285750"/>
              <a:gd name="connsiteX1" fmla="*/ 142875 w 685800"/>
              <a:gd name="connsiteY1" fmla="*/ 0 h 285750"/>
              <a:gd name="connsiteX2" fmla="*/ 0 w 685800"/>
              <a:gd name="connsiteY2" fmla="*/ 142875 h 285750"/>
              <a:gd name="connsiteX3" fmla="*/ 142875 w 685800"/>
              <a:gd name="connsiteY3" fmla="*/ 285750 h 285750"/>
              <a:gd name="connsiteX4" fmla="*/ 542925 w 685800"/>
              <a:gd name="connsiteY4" fmla="*/ 285750 h 285750"/>
              <a:gd name="connsiteX5" fmla="*/ 685800 w 685800"/>
              <a:gd name="connsiteY5" fmla="*/ 142875 h 285750"/>
              <a:gd name="connsiteX6" fmla="*/ 542925 w 685800"/>
              <a:gd name="connsiteY6" fmla="*/ 0 h 285750"/>
              <a:gd name="connsiteX7" fmla="*/ 142875 w 685800"/>
              <a:gd name="connsiteY7" fmla="*/ 228600 h 285750"/>
              <a:gd name="connsiteX8" fmla="*/ 57150 w 685800"/>
              <a:gd name="connsiteY8" fmla="*/ 142875 h 285750"/>
              <a:gd name="connsiteX9" fmla="*/ 142875 w 685800"/>
              <a:gd name="connsiteY9" fmla="*/ 57150 h 285750"/>
              <a:gd name="connsiteX10" fmla="*/ 228600 w 685800"/>
              <a:gd name="connsiteY10" fmla="*/ 142875 h 285750"/>
              <a:gd name="connsiteX11" fmla="*/ 142875 w 685800"/>
              <a:gd name="connsiteY11" fmla="*/ 22860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" h="285750">
                <a:moveTo>
                  <a:pt x="542925" y="0"/>
                </a:moveTo>
                <a:lnTo>
                  <a:pt x="142875" y="0"/>
                </a:ln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lnTo>
                  <a:pt x="542925" y="285750"/>
                </a:lnTo>
                <a:cubicBezTo>
                  <a:pt x="621833" y="285750"/>
                  <a:pt x="685800" y="221783"/>
                  <a:pt x="685800" y="142875"/>
                </a:cubicBezTo>
                <a:cubicBezTo>
                  <a:pt x="685800" y="63967"/>
                  <a:pt x="621833" y="0"/>
                  <a:pt x="542925" y="0"/>
                </a:cubicBezTo>
                <a:close/>
                <a:moveTo>
                  <a:pt x="142875" y="228600"/>
                </a:moveTo>
                <a:cubicBezTo>
                  <a:pt x="95530" y="228600"/>
                  <a:pt x="57150" y="190220"/>
                  <a:pt x="57150" y="142875"/>
                </a:cubicBezTo>
                <a:cubicBezTo>
                  <a:pt x="57150" y="95530"/>
                  <a:pt x="95530" y="57150"/>
                  <a:pt x="142875" y="57150"/>
                </a:cubicBezTo>
                <a:cubicBezTo>
                  <a:pt x="190220" y="57150"/>
                  <a:pt x="228600" y="95530"/>
                  <a:pt x="228600" y="142875"/>
                </a:cubicBezTo>
                <a:cubicBezTo>
                  <a:pt x="228548" y="190198"/>
                  <a:pt x="190198" y="228548"/>
                  <a:pt x="142875" y="22860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CA"/>
          </a:p>
        </p:txBody>
      </p:sp>
      <p:sp>
        <p:nvSpPr>
          <p:cNvPr id="12" name="ON">
            <a:extLst>
              <a:ext uri="{FF2B5EF4-FFF2-40B4-BE49-F238E27FC236}">
                <a16:creationId xmlns:a16="http://schemas.microsoft.com/office/drawing/2014/main" id="{37B1E8AA-C249-44FB-BDA1-2125477B6F12}"/>
              </a:ext>
            </a:extLst>
          </p:cNvPr>
          <p:cNvSpPr/>
          <p:nvPr/>
        </p:nvSpPr>
        <p:spPr>
          <a:xfrm>
            <a:off x="9460827" y="2268912"/>
            <a:ext cx="685800" cy="285750"/>
          </a:xfrm>
          <a:custGeom>
            <a:avLst/>
            <a:gdLst>
              <a:gd name="connsiteX0" fmla="*/ 542925 w 685800"/>
              <a:gd name="connsiteY0" fmla="*/ 0 h 285750"/>
              <a:gd name="connsiteX1" fmla="*/ 142875 w 685800"/>
              <a:gd name="connsiteY1" fmla="*/ 0 h 285750"/>
              <a:gd name="connsiteX2" fmla="*/ 0 w 685800"/>
              <a:gd name="connsiteY2" fmla="*/ 142875 h 285750"/>
              <a:gd name="connsiteX3" fmla="*/ 142875 w 685800"/>
              <a:gd name="connsiteY3" fmla="*/ 285750 h 285750"/>
              <a:gd name="connsiteX4" fmla="*/ 542925 w 685800"/>
              <a:gd name="connsiteY4" fmla="*/ 285750 h 285750"/>
              <a:gd name="connsiteX5" fmla="*/ 685800 w 685800"/>
              <a:gd name="connsiteY5" fmla="*/ 142875 h 285750"/>
              <a:gd name="connsiteX6" fmla="*/ 542925 w 685800"/>
              <a:gd name="connsiteY6" fmla="*/ 0 h 285750"/>
              <a:gd name="connsiteX7" fmla="*/ 542925 w 685800"/>
              <a:gd name="connsiteY7" fmla="*/ 228600 h 285750"/>
              <a:gd name="connsiteX8" fmla="*/ 457200 w 685800"/>
              <a:gd name="connsiteY8" fmla="*/ 142875 h 285750"/>
              <a:gd name="connsiteX9" fmla="*/ 542925 w 685800"/>
              <a:gd name="connsiteY9" fmla="*/ 57150 h 285750"/>
              <a:gd name="connsiteX10" fmla="*/ 628650 w 685800"/>
              <a:gd name="connsiteY10" fmla="*/ 142875 h 285750"/>
              <a:gd name="connsiteX11" fmla="*/ 542925 w 685800"/>
              <a:gd name="connsiteY11" fmla="*/ 22860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" h="285750">
                <a:moveTo>
                  <a:pt x="542925" y="0"/>
                </a:moveTo>
                <a:lnTo>
                  <a:pt x="142875" y="0"/>
                </a:ln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lnTo>
                  <a:pt x="542925" y="285750"/>
                </a:lnTo>
                <a:cubicBezTo>
                  <a:pt x="621833" y="285750"/>
                  <a:pt x="685800" y="221783"/>
                  <a:pt x="685800" y="142875"/>
                </a:cubicBezTo>
                <a:cubicBezTo>
                  <a:pt x="685800" y="63967"/>
                  <a:pt x="621833" y="0"/>
                  <a:pt x="542925" y="0"/>
                </a:cubicBezTo>
                <a:close/>
                <a:moveTo>
                  <a:pt x="542925" y="228600"/>
                </a:moveTo>
                <a:cubicBezTo>
                  <a:pt x="495580" y="228600"/>
                  <a:pt x="457200" y="190220"/>
                  <a:pt x="457200" y="142875"/>
                </a:cubicBezTo>
                <a:cubicBezTo>
                  <a:pt x="457200" y="95530"/>
                  <a:pt x="495580" y="57150"/>
                  <a:pt x="542925" y="57150"/>
                </a:cubicBezTo>
                <a:cubicBezTo>
                  <a:pt x="590270" y="57150"/>
                  <a:pt x="628650" y="95530"/>
                  <a:pt x="628650" y="142875"/>
                </a:cubicBezTo>
                <a:cubicBezTo>
                  <a:pt x="628598" y="190198"/>
                  <a:pt x="590248" y="228548"/>
                  <a:pt x="542925" y="228600"/>
                </a:cubicBezTo>
                <a:close/>
              </a:path>
            </a:pathLst>
          </a:custGeom>
          <a:solidFill>
            <a:srgbClr val="00B05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CA"/>
          </a:p>
        </p:txBody>
      </p:sp>
      <p:pic>
        <p:nvPicPr>
          <p:cNvPr id="1026" name="Amzon">
            <a:extLst>
              <a:ext uri="{FF2B5EF4-FFF2-40B4-BE49-F238E27FC236}">
                <a16:creationId xmlns:a16="http://schemas.microsoft.com/office/drawing/2014/main" id="{0C6AE0BA-3EF9-4A7C-867D-84D9883ED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329" y="3862429"/>
            <a:ext cx="1338726" cy="82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Serveur" descr="Serveur avec un remplissage uni">
            <a:extLst>
              <a:ext uri="{FF2B5EF4-FFF2-40B4-BE49-F238E27FC236}">
                <a16:creationId xmlns:a16="http://schemas.microsoft.com/office/drawing/2014/main" id="{94B0123E-87CB-456D-AD8E-AAA0DA309B79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763618" y="5175764"/>
            <a:ext cx="914400" cy="914400"/>
          </a:xfrm>
          <a:prstGeom prst="rect">
            <a:avLst/>
          </a:prstGeom>
        </p:spPr>
      </p:pic>
      <p:grpSp>
        <p:nvGrpSpPr>
          <p:cNvPr id="56" name="Horloge 6 h">
            <a:extLst>
              <a:ext uri="{FF2B5EF4-FFF2-40B4-BE49-F238E27FC236}">
                <a16:creationId xmlns:a16="http://schemas.microsoft.com/office/drawing/2014/main" id="{3F0C6A0F-4F9A-429C-A759-65E2E39C168C}"/>
              </a:ext>
            </a:extLst>
          </p:cNvPr>
          <p:cNvGrpSpPr/>
          <p:nvPr/>
        </p:nvGrpSpPr>
        <p:grpSpPr>
          <a:xfrm>
            <a:off x="9460827" y="986669"/>
            <a:ext cx="723900" cy="723900"/>
            <a:chOff x="7162057" y="4965006"/>
            <a:chExt cx="723900" cy="723900"/>
          </a:xfrm>
        </p:grpSpPr>
        <p:sp>
          <p:nvSpPr>
            <p:cNvPr id="32" name="Horloge">
              <a:extLst>
                <a:ext uri="{FF2B5EF4-FFF2-40B4-BE49-F238E27FC236}">
                  <a16:creationId xmlns:a16="http://schemas.microsoft.com/office/drawing/2014/main" id="{79BEAE95-B792-4D76-B9C9-089FD3069173}"/>
                </a:ext>
              </a:extLst>
            </p:cNvPr>
            <p:cNvSpPr/>
            <p:nvPr/>
          </p:nvSpPr>
          <p:spPr>
            <a:xfrm>
              <a:off x="7162057" y="4965006"/>
              <a:ext cx="723900" cy="723900"/>
            </a:xfrm>
            <a:custGeom>
              <a:avLst/>
              <a:gdLst>
                <a:gd name="connsiteX0" fmla="*/ 361950 w 723900"/>
                <a:gd name="connsiteY0" fmla="*/ 666750 h 723900"/>
                <a:gd name="connsiteX1" fmla="*/ 57150 w 723900"/>
                <a:gd name="connsiteY1" fmla="*/ 361950 h 723900"/>
                <a:gd name="connsiteX2" fmla="*/ 361950 w 723900"/>
                <a:gd name="connsiteY2" fmla="*/ 57150 h 723900"/>
                <a:gd name="connsiteX3" fmla="*/ 666750 w 723900"/>
                <a:gd name="connsiteY3" fmla="*/ 361950 h 723900"/>
                <a:gd name="connsiteX4" fmla="*/ 361950 w 723900"/>
                <a:gd name="connsiteY4" fmla="*/ 666750 h 723900"/>
                <a:gd name="connsiteX5" fmla="*/ 361950 w 723900"/>
                <a:gd name="connsiteY5" fmla="*/ 0 h 723900"/>
                <a:gd name="connsiteX6" fmla="*/ 0 w 723900"/>
                <a:gd name="connsiteY6" fmla="*/ 361950 h 723900"/>
                <a:gd name="connsiteX7" fmla="*/ 361950 w 723900"/>
                <a:gd name="connsiteY7" fmla="*/ 723900 h 723900"/>
                <a:gd name="connsiteX8" fmla="*/ 723900 w 723900"/>
                <a:gd name="connsiteY8" fmla="*/ 361950 h 723900"/>
                <a:gd name="connsiteX9" fmla="*/ 361950 w 723900"/>
                <a:gd name="connsiteY9" fmla="*/ 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361950" y="666750"/>
                  </a:moveTo>
                  <a:cubicBezTo>
                    <a:pt x="194310" y="666750"/>
                    <a:pt x="57150" y="529590"/>
                    <a:pt x="57150" y="361950"/>
                  </a:cubicBezTo>
                  <a:cubicBezTo>
                    <a:pt x="57150" y="194310"/>
                    <a:pt x="194310" y="57150"/>
                    <a:pt x="361950" y="57150"/>
                  </a:cubicBezTo>
                  <a:cubicBezTo>
                    <a:pt x="529590" y="57150"/>
                    <a:pt x="666750" y="194310"/>
                    <a:pt x="666750" y="361950"/>
                  </a:cubicBezTo>
                  <a:cubicBezTo>
                    <a:pt x="666750" y="529590"/>
                    <a:pt x="529590" y="666750"/>
                    <a:pt x="361950" y="666750"/>
                  </a:cubicBezTo>
                  <a:close/>
                  <a:moveTo>
                    <a:pt x="361950" y="0"/>
                  </a:move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E894422E-47AD-47AA-AEEF-2175EF630EAE}"/>
                </a:ext>
              </a:extLst>
            </p:cNvPr>
            <p:cNvSpPr/>
            <p:nvPr/>
          </p:nvSpPr>
          <p:spPr>
            <a:xfrm>
              <a:off x="7504957" y="506025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6CB7219E-0D07-4FA4-BDBC-652368055371}"/>
                </a:ext>
              </a:extLst>
            </p:cNvPr>
            <p:cNvSpPr/>
            <p:nvPr/>
          </p:nvSpPr>
          <p:spPr>
            <a:xfrm>
              <a:off x="7504957" y="555555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FD730C59-8264-478F-86EE-80B38E952A05}"/>
                </a:ext>
              </a:extLst>
            </p:cNvPr>
            <p:cNvSpPr/>
            <p:nvPr/>
          </p:nvSpPr>
          <p:spPr>
            <a:xfrm>
              <a:off x="7257307" y="530790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DF340CAA-9C09-4B84-9474-1835E827EAE8}"/>
                </a:ext>
              </a:extLst>
            </p:cNvPr>
            <p:cNvSpPr/>
            <p:nvPr/>
          </p:nvSpPr>
          <p:spPr>
            <a:xfrm>
              <a:off x="7752607" y="530790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cxnSp>
          <p:nvCxnSpPr>
            <p:cNvPr id="51" name="Auguille d'heure">
              <a:extLst>
                <a:ext uri="{FF2B5EF4-FFF2-40B4-BE49-F238E27FC236}">
                  <a16:creationId xmlns:a16="http://schemas.microsoft.com/office/drawing/2014/main" id="{7D39BC57-5C1B-4A5F-A9FA-A3DA823E434F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7" y="5141000"/>
              <a:ext cx="0" cy="1983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Aiguille 6 h">
              <a:extLst>
                <a:ext uri="{FF2B5EF4-FFF2-40B4-BE49-F238E27FC236}">
                  <a16:creationId xmlns:a16="http://schemas.microsoft.com/office/drawing/2014/main" id="{EB653B68-2E84-423E-B9FF-4AC74923A8DB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7" y="5346006"/>
              <a:ext cx="0" cy="1388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Horloge 16 h">
            <a:extLst>
              <a:ext uri="{FF2B5EF4-FFF2-40B4-BE49-F238E27FC236}">
                <a16:creationId xmlns:a16="http://schemas.microsoft.com/office/drawing/2014/main" id="{A9F4710D-AA1F-44EE-AB11-720611F09C3A}"/>
              </a:ext>
            </a:extLst>
          </p:cNvPr>
          <p:cNvGrpSpPr/>
          <p:nvPr/>
        </p:nvGrpSpPr>
        <p:grpSpPr>
          <a:xfrm>
            <a:off x="9454115" y="993345"/>
            <a:ext cx="723900" cy="723900"/>
            <a:chOff x="7162057" y="4965006"/>
            <a:chExt cx="723900" cy="723900"/>
          </a:xfrm>
        </p:grpSpPr>
        <p:sp>
          <p:nvSpPr>
            <p:cNvPr id="59" name="Horloge">
              <a:extLst>
                <a:ext uri="{FF2B5EF4-FFF2-40B4-BE49-F238E27FC236}">
                  <a16:creationId xmlns:a16="http://schemas.microsoft.com/office/drawing/2014/main" id="{CB35FF23-78D5-4B53-8A15-8766166D54A1}"/>
                </a:ext>
              </a:extLst>
            </p:cNvPr>
            <p:cNvSpPr/>
            <p:nvPr/>
          </p:nvSpPr>
          <p:spPr>
            <a:xfrm>
              <a:off x="7162057" y="4965006"/>
              <a:ext cx="723900" cy="723900"/>
            </a:xfrm>
            <a:custGeom>
              <a:avLst/>
              <a:gdLst>
                <a:gd name="connsiteX0" fmla="*/ 361950 w 723900"/>
                <a:gd name="connsiteY0" fmla="*/ 666750 h 723900"/>
                <a:gd name="connsiteX1" fmla="*/ 57150 w 723900"/>
                <a:gd name="connsiteY1" fmla="*/ 361950 h 723900"/>
                <a:gd name="connsiteX2" fmla="*/ 361950 w 723900"/>
                <a:gd name="connsiteY2" fmla="*/ 57150 h 723900"/>
                <a:gd name="connsiteX3" fmla="*/ 666750 w 723900"/>
                <a:gd name="connsiteY3" fmla="*/ 361950 h 723900"/>
                <a:gd name="connsiteX4" fmla="*/ 361950 w 723900"/>
                <a:gd name="connsiteY4" fmla="*/ 666750 h 723900"/>
                <a:gd name="connsiteX5" fmla="*/ 361950 w 723900"/>
                <a:gd name="connsiteY5" fmla="*/ 0 h 723900"/>
                <a:gd name="connsiteX6" fmla="*/ 0 w 723900"/>
                <a:gd name="connsiteY6" fmla="*/ 361950 h 723900"/>
                <a:gd name="connsiteX7" fmla="*/ 361950 w 723900"/>
                <a:gd name="connsiteY7" fmla="*/ 723900 h 723900"/>
                <a:gd name="connsiteX8" fmla="*/ 723900 w 723900"/>
                <a:gd name="connsiteY8" fmla="*/ 361950 h 723900"/>
                <a:gd name="connsiteX9" fmla="*/ 361950 w 723900"/>
                <a:gd name="connsiteY9" fmla="*/ 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361950" y="666750"/>
                  </a:moveTo>
                  <a:cubicBezTo>
                    <a:pt x="194310" y="666750"/>
                    <a:pt x="57150" y="529590"/>
                    <a:pt x="57150" y="361950"/>
                  </a:cubicBezTo>
                  <a:cubicBezTo>
                    <a:pt x="57150" y="194310"/>
                    <a:pt x="194310" y="57150"/>
                    <a:pt x="361950" y="57150"/>
                  </a:cubicBezTo>
                  <a:cubicBezTo>
                    <a:pt x="529590" y="57150"/>
                    <a:pt x="666750" y="194310"/>
                    <a:pt x="666750" y="361950"/>
                  </a:cubicBezTo>
                  <a:cubicBezTo>
                    <a:pt x="666750" y="529590"/>
                    <a:pt x="529590" y="666750"/>
                    <a:pt x="361950" y="666750"/>
                  </a:cubicBezTo>
                  <a:close/>
                  <a:moveTo>
                    <a:pt x="361950" y="0"/>
                  </a:move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60" name="Forme libre : forme 59">
              <a:extLst>
                <a:ext uri="{FF2B5EF4-FFF2-40B4-BE49-F238E27FC236}">
                  <a16:creationId xmlns:a16="http://schemas.microsoft.com/office/drawing/2014/main" id="{0D7444A2-3D5B-4279-A804-4E9A54A2C25B}"/>
                </a:ext>
              </a:extLst>
            </p:cNvPr>
            <p:cNvSpPr/>
            <p:nvPr/>
          </p:nvSpPr>
          <p:spPr>
            <a:xfrm>
              <a:off x="7504957" y="506025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61" name="Forme libre : forme 60">
              <a:extLst>
                <a:ext uri="{FF2B5EF4-FFF2-40B4-BE49-F238E27FC236}">
                  <a16:creationId xmlns:a16="http://schemas.microsoft.com/office/drawing/2014/main" id="{D0A2B1F9-DFED-480E-9118-D611ED48B854}"/>
                </a:ext>
              </a:extLst>
            </p:cNvPr>
            <p:cNvSpPr/>
            <p:nvPr/>
          </p:nvSpPr>
          <p:spPr>
            <a:xfrm>
              <a:off x="7504957" y="555555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62" name="Forme libre : forme 61">
              <a:extLst>
                <a:ext uri="{FF2B5EF4-FFF2-40B4-BE49-F238E27FC236}">
                  <a16:creationId xmlns:a16="http://schemas.microsoft.com/office/drawing/2014/main" id="{A26996AC-BA87-484A-B402-A76475F0CE84}"/>
                </a:ext>
              </a:extLst>
            </p:cNvPr>
            <p:cNvSpPr/>
            <p:nvPr/>
          </p:nvSpPr>
          <p:spPr>
            <a:xfrm>
              <a:off x="7257307" y="530790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63" name="Forme libre : forme 62">
              <a:extLst>
                <a:ext uri="{FF2B5EF4-FFF2-40B4-BE49-F238E27FC236}">
                  <a16:creationId xmlns:a16="http://schemas.microsoft.com/office/drawing/2014/main" id="{BBDF68F6-8AE9-41DE-9F40-9B8D67BB9A96}"/>
                </a:ext>
              </a:extLst>
            </p:cNvPr>
            <p:cNvSpPr/>
            <p:nvPr/>
          </p:nvSpPr>
          <p:spPr>
            <a:xfrm>
              <a:off x="7752607" y="530790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cxnSp>
          <p:nvCxnSpPr>
            <p:cNvPr id="64" name="Auguille d'heure">
              <a:extLst>
                <a:ext uri="{FF2B5EF4-FFF2-40B4-BE49-F238E27FC236}">
                  <a16:creationId xmlns:a16="http://schemas.microsoft.com/office/drawing/2014/main" id="{21EC12DE-1C3D-450B-B326-0B9B1A1A0D0D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7" y="5141000"/>
              <a:ext cx="0" cy="1983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Aiguille 6 h">
              <a:extLst>
                <a:ext uri="{FF2B5EF4-FFF2-40B4-BE49-F238E27FC236}">
                  <a16:creationId xmlns:a16="http://schemas.microsoft.com/office/drawing/2014/main" id="{19D374AF-6485-41BA-A7B1-72ADF6D009D6}"/>
                </a:ext>
              </a:extLst>
            </p:cNvPr>
            <p:cNvCxnSpPr>
              <a:cxnSpLocks/>
            </p:cNvCxnSpPr>
            <p:nvPr/>
          </p:nvCxnSpPr>
          <p:spPr>
            <a:xfrm rot="17940000">
              <a:off x="7596656" y="5316399"/>
              <a:ext cx="0" cy="1388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6" name="Journal d'archive" descr="Liste avec un remplissage uni">
            <a:extLst>
              <a:ext uri="{FF2B5EF4-FFF2-40B4-BE49-F238E27FC236}">
                <a16:creationId xmlns:a16="http://schemas.microsoft.com/office/drawing/2014/main" id="{24A93018-0AB4-4697-A545-A784E3E91F5E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967947" y="5175764"/>
            <a:ext cx="914400" cy="914400"/>
          </a:xfrm>
          <a:prstGeom prst="rect">
            <a:avLst/>
          </a:prstGeom>
        </p:spPr>
      </p:pic>
      <p:sp>
        <p:nvSpPr>
          <p:cNvPr id="21" name="Flèche bleue : bakcup">
            <a:extLst>
              <a:ext uri="{FF2B5EF4-FFF2-40B4-BE49-F238E27FC236}">
                <a16:creationId xmlns:a16="http://schemas.microsoft.com/office/drawing/2014/main" id="{D4562366-1433-46C8-A3DB-3DC49C23AF7E}"/>
              </a:ext>
            </a:extLst>
          </p:cNvPr>
          <p:cNvSpPr/>
          <p:nvPr/>
        </p:nvSpPr>
        <p:spPr>
          <a:xfrm rot="5400000">
            <a:off x="10642891" y="4552426"/>
            <a:ext cx="1175937" cy="274638"/>
          </a:xfrm>
          <a:prstGeom prst="stripedRightArrow">
            <a:avLst>
              <a:gd name="adj1" fmla="val 44054"/>
              <a:gd name="adj2" fmla="val 10945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8" name="Flèche orange : bakcup">
            <a:extLst>
              <a:ext uri="{FF2B5EF4-FFF2-40B4-BE49-F238E27FC236}">
                <a16:creationId xmlns:a16="http://schemas.microsoft.com/office/drawing/2014/main" id="{1E25E8AA-7BC5-4671-AB63-98C68F2236DA}"/>
              </a:ext>
            </a:extLst>
          </p:cNvPr>
          <p:cNvSpPr/>
          <p:nvPr/>
        </p:nvSpPr>
        <p:spPr>
          <a:xfrm rot="5400000">
            <a:off x="9646747" y="4329468"/>
            <a:ext cx="1579961" cy="274638"/>
          </a:xfrm>
          <a:prstGeom prst="stripedRightArrow">
            <a:avLst>
              <a:gd name="adj1" fmla="val 44054"/>
              <a:gd name="adj2" fmla="val 10945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0" name="Flèche bleue : restore">
            <a:extLst>
              <a:ext uri="{FF2B5EF4-FFF2-40B4-BE49-F238E27FC236}">
                <a16:creationId xmlns:a16="http://schemas.microsoft.com/office/drawing/2014/main" id="{BE43725E-75BF-4498-877F-84818C1AD8C5}"/>
              </a:ext>
            </a:extLst>
          </p:cNvPr>
          <p:cNvSpPr/>
          <p:nvPr/>
        </p:nvSpPr>
        <p:spPr>
          <a:xfrm rot="16200000">
            <a:off x="10667417" y="4509951"/>
            <a:ext cx="1175937" cy="274638"/>
          </a:xfrm>
          <a:prstGeom prst="stripedRightArrow">
            <a:avLst>
              <a:gd name="adj1" fmla="val 44054"/>
              <a:gd name="adj2" fmla="val 10945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1" name="Flèche orange : restore">
            <a:extLst>
              <a:ext uri="{FF2B5EF4-FFF2-40B4-BE49-F238E27FC236}">
                <a16:creationId xmlns:a16="http://schemas.microsoft.com/office/drawing/2014/main" id="{B78777F4-28F0-4AC1-9F43-61303998709B}"/>
              </a:ext>
            </a:extLst>
          </p:cNvPr>
          <p:cNvSpPr/>
          <p:nvPr/>
        </p:nvSpPr>
        <p:spPr>
          <a:xfrm rot="16200000">
            <a:off x="9674150" y="4294181"/>
            <a:ext cx="1515564" cy="274638"/>
          </a:xfrm>
          <a:prstGeom prst="stripedRightArrow">
            <a:avLst>
              <a:gd name="adj1" fmla="val 44054"/>
              <a:gd name="adj2" fmla="val 10945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6" name="ArchiveMode ON">
            <a:extLst>
              <a:ext uri="{FF2B5EF4-FFF2-40B4-BE49-F238E27FC236}">
                <a16:creationId xmlns:a16="http://schemas.microsoft.com/office/drawing/2014/main" id="{D51A6EC9-4CFB-4C1A-9381-12BB8312EFA5}"/>
              </a:ext>
            </a:extLst>
          </p:cNvPr>
          <p:cNvSpPr/>
          <p:nvPr/>
        </p:nvSpPr>
        <p:spPr>
          <a:xfrm>
            <a:off x="9260378" y="5395143"/>
            <a:ext cx="89800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Archive </a:t>
            </a:r>
            <a:br>
              <a:rPr lang="fr-FR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fr-FR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</a:t>
            </a:r>
          </a:p>
        </p:txBody>
      </p:sp>
      <p:pic>
        <p:nvPicPr>
          <p:cNvPr id="78" name="CRASH&lt;" descr="Commentaire feu contour">
            <a:extLst>
              <a:ext uri="{FF2B5EF4-FFF2-40B4-BE49-F238E27FC236}">
                <a16:creationId xmlns:a16="http://schemas.microsoft.com/office/drawing/2014/main" id="{2EC9C8CD-1E39-46AB-92FA-283496D754E3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853273" y="1467693"/>
            <a:ext cx="914400" cy="914400"/>
          </a:xfrm>
          <a:prstGeom prst="rect">
            <a:avLst/>
          </a:prstGeom>
        </p:spPr>
      </p:pic>
      <p:pic>
        <p:nvPicPr>
          <p:cNvPr id="80" name="Serveur" descr="Serveur avec un remplissage uni">
            <a:extLst>
              <a:ext uri="{FF2B5EF4-FFF2-40B4-BE49-F238E27FC236}">
                <a16:creationId xmlns:a16="http://schemas.microsoft.com/office/drawing/2014/main" id="{C7F7118E-DDB6-4949-B405-AA32E69FE1B6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1417231" y="5175764"/>
            <a:ext cx="914400" cy="914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55364394"/>
      </p:ext>
    </p:extLst>
  </p:cSld>
  <p:clrMapOvr>
    <a:masterClrMapping/>
  </p:clrMapOvr>
  <p:transition spd="slow" advTm="75011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2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6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35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4500"/>
                            </p:stCondLst>
                            <p:childTnLst>
                              <p:par>
                                <p:cTn id="14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500"/>
                            </p:stCondLst>
                            <p:childTnLst>
                              <p:par>
                                <p:cTn id="15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6000"/>
                            </p:stCondLst>
                            <p:childTnLst>
                              <p:par>
                                <p:cTn id="16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6500"/>
                            </p:stCondLst>
                            <p:childTnLst>
                              <p:par>
                                <p:cTn id="166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7000"/>
                            </p:stCondLst>
                            <p:childTnLst>
                              <p:par>
                                <p:cTn id="170" presetID="22" presetClass="entr" presetSubtype="1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0000"/>
                            </p:stCondLst>
                            <p:childTnLst>
                              <p:par>
                                <p:cTn id="17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6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8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4500"/>
                            </p:stCondLst>
                            <p:childTnLst>
                              <p:par>
                                <p:cTn id="20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06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7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0" dur="indefinite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00"/>
                            </p:stCondLst>
                            <p:childTnLst>
                              <p:par>
                                <p:cTn id="218" presetID="22" presetClass="entr" presetSubtype="4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2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224" dur="indefinite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2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40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500"/>
                            </p:stCondLst>
                            <p:childTnLst>
                              <p:par>
                                <p:cTn id="240" presetID="22" presetClass="entr" presetSubtype="4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  <p:bldP spid="24" grpId="0"/>
      <p:bldP spid="25" grpId="0" animBg="1"/>
      <p:bldP spid="29" grpId="0" animBg="1"/>
      <p:bldP spid="37" grpId="0"/>
      <p:bldP spid="69" grpId="0"/>
      <p:bldP spid="69" grpId="1"/>
      <p:bldP spid="15" grpId="0"/>
      <p:bldP spid="14" grpId="0" animBg="1"/>
      <p:bldP spid="14" grpId="1" animBg="1"/>
      <p:bldP spid="12" grpId="0" animBg="1"/>
      <p:bldP spid="21" grpId="0" animBg="1"/>
      <p:bldP spid="21" grpId="1" animBg="1"/>
      <p:bldP spid="68" grpId="0" animBg="1"/>
      <p:bldP spid="68" grpId="1" animBg="1"/>
      <p:bldP spid="68" grpId="2" animBg="1"/>
      <p:bldP spid="70" grpId="0" animBg="1"/>
      <p:bldP spid="70" grpId="1" animBg="1"/>
      <p:bldP spid="71" grpId="0" animBg="1"/>
      <p:bldP spid="71" grpId="1" animBg="1"/>
      <p:bldP spid="7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Mise en situation 2</a:t>
            </a:r>
          </a:p>
        </p:txBody>
      </p:sp>
      <p:sp>
        <p:nvSpPr>
          <p:cNvPr id="72" name="Espace réservé du contenu 71">
            <a:extLst>
              <a:ext uri="{FF2B5EF4-FFF2-40B4-BE49-F238E27FC236}">
                <a16:creationId xmlns:a16="http://schemas.microsoft.com/office/drawing/2014/main" id="{A7759D9F-5B8D-45D1-A3B0-F28A169A0B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CA" b="1" dirty="0"/>
              <a:t>NO Archive Mod</a:t>
            </a:r>
            <a:endParaRPr lang="fr-CA" dirty="0"/>
          </a:p>
          <a:p>
            <a:r>
              <a:rPr lang="fr-CA" dirty="0"/>
              <a:t>6 h : Backup</a:t>
            </a:r>
          </a:p>
          <a:p>
            <a:r>
              <a:rPr lang="fr-CA" dirty="0"/>
              <a:t>Jour : </a:t>
            </a:r>
          </a:p>
          <a:p>
            <a:pPr lvl="1"/>
            <a:r>
              <a:rPr lang="fr-CA" dirty="0"/>
              <a:t>Transactions </a:t>
            </a:r>
          </a:p>
          <a:p>
            <a:pPr lvl="1"/>
            <a:r>
              <a:rPr lang="fr-CA" dirty="0"/>
              <a:t>+ Commit </a:t>
            </a:r>
          </a:p>
          <a:p>
            <a:r>
              <a:rPr lang="fr-CA" dirty="0"/>
              <a:t>16 h : CRASH!</a:t>
            </a:r>
          </a:p>
          <a:p>
            <a:r>
              <a:rPr lang="fr-CA" dirty="0"/>
              <a:t>16 h 10 : Restore de 6 h</a:t>
            </a:r>
          </a:p>
          <a:p>
            <a:r>
              <a:rPr lang="fr-CA" dirty="0"/>
              <a:t>Perte des transactions de jour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17</a:t>
            </a:fld>
            <a:endParaRPr lang="fr-CA"/>
          </a:p>
        </p:txBody>
      </p:sp>
      <p:sp>
        <p:nvSpPr>
          <p:cNvPr id="74" name="Espace réservé du texte 73">
            <a:extLst>
              <a:ext uri="{FF2B5EF4-FFF2-40B4-BE49-F238E27FC236}">
                <a16:creationId xmlns:a16="http://schemas.microsoft.com/office/drawing/2014/main" id="{7ECD1474-1892-4BBC-AE51-FBF1A942CD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grpSp>
        <p:nvGrpSpPr>
          <p:cNvPr id="67" name="Base de données">
            <a:extLst>
              <a:ext uri="{FF2B5EF4-FFF2-40B4-BE49-F238E27FC236}">
                <a16:creationId xmlns:a16="http://schemas.microsoft.com/office/drawing/2014/main" id="{0D7ED64C-49D0-4F5C-883F-4BB065ABFA2C}"/>
              </a:ext>
            </a:extLst>
          </p:cNvPr>
          <p:cNvGrpSpPr/>
          <p:nvPr/>
        </p:nvGrpSpPr>
        <p:grpSpPr>
          <a:xfrm>
            <a:off x="7812350" y="2012443"/>
            <a:ext cx="4168710" cy="2106333"/>
            <a:chOff x="7812350" y="2012443"/>
            <a:chExt cx="4168710" cy="2106333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AD96270E-A280-4CC0-90AF-4963616493E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812350" y="2833242"/>
              <a:ext cx="3693110" cy="1285534"/>
            </a:xfrm>
            <a:prstGeom prst="roundRect">
              <a:avLst/>
            </a:prstGeom>
            <a:noFill/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8" name="BD">
              <a:extLst>
                <a:ext uri="{FF2B5EF4-FFF2-40B4-BE49-F238E27FC236}">
                  <a16:creationId xmlns:a16="http://schemas.microsoft.com/office/drawing/2014/main" id="{74316345-B05B-498C-8783-708E47D92264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678563" y="2679353"/>
              <a:ext cx="420308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1400" b="0" cap="none" spc="0" dirty="0">
                  <a:ln w="0">
                    <a:solidFill>
                      <a:srgbClr val="00B0F0"/>
                    </a:solidFill>
                  </a:ln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BD</a:t>
              </a:r>
            </a:p>
          </p:txBody>
        </p:sp>
        <p:pic>
          <p:nvPicPr>
            <p:cNvPr id="13" name="BD icone" descr="Base de données avec un remplissage uni">
              <a:extLst>
                <a:ext uri="{FF2B5EF4-FFF2-40B4-BE49-F238E27FC236}">
                  <a16:creationId xmlns:a16="http://schemas.microsoft.com/office/drawing/2014/main" id="{45826C7A-B386-4F44-91A4-DB66FA85C838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25911" y="2012443"/>
              <a:ext cx="1155149" cy="1155149"/>
            </a:xfrm>
            <a:prstGeom prst="rect">
              <a:avLst/>
            </a:prstGeom>
          </p:spPr>
        </p:pic>
      </p:grpSp>
      <p:sp>
        <p:nvSpPr>
          <p:cNvPr id="24" name="DML">
            <a:extLst>
              <a:ext uri="{FF2B5EF4-FFF2-40B4-BE49-F238E27FC236}">
                <a16:creationId xmlns:a16="http://schemas.microsoft.com/office/drawing/2014/main" id="{B05B101B-3F78-4555-991C-ACA094AD03D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83872" y="3124096"/>
            <a:ext cx="11079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endParaRPr lang="fr-FR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Flèche : DML">
            <a:extLst>
              <a:ext uri="{FF2B5EF4-FFF2-40B4-BE49-F238E27FC236}">
                <a16:creationId xmlns:a16="http://schemas.microsoft.com/office/drawing/2014/main" id="{8B1FF977-33D3-4A4A-85B2-2FC4BD3FB64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96670" y="3206029"/>
            <a:ext cx="1083076" cy="236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27" name="Efface" descr="Gomme avec un remplissage uni">
            <a:extLst>
              <a:ext uri="{FF2B5EF4-FFF2-40B4-BE49-F238E27FC236}">
                <a16:creationId xmlns:a16="http://schemas.microsoft.com/office/drawing/2014/main" id="{B085F37F-DE49-42A1-8D79-717B3F5D256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724608" y="2540570"/>
            <a:ext cx="544574" cy="544574"/>
          </a:xfrm>
          <a:prstGeom prst="rect">
            <a:avLst/>
          </a:prstGeom>
        </p:spPr>
      </p:pic>
      <p:sp>
        <p:nvSpPr>
          <p:cNvPr id="29" name="Flèche : Commit">
            <a:extLst>
              <a:ext uri="{FF2B5EF4-FFF2-40B4-BE49-F238E27FC236}">
                <a16:creationId xmlns:a16="http://schemas.microsoft.com/office/drawing/2014/main" id="{2CC7E2C0-BC6F-46E2-A2EC-053D27C2765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780016" y="3206029"/>
            <a:ext cx="1502685" cy="236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7" name="Commit">
            <a:extLst>
              <a:ext uri="{FF2B5EF4-FFF2-40B4-BE49-F238E27FC236}">
                <a16:creationId xmlns:a16="http://schemas.microsoft.com/office/drawing/2014/main" id="{6AF735FA-74E2-4C43-968E-974B241B423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999752" y="2971496"/>
            <a:ext cx="93326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COMMIT</a:t>
            </a:r>
          </a:p>
        </p:txBody>
      </p:sp>
      <p:grpSp>
        <p:nvGrpSpPr>
          <p:cNvPr id="75" name="Table">
            <a:extLst>
              <a:ext uri="{FF2B5EF4-FFF2-40B4-BE49-F238E27FC236}">
                <a16:creationId xmlns:a16="http://schemas.microsoft.com/office/drawing/2014/main" id="{A4127CF2-1A67-45D8-9EA6-3673406C0B5F}"/>
              </a:ext>
            </a:extLst>
          </p:cNvPr>
          <p:cNvGrpSpPr/>
          <p:nvPr/>
        </p:nvGrpSpPr>
        <p:grpSpPr>
          <a:xfrm>
            <a:off x="10213089" y="2894148"/>
            <a:ext cx="914400" cy="995280"/>
            <a:chOff x="10213089" y="2894148"/>
            <a:chExt cx="914400" cy="995280"/>
          </a:xfrm>
        </p:grpSpPr>
        <p:pic>
          <p:nvPicPr>
            <p:cNvPr id="22" name="Table" descr="Tableau avec un remplissage uni">
              <a:extLst>
                <a:ext uri="{FF2B5EF4-FFF2-40B4-BE49-F238E27FC236}">
                  <a16:creationId xmlns:a16="http://schemas.microsoft.com/office/drawing/2014/main" id="{B8E0207A-CC19-4A24-9510-B3E7A1A572C8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0213089" y="2894148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7" name="TBL">
              <a:extLst>
                <a:ext uri="{FF2B5EF4-FFF2-40B4-BE49-F238E27FC236}">
                  <a16:creationId xmlns:a16="http://schemas.microsoft.com/office/drawing/2014/main" id="{9CDBFD5B-42DE-458B-9AF6-0842EA1E8C0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436728" y="3581651"/>
              <a:ext cx="402674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14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tbl</a:t>
              </a:r>
              <a:endParaRPr lang="fr-FR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pic>
        <p:nvPicPr>
          <p:cNvPr id="30" name="Journal vide" descr="Papier contour">
            <a:extLst>
              <a:ext uri="{FF2B5EF4-FFF2-40B4-BE49-F238E27FC236}">
                <a16:creationId xmlns:a16="http://schemas.microsoft.com/office/drawing/2014/main" id="{0BECF1E8-C7CD-48FA-9BE1-39140CD60D3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022142" y="2878604"/>
            <a:ext cx="914400" cy="914400"/>
          </a:xfrm>
          <a:prstGeom prst="rect">
            <a:avLst/>
          </a:prstGeom>
        </p:spPr>
      </p:pic>
      <p:pic>
        <p:nvPicPr>
          <p:cNvPr id="19" name="Journal" descr="Document contour">
            <a:extLst>
              <a:ext uri="{FF2B5EF4-FFF2-40B4-BE49-F238E27FC236}">
                <a16:creationId xmlns:a16="http://schemas.microsoft.com/office/drawing/2014/main" id="{936EE63E-41D5-43FD-86AF-3495C90645B0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015459" y="2877137"/>
            <a:ext cx="914400" cy="914400"/>
          </a:xfrm>
          <a:prstGeom prst="rect">
            <a:avLst/>
          </a:prstGeom>
        </p:spPr>
      </p:pic>
      <p:pic>
        <p:nvPicPr>
          <p:cNvPr id="6" name="Plume" descr="Pique avec un remplissage uni">
            <a:extLst>
              <a:ext uri="{FF2B5EF4-FFF2-40B4-BE49-F238E27FC236}">
                <a16:creationId xmlns:a16="http://schemas.microsoft.com/office/drawing/2014/main" id="{838A7B6F-D152-4B3A-A987-44134A64816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flipH="1">
            <a:off x="8088347" y="2433060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9" name="ArchiveMode OFF">
            <a:extLst>
              <a:ext uri="{FF2B5EF4-FFF2-40B4-BE49-F238E27FC236}">
                <a16:creationId xmlns:a16="http://schemas.microsoft.com/office/drawing/2014/main" id="{4532CA52-C716-4AC2-BAD2-578B5A2E38B6}"/>
              </a:ext>
            </a:extLst>
          </p:cNvPr>
          <p:cNvSpPr/>
          <p:nvPr/>
        </p:nvSpPr>
        <p:spPr>
          <a:xfrm>
            <a:off x="9119242" y="1966112"/>
            <a:ext cx="130356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400" b="0" cap="none" spc="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Archive Mod</a:t>
            </a:r>
          </a:p>
        </p:txBody>
      </p:sp>
      <p:sp>
        <p:nvSpPr>
          <p:cNvPr id="15" name="ArchiveMode ON">
            <a:extLst>
              <a:ext uri="{FF2B5EF4-FFF2-40B4-BE49-F238E27FC236}">
                <a16:creationId xmlns:a16="http://schemas.microsoft.com/office/drawing/2014/main" id="{62BA507F-8F59-4D3C-91D9-7CE84196D723}"/>
              </a:ext>
            </a:extLst>
          </p:cNvPr>
          <p:cNvSpPr/>
          <p:nvPr/>
        </p:nvSpPr>
        <p:spPr>
          <a:xfrm>
            <a:off x="9124273" y="1975887"/>
            <a:ext cx="130356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Archive Mod</a:t>
            </a:r>
          </a:p>
        </p:txBody>
      </p:sp>
      <p:sp>
        <p:nvSpPr>
          <p:cNvPr id="14" name="OFF">
            <a:extLst>
              <a:ext uri="{FF2B5EF4-FFF2-40B4-BE49-F238E27FC236}">
                <a16:creationId xmlns:a16="http://schemas.microsoft.com/office/drawing/2014/main" id="{09685BDA-05C6-4E8D-B8E6-BC95C80D29BA}"/>
              </a:ext>
            </a:extLst>
          </p:cNvPr>
          <p:cNvSpPr/>
          <p:nvPr/>
        </p:nvSpPr>
        <p:spPr>
          <a:xfrm>
            <a:off x="9463056" y="2277211"/>
            <a:ext cx="685800" cy="285750"/>
          </a:xfrm>
          <a:custGeom>
            <a:avLst/>
            <a:gdLst>
              <a:gd name="connsiteX0" fmla="*/ 542925 w 685800"/>
              <a:gd name="connsiteY0" fmla="*/ 0 h 285750"/>
              <a:gd name="connsiteX1" fmla="*/ 142875 w 685800"/>
              <a:gd name="connsiteY1" fmla="*/ 0 h 285750"/>
              <a:gd name="connsiteX2" fmla="*/ 0 w 685800"/>
              <a:gd name="connsiteY2" fmla="*/ 142875 h 285750"/>
              <a:gd name="connsiteX3" fmla="*/ 142875 w 685800"/>
              <a:gd name="connsiteY3" fmla="*/ 285750 h 285750"/>
              <a:gd name="connsiteX4" fmla="*/ 542925 w 685800"/>
              <a:gd name="connsiteY4" fmla="*/ 285750 h 285750"/>
              <a:gd name="connsiteX5" fmla="*/ 685800 w 685800"/>
              <a:gd name="connsiteY5" fmla="*/ 142875 h 285750"/>
              <a:gd name="connsiteX6" fmla="*/ 542925 w 685800"/>
              <a:gd name="connsiteY6" fmla="*/ 0 h 285750"/>
              <a:gd name="connsiteX7" fmla="*/ 142875 w 685800"/>
              <a:gd name="connsiteY7" fmla="*/ 228600 h 285750"/>
              <a:gd name="connsiteX8" fmla="*/ 57150 w 685800"/>
              <a:gd name="connsiteY8" fmla="*/ 142875 h 285750"/>
              <a:gd name="connsiteX9" fmla="*/ 142875 w 685800"/>
              <a:gd name="connsiteY9" fmla="*/ 57150 h 285750"/>
              <a:gd name="connsiteX10" fmla="*/ 228600 w 685800"/>
              <a:gd name="connsiteY10" fmla="*/ 142875 h 285750"/>
              <a:gd name="connsiteX11" fmla="*/ 142875 w 685800"/>
              <a:gd name="connsiteY11" fmla="*/ 22860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" h="285750">
                <a:moveTo>
                  <a:pt x="542925" y="0"/>
                </a:moveTo>
                <a:lnTo>
                  <a:pt x="142875" y="0"/>
                </a:ln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lnTo>
                  <a:pt x="542925" y="285750"/>
                </a:lnTo>
                <a:cubicBezTo>
                  <a:pt x="621833" y="285750"/>
                  <a:pt x="685800" y="221783"/>
                  <a:pt x="685800" y="142875"/>
                </a:cubicBezTo>
                <a:cubicBezTo>
                  <a:pt x="685800" y="63967"/>
                  <a:pt x="621833" y="0"/>
                  <a:pt x="542925" y="0"/>
                </a:cubicBezTo>
                <a:close/>
                <a:moveTo>
                  <a:pt x="142875" y="228600"/>
                </a:moveTo>
                <a:cubicBezTo>
                  <a:pt x="95530" y="228600"/>
                  <a:pt x="57150" y="190220"/>
                  <a:pt x="57150" y="142875"/>
                </a:cubicBezTo>
                <a:cubicBezTo>
                  <a:pt x="57150" y="95530"/>
                  <a:pt x="95530" y="57150"/>
                  <a:pt x="142875" y="57150"/>
                </a:cubicBezTo>
                <a:cubicBezTo>
                  <a:pt x="190220" y="57150"/>
                  <a:pt x="228600" y="95530"/>
                  <a:pt x="228600" y="142875"/>
                </a:cubicBezTo>
                <a:cubicBezTo>
                  <a:pt x="228548" y="190198"/>
                  <a:pt x="190198" y="228548"/>
                  <a:pt x="142875" y="22860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CA"/>
          </a:p>
        </p:txBody>
      </p:sp>
      <p:sp>
        <p:nvSpPr>
          <p:cNvPr id="12" name="ON">
            <a:extLst>
              <a:ext uri="{FF2B5EF4-FFF2-40B4-BE49-F238E27FC236}">
                <a16:creationId xmlns:a16="http://schemas.microsoft.com/office/drawing/2014/main" id="{37B1E8AA-C249-44FB-BDA1-2125477B6F12}"/>
              </a:ext>
            </a:extLst>
          </p:cNvPr>
          <p:cNvSpPr/>
          <p:nvPr/>
        </p:nvSpPr>
        <p:spPr>
          <a:xfrm>
            <a:off x="9460827" y="2268912"/>
            <a:ext cx="685800" cy="285750"/>
          </a:xfrm>
          <a:custGeom>
            <a:avLst/>
            <a:gdLst>
              <a:gd name="connsiteX0" fmla="*/ 542925 w 685800"/>
              <a:gd name="connsiteY0" fmla="*/ 0 h 285750"/>
              <a:gd name="connsiteX1" fmla="*/ 142875 w 685800"/>
              <a:gd name="connsiteY1" fmla="*/ 0 h 285750"/>
              <a:gd name="connsiteX2" fmla="*/ 0 w 685800"/>
              <a:gd name="connsiteY2" fmla="*/ 142875 h 285750"/>
              <a:gd name="connsiteX3" fmla="*/ 142875 w 685800"/>
              <a:gd name="connsiteY3" fmla="*/ 285750 h 285750"/>
              <a:gd name="connsiteX4" fmla="*/ 542925 w 685800"/>
              <a:gd name="connsiteY4" fmla="*/ 285750 h 285750"/>
              <a:gd name="connsiteX5" fmla="*/ 685800 w 685800"/>
              <a:gd name="connsiteY5" fmla="*/ 142875 h 285750"/>
              <a:gd name="connsiteX6" fmla="*/ 542925 w 685800"/>
              <a:gd name="connsiteY6" fmla="*/ 0 h 285750"/>
              <a:gd name="connsiteX7" fmla="*/ 542925 w 685800"/>
              <a:gd name="connsiteY7" fmla="*/ 228600 h 285750"/>
              <a:gd name="connsiteX8" fmla="*/ 457200 w 685800"/>
              <a:gd name="connsiteY8" fmla="*/ 142875 h 285750"/>
              <a:gd name="connsiteX9" fmla="*/ 542925 w 685800"/>
              <a:gd name="connsiteY9" fmla="*/ 57150 h 285750"/>
              <a:gd name="connsiteX10" fmla="*/ 628650 w 685800"/>
              <a:gd name="connsiteY10" fmla="*/ 142875 h 285750"/>
              <a:gd name="connsiteX11" fmla="*/ 542925 w 685800"/>
              <a:gd name="connsiteY11" fmla="*/ 22860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" h="285750">
                <a:moveTo>
                  <a:pt x="542925" y="0"/>
                </a:moveTo>
                <a:lnTo>
                  <a:pt x="142875" y="0"/>
                </a:ln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lnTo>
                  <a:pt x="542925" y="285750"/>
                </a:lnTo>
                <a:cubicBezTo>
                  <a:pt x="621833" y="285750"/>
                  <a:pt x="685800" y="221783"/>
                  <a:pt x="685800" y="142875"/>
                </a:cubicBezTo>
                <a:cubicBezTo>
                  <a:pt x="685800" y="63967"/>
                  <a:pt x="621833" y="0"/>
                  <a:pt x="542925" y="0"/>
                </a:cubicBezTo>
                <a:close/>
                <a:moveTo>
                  <a:pt x="542925" y="228600"/>
                </a:moveTo>
                <a:cubicBezTo>
                  <a:pt x="495580" y="228600"/>
                  <a:pt x="457200" y="190220"/>
                  <a:pt x="457200" y="142875"/>
                </a:cubicBezTo>
                <a:cubicBezTo>
                  <a:pt x="457200" y="95530"/>
                  <a:pt x="495580" y="57150"/>
                  <a:pt x="542925" y="57150"/>
                </a:cubicBezTo>
                <a:cubicBezTo>
                  <a:pt x="590270" y="57150"/>
                  <a:pt x="628650" y="95530"/>
                  <a:pt x="628650" y="142875"/>
                </a:cubicBezTo>
                <a:cubicBezTo>
                  <a:pt x="628598" y="190198"/>
                  <a:pt x="590248" y="228548"/>
                  <a:pt x="542925" y="228600"/>
                </a:cubicBezTo>
                <a:close/>
              </a:path>
            </a:pathLst>
          </a:custGeom>
          <a:solidFill>
            <a:srgbClr val="00B05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CA"/>
          </a:p>
        </p:txBody>
      </p:sp>
      <p:pic>
        <p:nvPicPr>
          <p:cNvPr id="17" name="Serveur" descr="Serveur avec un remplissage uni">
            <a:extLst>
              <a:ext uri="{FF2B5EF4-FFF2-40B4-BE49-F238E27FC236}">
                <a16:creationId xmlns:a16="http://schemas.microsoft.com/office/drawing/2014/main" id="{94B0123E-87CB-456D-AD8E-AAA0DA309B7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763618" y="5175764"/>
            <a:ext cx="914400" cy="914400"/>
          </a:xfrm>
          <a:prstGeom prst="rect">
            <a:avLst/>
          </a:prstGeom>
        </p:spPr>
      </p:pic>
      <p:grpSp>
        <p:nvGrpSpPr>
          <p:cNvPr id="56" name="Horloge 6 h">
            <a:extLst>
              <a:ext uri="{FF2B5EF4-FFF2-40B4-BE49-F238E27FC236}">
                <a16:creationId xmlns:a16="http://schemas.microsoft.com/office/drawing/2014/main" id="{3F0C6A0F-4F9A-429C-A759-65E2E39C168C}"/>
              </a:ext>
            </a:extLst>
          </p:cNvPr>
          <p:cNvGrpSpPr/>
          <p:nvPr/>
        </p:nvGrpSpPr>
        <p:grpSpPr>
          <a:xfrm>
            <a:off x="9460827" y="986669"/>
            <a:ext cx="723900" cy="723900"/>
            <a:chOff x="7162057" y="4965006"/>
            <a:chExt cx="723900" cy="723900"/>
          </a:xfrm>
        </p:grpSpPr>
        <p:sp>
          <p:nvSpPr>
            <p:cNvPr id="32" name="Horloge">
              <a:extLst>
                <a:ext uri="{FF2B5EF4-FFF2-40B4-BE49-F238E27FC236}">
                  <a16:creationId xmlns:a16="http://schemas.microsoft.com/office/drawing/2014/main" id="{79BEAE95-B792-4D76-B9C9-089FD3069173}"/>
                </a:ext>
              </a:extLst>
            </p:cNvPr>
            <p:cNvSpPr/>
            <p:nvPr/>
          </p:nvSpPr>
          <p:spPr>
            <a:xfrm>
              <a:off x="7162057" y="4965006"/>
              <a:ext cx="723900" cy="723900"/>
            </a:xfrm>
            <a:custGeom>
              <a:avLst/>
              <a:gdLst>
                <a:gd name="connsiteX0" fmla="*/ 361950 w 723900"/>
                <a:gd name="connsiteY0" fmla="*/ 666750 h 723900"/>
                <a:gd name="connsiteX1" fmla="*/ 57150 w 723900"/>
                <a:gd name="connsiteY1" fmla="*/ 361950 h 723900"/>
                <a:gd name="connsiteX2" fmla="*/ 361950 w 723900"/>
                <a:gd name="connsiteY2" fmla="*/ 57150 h 723900"/>
                <a:gd name="connsiteX3" fmla="*/ 666750 w 723900"/>
                <a:gd name="connsiteY3" fmla="*/ 361950 h 723900"/>
                <a:gd name="connsiteX4" fmla="*/ 361950 w 723900"/>
                <a:gd name="connsiteY4" fmla="*/ 666750 h 723900"/>
                <a:gd name="connsiteX5" fmla="*/ 361950 w 723900"/>
                <a:gd name="connsiteY5" fmla="*/ 0 h 723900"/>
                <a:gd name="connsiteX6" fmla="*/ 0 w 723900"/>
                <a:gd name="connsiteY6" fmla="*/ 361950 h 723900"/>
                <a:gd name="connsiteX7" fmla="*/ 361950 w 723900"/>
                <a:gd name="connsiteY7" fmla="*/ 723900 h 723900"/>
                <a:gd name="connsiteX8" fmla="*/ 723900 w 723900"/>
                <a:gd name="connsiteY8" fmla="*/ 361950 h 723900"/>
                <a:gd name="connsiteX9" fmla="*/ 361950 w 723900"/>
                <a:gd name="connsiteY9" fmla="*/ 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361950" y="666750"/>
                  </a:moveTo>
                  <a:cubicBezTo>
                    <a:pt x="194310" y="666750"/>
                    <a:pt x="57150" y="529590"/>
                    <a:pt x="57150" y="361950"/>
                  </a:cubicBezTo>
                  <a:cubicBezTo>
                    <a:pt x="57150" y="194310"/>
                    <a:pt x="194310" y="57150"/>
                    <a:pt x="361950" y="57150"/>
                  </a:cubicBezTo>
                  <a:cubicBezTo>
                    <a:pt x="529590" y="57150"/>
                    <a:pt x="666750" y="194310"/>
                    <a:pt x="666750" y="361950"/>
                  </a:cubicBezTo>
                  <a:cubicBezTo>
                    <a:pt x="666750" y="529590"/>
                    <a:pt x="529590" y="666750"/>
                    <a:pt x="361950" y="666750"/>
                  </a:cubicBezTo>
                  <a:close/>
                  <a:moveTo>
                    <a:pt x="361950" y="0"/>
                  </a:move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E894422E-47AD-47AA-AEEF-2175EF630EAE}"/>
                </a:ext>
              </a:extLst>
            </p:cNvPr>
            <p:cNvSpPr/>
            <p:nvPr/>
          </p:nvSpPr>
          <p:spPr>
            <a:xfrm>
              <a:off x="7504957" y="506025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6CB7219E-0D07-4FA4-BDBC-652368055371}"/>
                </a:ext>
              </a:extLst>
            </p:cNvPr>
            <p:cNvSpPr/>
            <p:nvPr/>
          </p:nvSpPr>
          <p:spPr>
            <a:xfrm>
              <a:off x="7504957" y="555555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FD730C59-8264-478F-86EE-80B38E952A05}"/>
                </a:ext>
              </a:extLst>
            </p:cNvPr>
            <p:cNvSpPr/>
            <p:nvPr/>
          </p:nvSpPr>
          <p:spPr>
            <a:xfrm>
              <a:off x="7257307" y="530790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DF340CAA-9C09-4B84-9474-1835E827EAE8}"/>
                </a:ext>
              </a:extLst>
            </p:cNvPr>
            <p:cNvSpPr/>
            <p:nvPr/>
          </p:nvSpPr>
          <p:spPr>
            <a:xfrm>
              <a:off x="7752607" y="530790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cxnSp>
          <p:nvCxnSpPr>
            <p:cNvPr id="51" name="Auguille d'heure">
              <a:extLst>
                <a:ext uri="{FF2B5EF4-FFF2-40B4-BE49-F238E27FC236}">
                  <a16:creationId xmlns:a16="http://schemas.microsoft.com/office/drawing/2014/main" id="{7D39BC57-5C1B-4A5F-A9FA-A3DA823E434F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7" y="5141000"/>
              <a:ext cx="0" cy="1983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Aiguille 6 h">
              <a:extLst>
                <a:ext uri="{FF2B5EF4-FFF2-40B4-BE49-F238E27FC236}">
                  <a16:creationId xmlns:a16="http://schemas.microsoft.com/office/drawing/2014/main" id="{EB653B68-2E84-423E-B9FF-4AC74923A8DB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7" y="5346006"/>
              <a:ext cx="0" cy="1388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Horloge 16 h">
            <a:extLst>
              <a:ext uri="{FF2B5EF4-FFF2-40B4-BE49-F238E27FC236}">
                <a16:creationId xmlns:a16="http://schemas.microsoft.com/office/drawing/2014/main" id="{A9F4710D-AA1F-44EE-AB11-720611F09C3A}"/>
              </a:ext>
            </a:extLst>
          </p:cNvPr>
          <p:cNvGrpSpPr/>
          <p:nvPr/>
        </p:nvGrpSpPr>
        <p:grpSpPr>
          <a:xfrm>
            <a:off x="9454115" y="993345"/>
            <a:ext cx="723900" cy="723900"/>
            <a:chOff x="7162057" y="4965006"/>
            <a:chExt cx="723900" cy="723900"/>
          </a:xfrm>
        </p:grpSpPr>
        <p:sp>
          <p:nvSpPr>
            <p:cNvPr id="59" name="Horloge">
              <a:extLst>
                <a:ext uri="{FF2B5EF4-FFF2-40B4-BE49-F238E27FC236}">
                  <a16:creationId xmlns:a16="http://schemas.microsoft.com/office/drawing/2014/main" id="{CB35FF23-78D5-4B53-8A15-8766166D54A1}"/>
                </a:ext>
              </a:extLst>
            </p:cNvPr>
            <p:cNvSpPr/>
            <p:nvPr/>
          </p:nvSpPr>
          <p:spPr>
            <a:xfrm>
              <a:off x="7162057" y="4965006"/>
              <a:ext cx="723900" cy="723900"/>
            </a:xfrm>
            <a:custGeom>
              <a:avLst/>
              <a:gdLst>
                <a:gd name="connsiteX0" fmla="*/ 361950 w 723900"/>
                <a:gd name="connsiteY0" fmla="*/ 666750 h 723900"/>
                <a:gd name="connsiteX1" fmla="*/ 57150 w 723900"/>
                <a:gd name="connsiteY1" fmla="*/ 361950 h 723900"/>
                <a:gd name="connsiteX2" fmla="*/ 361950 w 723900"/>
                <a:gd name="connsiteY2" fmla="*/ 57150 h 723900"/>
                <a:gd name="connsiteX3" fmla="*/ 666750 w 723900"/>
                <a:gd name="connsiteY3" fmla="*/ 361950 h 723900"/>
                <a:gd name="connsiteX4" fmla="*/ 361950 w 723900"/>
                <a:gd name="connsiteY4" fmla="*/ 666750 h 723900"/>
                <a:gd name="connsiteX5" fmla="*/ 361950 w 723900"/>
                <a:gd name="connsiteY5" fmla="*/ 0 h 723900"/>
                <a:gd name="connsiteX6" fmla="*/ 0 w 723900"/>
                <a:gd name="connsiteY6" fmla="*/ 361950 h 723900"/>
                <a:gd name="connsiteX7" fmla="*/ 361950 w 723900"/>
                <a:gd name="connsiteY7" fmla="*/ 723900 h 723900"/>
                <a:gd name="connsiteX8" fmla="*/ 723900 w 723900"/>
                <a:gd name="connsiteY8" fmla="*/ 361950 h 723900"/>
                <a:gd name="connsiteX9" fmla="*/ 361950 w 723900"/>
                <a:gd name="connsiteY9" fmla="*/ 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361950" y="666750"/>
                  </a:moveTo>
                  <a:cubicBezTo>
                    <a:pt x="194310" y="666750"/>
                    <a:pt x="57150" y="529590"/>
                    <a:pt x="57150" y="361950"/>
                  </a:cubicBezTo>
                  <a:cubicBezTo>
                    <a:pt x="57150" y="194310"/>
                    <a:pt x="194310" y="57150"/>
                    <a:pt x="361950" y="57150"/>
                  </a:cubicBezTo>
                  <a:cubicBezTo>
                    <a:pt x="529590" y="57150"/>
                    <a:pt x="666750" y="194310"/>
                    <a:pt x="666750" y="361950"/>
                  </a:cubicBezTo>
                  <a:cubicBezTo>
                    <a:pt x="666750" y="529590"/>
                    <a:pt x="529590" y="666750"/>
                    <a:pt x="361950" y="666750"/>
                  </a:cubicBezTo>
                  <a:close/>
                  <a:moveTo>
                    <a:pt x="361950" y="0"/>
                  </a:move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60" name="Forme libre : forme 59">
              <a:extLst>
                <a:ext uri="{FF2B5EF4-FFF2-40B4-BE49-F238E27FC236}">
                  <a16:creationId xmlns:a16="http://schemas.microsoft.com/office/drawing/2014/main" id="{0D7444A2-3D5B-4279-A804-4E9A54A2C25B}"/>
                </a:ext>
              </a:extLst>
            </p:cNvPr>
            <p:cNvSpPr/>
            <p:nvPr/>
          </p:nvSpPr>
          <p:spPr>
            <a:xfrm>
              <a:off x="7504957" y="506025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61" name="Forme libre : forme 60">
              <a:extLst>
                <a:ext uri="{FF2B5EF4-FFF2-40B4-BE49-F238E27FC236}">
                  <a16:creationId xmlns:a16="http://schemas.microsoft.com/office/drawing/2014/main" id="{D0A2B1F9-DFED-480E-9118-D611ED48B854}"/>
                </a:ext>
              </a:extLst>
            </p:cNvPr>
            <p:cNvSpPr/>
            <p:nvPr/>
          </p:nvSpPr>
          <p:spPr>
            <a:xfrm>
              <a:off x="7504957" y="555555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62" name="Forme libre : forme 61">
              <a:extLst>
                <a:ext uri="{FF2B5EF4-FFF2-40B4-BE49-F238E27FC236}">
                  <a16:creationId xmlns:a16="http://schemas.microsoft.com/office/drawing/2014/main" id="{A26996AC-BA87-484A-B402-A76475F0CE84}"/>
                </a:ext>
              </a:extLst>
            </p:cNvPr>
            <p:cNvSpPr/>
            <p:nvPr/>
          </p:nvSpPr>
          <p:spPr>
            <a:xfrm>
              <a:off x="7257307" y="530790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sp>
          <p:nvSpPr>
            <p:cNvPr id="63" name="Forme libre : forme 62">
              <a:extLst>
                <a:ext uri="{FF2B5EF4-FFF2-40B4-BE49-F238E27FC236}">
                  <a16:creationId xmlns:a16="http://schemas.microsoft.com/office/drawing/2014/main" id="{BBDF68F6-8AE9-41DE-9F40-9B8D67BB9A96}"/>
                </a:ext>
              </a:extLst>
            </p:cNvPr>
            <p:cNvSpPr/>
            <p:nvPr/>
          </p:nvSpPr>
          <p:spPr>
            <a:xfrm>
              <a:off x="7752607" y="5307906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b="1"/>
            </a:p>
          </p:txBody>
        </p:sp>
        <p:cxnSp>
          <p:nvCxnSpPr>
            <p:cNvPr id="64" name="Auguille d'heure">
              <a:extLst>
                <a:ext uri="{FF2B5EF4-FFF2-40B4-BE49-F238E27FC236}">
                  <a16:creationId xmlns:a16="http://schemas.microsoft.com/office/drawing/2014/main" id="{21EC12DE-1C3D-450B-B326-0B9B1A1A0D0D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7" y="5141000"/>
              <a:ext cx="0" cy="1983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Aiguille 6 h">
              <a:extLst>
                <a:ext uri="{FF2B5EF4-FFF2-40B4-BE49-F238E27FC236}">
                  <a16:creationId xmlns:a16="http://schemas.microsoft.com/office/drawing/2014/main" id="{19D374AF-6485-41BA-A7B1-72ADF6D009D6}"/>
                </a:ext>
              </a:extLst>
            </p:cNvPr>
            <p:cNvCxnSpPr>
              <a:cxnSpLocks/>
            </p:cNvCxnSpPr>
            <p:nvPr/>
          </p:nvCxnSpPr>
          <p:spPr>
            <a:xfrm rot="17940000">
              <a:off x="7596656" y="5316399"/>
              <a:ext cx="0" cy="1388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Flèche bleue : bakcup">
            <a:extLst>
              <a:ext uri="{FF2B5EF4-FFF2-40B4-BE49-F238E27FC236}">
                <a16:creationId xmlns:a16="http://schemas.microsoft.com/office/drawing/2014/main" id="{D4562366-1433-46C8-A3DB-3DC49C23AF7E}"/>
              </a:ext>
            </a:extLst>
          </p:cNvPr>
          <p:cNvSpPr/>
          <p:nvPr/>
        </p:nvSpPr>
        <p:spPr>
          <a:xfrm rot="5400000">
            <a:off x="10642891" y="4552426"/>
            <a:ext cx="1175937" cy="274638"/>
          </a:xfrm>
          <a:prstGeom prst="stripedRightArrow">
            <a:avLst>
              <a:gd name="adj1" fmla="val 44054"/>
              <a:gd name="adj2" fmla="val 10945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0" name="Flèche bleue : restore">
            <a:extLst>
              <a:ext uri="{FF2B5EF4-FFF2-40B4-BE49-F238E27FC236}">
                <a16:creationId xmlns:a16="http://schemas.microsoft.com/office/drawing/2014/main" id="{BE43725E-75BF-4498-877F-84818C1AD8C5}"/>
              </a:ext>
            </a:extLst>
          </p:cNvPr>
          <p:cNvSpPr/>
          <p:nvPr/>
        </p:nvSpPr>
        <p:spPr>
          <a:xfrm rot="16200000">
            <a:off x="10667417" y="4509951"/>
            <a:ext cx="1175937" cy="274638"/>
          </a:xfrm>
          <a:prstGeom prst="stripedRightArrow">
            <a:avLst>
              <a:gd name="adj1" fmla="val 44054"/>
              <a:gd name="adj2" fmla="val 10945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78" name="CRASH&lt;" descr="Commentaire feu contour">
            <a:extLst>
              <a:ext uri="{FF2B5EF4-FFF2-40B4-BE49-F238E27FC236}">
                <a16:creationId xmlns:a16="http://schemas.microsoft.com/office/drawing/2014/main" id="{2EC9C8CD-1E39-46AB-92FA-283496D754E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853273" y="1467693"/>
            <a:ext cx="914400" cy="914400"/>
          </a:xfrm>
          <a:prstGeom prst="rect">
            <a:avLst/>
          </a:prstGeom>
        </p:spPr>
      </p:pic>
      <p:pic>
        <p:nvPicPr>
          <p:cNvPr id="2050" name="Picture 2" descr="Wikipedia logo : histoire, signification et évolution, symbole">
            <a:extLst>
              <a:ext uri="{FF2B5EF4-FFF2-40B4-BE49-F238E27FC236}">
                <a16:creationId xmlns:a16="http://schemas.microsoft.com/office/drawing/2014/main" id="{94327CB6-D676-4BAF-879C-4D02FA140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42" y="3735539"/>
            <a:ext cx="1372522" cy="129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que 6" descr="Point d’exclamation avec un remplissage uni">
            <a:extLst>
              <a:ext uri="{FF2B5EF4-FFF2-40B4-BE49-F238E27FC236}">
                <a16:creationId xmlns:a16="http://schemas.microsoft.com/office/drawing/2014/main" id="{E1B21471-3F2A-4307-903C-F65A0953D5A3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066385" y="5175704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34222409"/>
      </p:ext>
    </p:extLst>
  </p:cSld>
  <p:clrMapOvr>
    <a:masterClrMapping/>
  </p:clrMapOvr>
  <p:transition spd="slow" advTm="63603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86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000"/>
                            </p:stCondLst>
                            <p:childTnLst>
                              <p:par>
                                <p:cTn id="1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500"/>
                            </p:stCondLst>
                            <p:childTnLst>
                              <p:par>
                                <p:cTn id="12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500"/>
                            </p:stCondLst>
                            <p:childTnLst>
                              <p:par>
                                <p:cTn id="1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000"/>
                            </p:stCondLst>
                            <p:childTnLst>
                              <p:par>
                                <p:cTn id="14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500"/>
                            </p:stCondLst>
                            <p:childTnLst>
                              <p:par>
                                <p:cTn id="1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4500"/>
                            </p:stCondLst>
                            <p:childTnLst>
                              <p:par>
                                <p:cTn id="173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74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5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8" dur="indefinite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4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3500"/>
                            </p:stCondLst>
                            <p:childTnLst>
                              <p:par>
                                <p:cTn id="190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92" dur="indefinite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500"/>
                            </p:stCondLst>
                            <p:childTnLst>
                              <p:par>
                                <p:cTn id="19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4000"/>
                            </p:stCondLst>
                            <p:childTnLst>
                              <p:par>
                                <p:cTn id="19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00"/>
                            </p:stCondLst>
                            <p:childTnLst>
                              <p:par>
                                <p:cTn id="2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1000"/>
                            </p:stCondLst>
                            <p:childTnLst>
                              <p:par>
                                <p:cTn id="212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2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  <p:bldP spid="24" grpId="0"/>
      <p:bldP spid="25" grpId="0" animBg="1"/>
      <p:bldP spid="29" grpId="0" animBg="1"/>
      <p:bldP spid="37" grpId="0"/>
      <p:bldP spid="69" grpId="0"/>
      <p:bldP spid="15" grpId="0"/>
      <p:bldP spid="15" grpId="1"/>
      <p:bldP spid="14" grpId="0" animBg="1"/>
      <p:bldP spid="12" grpId="0" animBg="1"/>
      <p:bldP spid="12" grpId="1" animBg="1"/>
      <p:bldP spid="21" grpId="0" animBg="1"/>
      <p:bldP spid="21" grpId="1" animBg="1"/>
      <p:bldP spid="70" grpId="0" animBg="1"/>
      <p:bldP spid="7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0AD929-3997-4359-B4AB-73A5C6FC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SQL*LOADER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C25ECF4-AD8D-421A-AD09-D1334A4D6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Sauvegarde et restauration de base de données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AFB62D-2EB3-44D4-8228-4EC293580C9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0782300" y="6470650"/>
            <a:ext cx="1409700" cy="274638"/>
          </a:xfrm>
        </p:spPr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2510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0"/>
    </mc:Choice>
    <mc:Fallback xmlns="">
      <p:transition spd="slow" advTm="95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98C126-9EDF-498B-9825-4302CF360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SQL*LOADER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BF30C7-DF37-496D-BF77-7A7AB19DB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Permet de charger des données d'un fichier externe dans une table de la base de données. </a:t>
            </a:r>
          </a:p>
          <a:p>
            <a:r>
              <a:rPr lang="fr-CA" dirty="0"/>
              <a:t>Il peut analyser de nombreux formats de fichiers délimités tels que </a:t>
            </a:r>
            <a:r>
              <a:rPr lang="fr-CA" b="1" dirty="0"/>
              <a:t>CSV</a:t>
            </a:r>
            <a:r>
              <a:rPr lang="fr-CA" dirty="0"/>
              <a:t>.</a:t>
            </a:r>
          </a:p>
          <a:p>
            <a:r>
              <a:rPr lang="fr-CA" dirty="0"/>
              <a:t>Importation de </a:t>
            </a:r>
            <a:r>
              <a:rPr lang="fr-CA" b="1" dirty="0"/>
              <a:t>données seulement</a:t>
            </a:r>
            <a:r>
              <a:rPr lang="fr-CA" dirty="0"/>
              <a:t>.</a:t>
            </a:r>
          </a:p>
          <a:p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6C10DBC-B956-4D53-A400-5DC1612D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936A78-BD45-4571-87FE-A43FAC0C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19</a:t>
            </a:fld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36365E2-023F-4DFD-9B4F-EFEBE61AC0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A" dirty="0">
                <a:hlinkClick r:id="rId4"/>
              </a:rPr>
              <a:t>Oracle Tutorial</a:t>
            </a:r>
            <a:endParaRPr lang="fr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7542840"/>
      </p:ext>
    </p:extLst>
  </p:cSld>
  <p:clrMapOvr>
    <a:masterClrMapping/>
  </p:clrMapOvr>
  <p:transition spd="slow" advTm="38722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8267879-F222-4581-93A5-C3D5F3E6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SQL*Loader nécessite 3 fichiers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9E88649-5F9F-4265-843D-B51BF67AA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6" y="2286000"/>
            <a:ext cx="5389373" cy="4023360"/>
          </a:xfrm>
        </p:spPr>
        <p:txBody>
          <a:bodyPr>
            <a:normAutofit lnSpcReduction="10000"/>
          </a:bodyPr>
          <a:lstStyle/>
          <a:p>
            <a:r>
              <a:rPr lang="fr-CA" dirty="0"/>
              <a:t>Le </a:t>
            </a:r>
            <a:r>
              <a:rPr lang="fr-CA" b="1" dirty="0"/>
              <a:t>fichier de paramètres </a:t>
            </a:r>
            <a:r>
              <a:rPr lang="fr-CA" dirty="0"/>
              <a:t>(</a:t>
            </a:r>
            <a:r>
              <a:rPr lang="fr-CA" dirty="0" err="1"/>
              <a:t>parameter</a:t>
            </a:r>
            <a:r>
              <a:rPr lang="fr-CA" dirty="0"/>
              <a:t> file) contient l'emplacement des fichiers d'entrée/sortie</a:t>
            </a:r>
          </a:p>
          <a:p>
            <a:r>
              <a:rPr lang="fr-CA" dirty="0"/>
              <a:t>Le</a:t>
            </a:r>
            <a:r>
              <a:rPr lang="fr-CA" b="1" dirty="0"/>
              <a:t> fichier de contrôle </a:t>
            </a:r>
            <a:r>
              <a:rPr lang="fr-CA" dirty="0"/>
              <a:t>(control file) contient la spécification sur la façon dont les données sont chargées.</a:t>
            </a:r>
          </a:p>
          <a:p>
            <a:r>
              <a:rPr lang="fr-CA" dirty="0"/>
              <a:t>Le </a:t>
            </a:r>
            <a:r>
              <a:rPr lang="fr-CA" b="1" dirty="0"/>
              <a:t>fichier de données </a:t>
            </a:r>
            <a:r>
              <a:rPr lang="fr-CA" dirty="0"/>
              <a:t>(data file) d'entrée contient des données délimitées ou brutes</a:t>
            </a:r>
          </a:p>
          <a:p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6C10DBC-B956-4D53-A400-5DC1612D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936A78-BD45-4571-87FE-A43FAC0C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20</a:t>
            </a:fld>
            <a:endParaRPr lang="fr-CA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77346A1-D6F7-41F2-BEA4-E9ABB47E9A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pic>
        <p:nvPicPr>
          <p:cNvPr id="11" name="Espace réservé du contenu 10" descr="Oracle SQL*Loader">
            <a:extLst>
              <a:ext uri="{FF2B5EF4-FFF2-40B4-BE49-F238E27FC236}">
                <a16:creationId xmlns:a16="http://schemas.microsoft.com/office/drawing/2014/main" id="{D801A70D-DC63-4266-AA37-A5F2347400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020" y="2286000"/>
            <a:ext cx="4564598" cy="402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8306330"/>
      </p:ext>
    </p:extLst>
  </p:cSld>
  <p:clrMapOvr>
    <a:masterClrMapping/>
  </p:clrMapOvr>
  <p:transition spd="slow" advTm="89830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FB1A8C19-65F9-400C-9629-CF43260D8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0639788" cy="1499616"/>
          </a:xfrm>
        </p:spPr>
        <p:txBody>
          <a:bodyPr>
            <a:normAutofit fontScale="90000"/>
          </a:bodyPr>
          <a:lstStyle/>
          <a:p>
            <a:r>
              <a:rPr lang="fr-CA" dirty="0"/>
              <a:t>Exemple d'utilisation de SQL*LOADER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1254398-317F-4F0F-B3F2-F163A9AE4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4128" y="3147199"/>
            <a:ext cx="3539996" cy="822960"/>
          </a:xfrm>
        </p:spPr>
        <p:txBody>
          <a:bodyPr>
            <a:normAutofit fontScale="92500"/>
          </a:bodyPr>
          <a:lstStyle/>
          <a:p>
            <a:r>
              <a:rPr lang="fr-CA" dirty="0"/>
              <a:t>Fichier de </a:t>
            </a:r>
            <a:r>
              <a:rPr lang="fr-CA" b="1" dirty="0"/>
              <a:t>paramètres</a:t>
            </a:r>
            <a:r>
              <a:rPr lang="fr-CA" dirty="0"/>
              <a:t> (</a:t>
            </a:r>
            <a:r>
              <a:rPr lang="fr-CA" dirty="0" err="1"/>
              <a:t>email.par</a:t>
            </a:r>
            <a:r>
              <a:rPr lang="fr-CA" dirty="0"/>
              <a:t>)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8AF71BEC-BA8F-44FD-8946-3C7CB94CB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4128" y="4051004"/>
            <a:ext cx="3539996" cy="2258355"/>
          </a:xfrm>
          <a:solidFill>
            <a:schemeClr val="bg2"/>
          </a:solidFill>
          <a:ln>
            <a:solidFill>
              <a:schemeClr val="accent1"/>
            </a:solidFill>
          </a:ln>
        </p:spPr>
        <p:txBody>
          <a:bodyPr vert="horz" lIns="45720" tIns="45720" rIns="45720" bIns="45720" rtlCol="0">
            <a:normAutofit/>
          </a:bodyPr>
          <a:lstStyle/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fr-CA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ot@pdborc</a:t>
            </a:r>
            <a:r>
              <a:rPr lang="fr-CA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/Abcd1234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control=</a:t>
            </a:r>
            <a:r>
              <a:rPr lang="fr-CA" sz="16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email.ctl</a:t>
            </a:r>
            <a:endParaRPr lang="fr-CA" sz="16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log=email.log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bad</a:t>
            </a:r>
            <a:r>
              <a:rPr lang="fr-CA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email.bad</a:t>
            </a:r>
            <a:endParaRPr lang="fr-CA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discard</a:t>
            </a:r>
            <a:r>
              <a:rPr lang="fr-CA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email.dsc</a:t>
            </a:r>
            <a:endParaRPr lang="fr-CA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data=email.dat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direct=</a:t>
            </a:r>
            <a:r>
              <a:rPr lang="fr-CA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endParaRPr lang="fr-CA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endParaRPr lang="fr-CA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94AFA05-475B-4F92-BF4D-081B046B9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71000" y="3147199"/>
            <a:ext cx="3539996" cy="822960"/>
          </a:xfrm>
        </p:spPr>
        <p:txBody>
          <a:bodyPr>
            <a:normAutofit fontScale="92500"/>
          </a:bodyPr>
          <a:lstStyle/>
          <a:p>
            <a:r>
              <a:rPr lang="fr-CA" dirty="0"/>
              <a:t>Fichier de </a:t>
            </a:r>
            <a:r>
              <a:rPr lang="fr-CA" b="1" dirty="0"/>
              <a:t>données</a:t>
            </a:r>
            <a:r>
              <a:rPr lang="fr-CA" dirty="0"/>
              <a:t> (email.dat)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B1C3CEEB-81C9-4817-BBC7-BA1DDCC78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71000" y="4051004"/>
            <a:ext cx="3539996" cy="2258355"/>
          </a:xfrm>
          <a:solidFill>
            <a:schemeClr val="bg2"/>
          </a:solidFill>
          <a:ln>
            <a:solidFill>
              <a:schemeClr val="accent1"/>
            </a:solidFill>
          </a:ln>
        </p:spPr>
        <p:txBody>
          <a:bodyPr vert="horz" lIns="45720" tIns="45720" rIns="45720" bIns="45720" rtlCol="0">
            <a:normAutofit/>
          </a:bodyPr>
          <a:lstStyle/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1,john.doe@example.com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2,jane.doe@example.com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3,peter.doe@example.com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endParaRPr lang="fr-CA" sz="21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6C10DBC-B956-4D53-A400-5DC1612D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936A78-BD45-4571-87FE-A43FAC0C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21</a:t>
            </a:fld>
            <a:endParaRPr lang="fr-CA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EBBA51BE-50B3-43E8-8C90-6A6F3AE806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92081909-6340-449C-A883-A10407DE61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7564" y="3147199"/>
            <a:ext cx="3539996" cy="822960"/>
          </a:xfrm>
        </p:spPr>
        <p:txBody>
          <a:bodyPr>
            <a:normAutofit fontScale="92500"/>
          </a:bodyPr>
          <a:lstStyle/>
          <a:p>
            <a:r>
              <a:rPr lang="fr-CA" dirty="0"/>
              <a:t>Fichier de </a:t>
            </a:r>
            <a:r>
              <a:rPr lang="fr-CA" b="1" dirty="0"/>
              <a:t>contrôle</a:t>
            </a:r>
            <a:r>
              <a:rPr lang="fr-CA" dirty="0"/>
              <a:t> (</a:t>
            </a:r>
            <a:r>
              <a:rPr lang="fr-CA" dirty="0" err="1"/>
              <a:t>email.ctl</a:t>
            </a:r>
            <a:r>
              <a:rPr lang="fr-CA" dirty="0"/>
              <a:t>)</a:t>
            </a:r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2F720608-26D4-42F4-86CF-2FEF94A218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47564" y="4051004"/>
            <a:ext cx="3539996" cy="2258355"/>
          </a:xfrm>
          <a:solidFill>
            <a:schemeClr val="bg2"/>
          </a:solidFill>
          <a:ln>
            <a:solidFill>
              <a:schemeClr val="accent1"/>
            </a:solidFill>
          </a:ln>
        </p:spPr>
        <p:txBody>
          <a:bodyPr vert="horz" lIns="45720" tIns="45720" rIns="45720" bIns="45720" rtlCol="0">
            <a:normAutofit/>
          </a:bodyPr>
          <a:lstStyle/>
          <a:p>
            <a:pPr marL="19050" indent="0">
              <a:spcBef>
                <a:spcPts val="0"/>
              </a:spcBef>
              <a:spcAft>
                <a:spcPts val="0"/>
              </a:spcAft>
              <a:buNone/>
              <a:tabLst>
                <a:tab pos="354013" algn="l"/>
              </a:tabLst>
            </a:pP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 data into table emails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  <a:tabLst>
                <a:tab pos="354013" algn="l"/>
              </a:tabLst>
            </a:pP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  <a:tabLst>
                <a:tab pos="354013" algn="l"/>
              </a:tabLst>
            </a:pP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 terminated by ","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  <a:tabLst>
                <a:tab pos="354013" algn="l"/>
              </a:tabLst>
            </a:pP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  <a:tabLst>
                <a:tab pos="354013" algn="l"/>
              </a:tabLst>
            </a:pP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email_id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  <a:tabLst>
                <a:tab pos="354013" algn="l"/>
              </a:tabLst>
            </a:pP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email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  <a:tabLst>
                <a:tab pos="354013" algn="l"/>
              </a:tabLst>
            </a:pP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  <a:tabLst>
                <a:tab pos="354013" algn="l"/>
              </a:tabLst>
            </a:pPr>
            <a:endParaRPr lang="fr-CA" sz="21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51ADBE76-3FC9-438C-899D-863332218205}"/>
              </a:ext>
            </a:extLst>
          </p:cNvPr>
          <p:cNvGrpSpPr/>
          <p:nvPr/>
        </p:nvGrpSpPr>
        <p:grpSpPr>
          <a:xfrm>
            <a:off x="3506972" y="2037351"/>
            <a:ext cx="5178056" cy="763408"/>
            <a:chOff x="3636334" y="2043588"/>
            <a:chExt cx="5178056" cy="763408"/>
          </a:xfrm>
        </p:grpSpPr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664A5E02-21BE-42A3-9BFC-B81D05C1CFDC}"/>
                </a:ext>
              </a:extLst>
            </p:cNvPr>
            <p:cNvSpPr txBox="1"/>
            <p:nvPr/>
          </p:nvSpPr>
          <p:spPr>
            <a:xfrm>
              <a:off x="3721395" y="2437664"/>
              <a:ext cx="5092995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CA" b="1" noProof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C:\loader&gt; sqlldr parfile=email.par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4631BA7E-1197-4F65-B818-0C44EC8CD7BA}"/>
                </a:ext>
              </a:extLst>
            </p:cNvPr>
            <p:cNvSpPr txBox="1"/>
            <p:nvPr/>
          </p:nvSpPr>
          <p:spPr>
            <a:xfrm>
              <a:off x="3636334" y="2043588"/>
              <a:ext cx="5178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CA" b="1" dirty="0"/>
                <a:t>Utilisation de SQL*Loader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7877736"/>
      </p:ext>
    </p:extLst>
  </p:cSld>
  <p:clrMapOvr>
    <a:masterClrMapping/>
  </p:clrMapOvr>
  <p:transition spd="slow" advTm="129151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0AD929-3997-4359-B4AB-73A5C6FC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DATA PUMP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15A8E0D-A3FF-464A-ADC2-028207349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Sauvegarde et restauration de base de données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AFB62D-2EB3-44D4-8228-4EC293580C9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0782300" y="6470650"/>
            <a:ext cx="1409700" cy="274638"/>
          </a:xfrm>
        </p:spPr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9048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7"/>
    </mc:Choice>
    <mc:Fallback xmlns="">
      <p:transition spd="slow" advTm="3347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B185D-2911-4F04-A86C-D998EC20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Data </a:t>
            </a:r>
            <a:r>
              <a:rPr lang="fr-CA" dirty="0" err="1"/>
              <a:t>pump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058E28-A652-40D7-8ACA-F10877F881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Utilitaire de </a:t>
            </a:r>
            <a:r>
              <a:rPr lang="fr-CA" b="1" dirty="0"/>
              <a:t>transfert de données rapide</a:t>
            </a:r>
            <a:r>
              <a:rPr lang="fr-CA" dirty="0"/>
              <a:t> fourni par Oracle. </a:t>
            </a:r>
          </a:p>
          <a:p>
            <a:r>
              <a:rPr lang="fr-CA" dirty="0"/>
              <a:t>Disponible depuis la version </a:t>
            </a:r>
            <a:r>
              <a:rPr lang="fr-CA" b="1" dirty="0"/>
              <a:t>10g</a:t>
            </a:r>
            <a:r>
              <a:rPr lang="fr-CA" dirty="0"/>
              <a:t>, </a:t>
            </a:r>
          </a:p>
          <a:p>
            <a:r>
              <a:rPr lang="fr-CA" dirty="0"/>
              <a:t>Nouvel outil destiné à remplacer </a:t>
            </a:r>
            <a:r>
              <a:rPr lang="fr-CA" b="1" dirty="0"/>
              <a:t>SQL*Loader</a:t>
            </a:r>
            <a:r>
              <a:rPr lang="fr-CA" dirty="0"/>
              <a:t>.</a:t>
            </a:r>
          </a:p>
          <a:p>
            <a:endParaRPr lang="fr-CA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CA28BC59-F5DC-4920-B95E-1B75BEF3C1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CA" dirty="0"/>
              <a:t>Beaucoup plus malléable, car </a:t>
            </a:r>
            <a:r>
              <a:rPr lang="fr-CA" b="1" dirty="0"/>
              <a:t>crée</a:t>
            </a:r>
            <a:r>
              <a:rPr lang="fr-CA" dirty="0"/>
              <a:t> des fichiers qu’on peut </a:t>
            </a:r>
            <a:r>
              <a:rPr lang="fr-CA" b="1" dirty="0"/>
              <a:t>copier</a:t>
            </a:r>
            <a:r>
              <a:rPr lang="fr-CA" dirty="0"/>
              <a:t> et </a:t>
            </a:r>
            <a:r>
              <a:rPr lang="fr-CA" b="1" dirty="0"/>
              <a:t>déplacer</a:t>
            </a:r>
          </a:p>
          <a:p>
            <a:r>
              <a:rPr lang="fr-CA" dirty="0"/>
              <a:t>Exécution en :</a:t>
            </a:r>
          </a:p>
          <a:p>
            <a:pPr lvl="1"/>
            <a:r>
              <a:rPr lang="fr-CA" dirty="0"/>
              <a:t>Ligne de commande </a:t>
            </a:r>
            <a:r>
              <a:rPr lang="fr-CA" b="1" dirty="0"/>
              <a:t>DOS</a:t>
            </a:r>
          </a:p>
          <a:p>
            <a:pPr lvl="1"/>
            <a:r>
              <a:rPr lang="fr-CA" dirty="0"/>
              <a:t>OU PL/SQL via le package </a:t>
            </a:r>
            <a:r>
              <a:rPr lang="fr-CA" b="1" dirty="0"/>
              <a:t>DBMS_DATAPUMP </a:t>
            </a:r>
          </a:p>
          <a:p>
            <a:r>
              <a:rPr lang="fr-CA" dirty="0"/>
              <a:t>Doit être exécuté par le rôle </a:t>
            </a:r>
            <a:r>
              <a:rPr lang="fr-CA" b="1" dirty="0"/>
              <a:t>SYSDBA</a:t>
            </a:r>
            <a:r>
              <a:rPr lang="fr-CA" dirty="0"/>
              <a:t>.</a:t>
            </a:r>
          </a:p>
          <a:p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4E2E2D-7A7F-4204-9537-D5FFB94B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E649849-65EC-4713-B97A-A6A5CE9F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23</a:t>
            </a:fld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F53FAF8-4DAF-4F4A-82B2-2357D73E2C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A" dirty="0">
                <a:hlinkClick r:id="rId4"/>
              </a:rPr>
              <a:t>Oracle-Base</a:t>
            </a:r>
            <a:endParaRPr lang="fr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674835"/>
      </p:ext>
    </p:extLst>
  </p:cSld>
  <p:clrMapOvr>
    <a:masterClrMapping/>
  </p:clrMapOvr>
  <p:transition spd="slow" advTm="66484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B185D-2911-4F04-A86C-D998EC20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2 commandes possibles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3EB77E72-685D-4C99-A593-D9CF41ADB7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/>
              <a:t>--Exemple d'exportation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 dirty="0" err="1"/>
              <a:t>expdp</a:t>
            </a:r>
            <a:r>
              <a:rPr lang="fr-CA" b="1" dirty="0"/>
              <a:t> </a:t>
            </a:r>
            <a:r>
              <a:rPr lang="fr-CA" dirty="0"/>
              <a:t>system/password@localhost:1521/xepdb1 directory=</a:t>
            </a:r>
            <a:r>
              <a:rPr lang="fr-CA" dirty="0" err="1"/>
              <a:t>dir_exportation</a:t>
            </a:r>
            <a:r>
              <a:rPr lang="fr-CA" dirty="0"/>
              <a:t> </a:t>
            </a:r>
            <a:r>
              <a:rPr lang="fr-CA" dirty="0" err="1"/>
              <a:t>dumpfile</a:t>
            </a:r>
            <a:r>
              <a:rPr lang="fr-CA" dirty="0"/>
              <a:t>=</a:t>
            </a:r>
            <a:r>
              <a:rPr lang="fr-CA" dirty="0" err="1"/>
              <a:t>exp_tables_crm.dmp</a:t>
            </a:r>
            <a:r>
              <a:rPr lang="fr-CA" dirty="0"/>
              <a:t> logfile=exp_tables_crm.log tables=</a:t>
            </a:r>
            <a:r>
              <a:rPr lang="fr-CA" dirty="0" err="1"/>
              <a:t>crm.emp,crm.dept</a:t>
            </a:r>
            <a:endParaRPr lang="fr-CA" dirty="0"/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endParaRPr lang="fr-CA" dirty="0"/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/>
              <a:t>--Exemple d'importation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 dirty="0" err="1"/>
              <a:t>impdp</a:t>
            </a:r>
            <a:r>
              <a:rPr lang="fr-CA" b="1" dirty="0"/>
              <a:t> </a:t>
            </a:r>
            <a:r>
              <a:rPr lang="fr-CA" dirty="0"/>
              <a:t>system/password@localhost:1521/xepdb1 directory=</a:t>
            </a:r>
            <a:r>
              <a:rPr lang="fr-CA" dirty="0" err="1"/>
              <a:t>dir_exportation</a:t>
            </a:r>
            <a:r>
              <a:rPr lang="fr-CA" dirty="0"/>
              <a:t> </a:t>
            </a:r>
            <a:r>
              <a:rPr lang="fr-CA" dirty="0" err="1"/>
              <a:t>dumpfile</a:t>
            </a:r>
            <a:r>
              <a:rPr lang="fr-CA" dirty="0"/>
              <a:t>=</a:t>
            </a:r>
            <a:r>
              <a:rPr lang="fr-CA" dirty="0" err="1"/>
              <a:t>exp_tables_crm.dmp</a:t>
            </a:r>
            <a:r>
              <a:rPr lang="fr-CA" dirty="0"/>
              <a:t> logfile=imp_tables_crm.log</a:t>
            </a:r>
          </a:p>
          <a:p>
            <a:pPr marL="19050" indent="0">
              <a:spcBef>
                <a:spcPts val="0"/>
              </a:spcBef>
              <a:spcAft>
                <a:spcPts val="0"/>
              </a:spcAft>
              <a:buNone/>
            </a:pPr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4E2E2D-7A7F-4204-9537-D5FFB94B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E649849-65EC-4713-B97A-A6A5CE9F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24</a:t>
            </a:fld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E6CBE5E-F09D-4B1D-8601-E89E3A961A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669CDD9-86EA-4C70-A04B-8F7E120D08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Impdp</a:t>
            </a:r>
            <a:r>
              <a:rPr lang="fr-CA" dirty="0"/>
              <a:t> (importation)</a:t>
            </a:r>
          </a:p>
          <a:p>
            <a:r>
              <a:rPr lang="fr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Expdp</a:t>
            </a:r>
            <a:r>
              <a:rPr lang="fr-CA" dirty="0"/>
              <a:t> (exportation)</a:t>
            </a:r>
          </a:p>
          <a:p>
            <a:r>
              <a:rPr lang="fr-CA" dirty="0"/>
              <a:t>Paramètres pour les 2 commandes :</a:t>
            </a:r>
          </a:p>
          <a:p>
            <a:pPr lvl="1"/>
            <a:r>
              <a:rPr lang="fr-CA" b="1" dirty="0"/>
              <a:t>USERID/PW : </a:t>
            </a:r>
            <a:r>
              <a:rPr lang="fr-CA" dirty="0"/>
              <a:t>identifiant (doit toujours être le premier mot-clé)</a:t>
            </a:r>
          </a:p>
          <a:p>
            <a:pPr lvl="1"/>
            <a:r>
              <a:rPr lang="fr-CA" b="1" dirty="0"/>
              <a:t>DIRECTORY : </a:t>
            </a:r>
            <a:r>
              <a:rPr lang="fr-CA" dirty="0"/>
              <a:t>répertoire à utiliser</a:t>
            </a:r>
          </a:p>
          <a:p>
            <a:pPr lvl="1"/>
            <a:r>
              <a:rPr lang="fr-CA" b="1" dirty="0"/>
              <a:t>DUMPFILE : </a:t>
            </a:r>
            <a:r>
              <a:rPr lang="fr-CA" dirty="0"/>
              <a:t>fichier à créer/utiliser</a:t>
            </a:r>
          </a:p>
          <a:p>
            <a:pPr lvl="1"/>
            <a:r>
              <a:rPr lang="fr-CA" b="1" dirty="0"/>
              <a:t>LOGFILE : </a:t>
            </a:r>
            <a:r>
              <a:rPr lang="fr-CA" dirty="0"/>
              <a:t>journalisation de l’opération d’exportation/importation</a:t>
            </a:r>
          </a:p>
          <a:p>
            <a:pPr lvl="1"/>
            <a:r>
              <a:rPr lang="fr-CA" dirty="0"/>
              <a:t>Autres paramètre d’exportation/importation (voir prochaines diapo)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4140498"/>
      </p:ext>
    </p:extLst>
  </p:cSld>
  <p:clrMapOvr>
    <a:masterClrMapping/>
  </p:clrMapOvr>
  <p:transition spd="slow" advTm="9906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B185D-2911-4F04-A86C-D998EC20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étape 1 : Création du répertoire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1905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CREATE OR REPLACE DIRECTORY </a:t>
            </a:r>
            <a:r>
              <a:rPr lang="en-US" b="1" dirty="0" err="1"/>
              <a:t>test_dir</a:t>
            </a:r>
            <a:r>
              <a:rPr lang="en-US" dirty="0"/>
              <a:t> AS </a:t>
            </a:r>
            <a:r>
              <a:rPr lang="en-US" b="1" dirty="0"/>
              <a:t>'C:\Oracle\backup';</a:t>
            </a:r>
          </a:p>
          <a:p>
            <a:pPr marL="1905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905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GRANT READ, WRITE ON DIRECTORY </a:t>
            </a:r>
            <a:r>
              <a:rPr lang="en-US" b="1" dirty="0" err="1"/>
              <a:t>test_dir</a:t>
            </a:r>
            <a:r>
              <a:rPr lang="en-US" dirty="0"/>
              <a:t> TO </a:t>
            </a:r>
            <a:r>
              <a:rPr lang="en-US" dirty="0" err="1"/>
              <a:t>scott</a:t>
            </a:r>
            <a:r>
              <a:rPr lang="en-US" dirty="0"/>
              <a:t>;</a:t>
            </a:r>
          </a:p>
          <a:p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4E2E2D-7A7F-4204-9537-D5FFB94B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E649849-65EC-4713-B97A-A6A5CE9F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25</a:t>
            </a:fld>
            <a:endParaRPr lang="fr-CA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fr-CA" dirty="0"/>
              <a:t>Un répertoire (directory) n'est qu'un </a:t>
            </a:r>
            <a:r>
              <a:rPr lang="fr-CA" b="1" dirty="0"/>
              <a:t>pointeur</a:t>
            </a:r>
            <a:r>
              <a:rPr lang="fr-CA" dirty="0"/>
              <a:t> </a:t>
            </a:r>
            <a:r>
              <a:rPr lang="fr-CA" b="1" dirty="0"/>
              <a:t>vers un répertoire physique</a:t>
            </a:r>
            <a:r>
              <a:rPr lang="fr-CA" dirty="0"/>
              <a:t>. </a:t>
            </a:r>
          </a:p>
          <a:p>
            <a:r>
              <a:rPr lang="fr-CA" dirty="0"/>
              <a:t>Sa création ne crée pas réellement le répertoire physique sur le serveur BD.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55852673"/>
      </p:ext>
    </p:extLst>
  </p:cSld>
  <p:clrMapOvr>
    <a:masterClrMapping/>
  </p:clrMapOvr>
  <p:transition spd="slow" advTm="67423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B185D-2911-4F04-A86C-D998EC20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étape 2 : paramétrer les commandes d'import/export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058E28-A652-40D7-8ACA-F10877F88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Dans les prochaines diapositives, vous verrez les différents paramètres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4E2E2D-7A7F-4204-9537-D5FFB94B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E649849-65EC-4713-B97A-A6A5CE9F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26</a:t>
            </a:fld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F53FAF8-4DAF-4F4A-82B2-2357D73E2C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50786621"/>
      </p:ext>
    </p:extLst>
  </p:cSld>
  <p:clrMapOvr>
    <a:masterClrMapping/>
  </p:clrMapOvr>
  <p:transition spd="slow" advTm="14864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488028-9177-4FD9-8AAC-E3A3672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Paramètre </a:t>
            </a:r>
            <a:r>
              <a:rPr lang="fr-CA" b="1" dirty="0"/>
              <a:t>TABLES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42092F-DF30-4983-A230-594F2AB31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7345" y="2286000"/>
            <a:ext cx="7153656" cy="4023360"/>
          </a:xfrm>
        </p:spPr>
        <p:txBody>
          <a:bodyPr>
            <a:normAutofit/>
          </a:bodyPr>
          <a:lstStyle/>
          <a:p>
            <a:pPr marL="19050" indent="0">
              <a:buNone/>
            </a:pPr>
            <a:r>
              <a:rPr lang="fr-CA" dirty="0" err="1"/>
              <a:t>expdp</a:t>
            </a:r>
            <a:r>
              <a:rPr lang="fr-CA" dirty="0"/>
              <a:t> system/password@localhost:1521/xepdb1 directory=</a:t>
            </a:r>
            <a:r>
              <a:rPr lang="fr-CA" dirty="0" err="1"/>
              <a:t>dir_exportation</a:t>
            </a:r>
            <a:r>
              <a:rPr lang="fr-CA" dirty="0"/>
              <a:t> </a:t>
            </a:r>
            <a:r>
              <a:rPr lang="fr-CA" dirty="0" err="1"/>
              <a:t>dumpfile</a:t>
            </a:r>
            <a:r>
              <a:rPr lang="fr-CA" dirty="0"/>
              <a:t>=</a:t>
            </a:r>
            <a:r>
              <a:rPr lang="fr-CA" dirty="0" err="1"/>
              <a:t>exp_tables_crm.dmp</a:t>
            </a:r>
            <a:r>
              <a:rPr lang="fr-CA" dirty="0"/>
              <a:t> </a:t>
            </a:r>
            <a:r>
              <a:rPr lang="fr-CA" b="1" dirty="0"/>
              <a:t>tables=</a:t>
            </a:r>
            <a:r>
              <a:rPr lang="fr-CA" b="1" dirty="0" err="1"/>
              <a:t>crm.emp,crm.dept</a:t>
            </a:r>
            <a:endParaRPr lang="fr-CA" b="1" dirty="0"/>
          </a:p>
          <a:p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F2E7A51-D9B8-4572-ACD1-0A0D8DEE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8F79FE-B227-4252-BC0A-74471505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27</a:t>
            </a:fld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93C68D0-A3A0-4D31-8E19-12AB02F439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E142D26-C0F6-400C-ABCF-8F203CA3B2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3938" y="2286000"/>
            <a:ext cx="3267646" cy="4023360"/>
          </a:xfrm>
        </p:spPr>
        <p:txBody>
          <a:bodyPr/>
          <a:lstStyle/>
          <a:p>
            <a:r>
              <a:rPr lang="fr-CA" dirty="0"/>
              <a:t>Permet de spécifier les tables à exporter.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32423333"/>
      </p:ext>
    </p:extLst>
  </p:cSld>
  <p:clrMapOvr>
    <a:masterClrMapping/>
  </p:clrMapOvr>
  <p:transition spd="slow" advTm="21190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488028-9177-4FD9-8AAC-E3A3672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Paramètre </a:t>
            </a:r>
            <a:r>
              <a:rPr lang="fr-CA" b="1" dirty="0"/>
              <a:t>SCHEMAS</a:t>
            </a:r>
            <a:r>
              <a:rPr lang="fr-CA" dirty="0"/>
              <a:t> (</a:t>
            </a:r>
            <a:r>
              <a:rPr lang="fr-CA" dirty="0" err="1"/>
              <a:t>owner</a:t>
            </a:r>
            <a:r>
              <a:rPr lang="fr-CA" dirty="0"/>
              <a:t>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42092F-DF30-4983-A230-594F2AB31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03905" y="2286000"/>
            <a:ext cx="8007096" cy="4023360"/>
          </a:xfrm>
        </p:spPr>
        <p:txBody>
          <a:bodyPr>
            <a:normAutofit/>
          </a:bodyPr>
          <a:lstStyle/>
          <a:p>
            <a:pPr marL="19050" indent="0">
              <a:buNone/>
            </a:pPr>
            <a:r>
              <a:rPr lang="fr-CA" dirty="0" err="1"/>
              <a:t>expdp</a:t>
            </a:r>
            <a:r>
              <a:rPr lang="fr-CA" dirty="0"/>
              <a:t> system/password@localhost:1521/xepdb1 directory=</a:t>
            </a:r>
            <a:r>
              <a:rPr lang="fr-CA" dirty="0" err="1"/>
              <a:t>dir_exportation</a:t>
            </a:r>
            <a:r>
              <a:rPr lang="fr-CA" dirty="0"/>
              <a:t> </a:t>
            </a:r>
            <a:r>
              <a:rPr lang="fr-CA" dirty="0" err="1"/>
              <a:t>dumpfile</a:t>
            </a:r>
            <a:r>
              <a:rPr lang="fr-CA" dirty="0"/>
              <a:t>=</a:t>
            </a:r>
            <a:r>
              <a:rPr lang="fr-CA" dirty="0" err="1"/>
              <a:t>exp_tables_crm.dmp</a:t>
            </a:r>
            <a:r>
              <a:rPr lang="fr-CA" dirty="0"/>
              <a:t> </a:t>
            </a:r>
            <a:r>
              <a:rPr lang="fr-CA" b="1" dirty="0" err="1"/>
              <a:t>schemas</a:t>
            </a:r>
            <a:r>
              <a:rPr lang="fr-CA" b="1" dirty="0"/>
              <a:t>=HR</a:t>
            </a:r>
          </a:p>
          <a:p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F2E7A51-D9B8-4572-ACD1-0A0D8DEE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8F79FE-B227-4252-BC0A-74471505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28</a:t>
            </a:fld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93C68D0-A3A0-4D31-8E19-12AB02F439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E142D26-C0F6-400C-ABCF-8F203CA3B2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3938" y="2286000"/>
            <a:ext cx="2633662" cy="4023360"/>
          </a:xfrm>
        </p:spPr>
        <p:txBody>
          <a:bodyPr/>
          <a:lstStyle/>
          <a:p>
            <a:r>
              <a:rPr lang="fr-CA" dirty="0"/>
              <a:t>Spécifie les schémas à exporter</a:t>
            </a:r>
          </a:p>
        </p:txBody>
      </p:sp>
    </p:spTree>
    <p:extLst>
      <p:ext uri="{BB962C8B-B14F-4D97-AF65-F5344CB8AC3E}">
        <p14:creationId xmlns:p14="http://schemas.microsoft.com/office/powerpoint/2010/main" val="1209431201"/>
      </p:ext>
    </p:extLst>
  </p:cSld>
  <p:clrMapOvr>
    <a:masterClrMapping/>
  </p:clrMapOvr>
  <p:transition spd="slow" advTm="19178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488028-9177-4FD9-8AAC-E3A3672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Exportation complète </a:t>
            </a:r>
            <a:r>
              <a:rPr lang="fr-CA" b="1" dirty="0"/>
              <a:t>(full)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42092F-DF30-4983-A230-594F2AB31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0625" y="2286000"/>
            <a:ext cx="7580376" cy="4023360"/>
          </a:xfrm>
        </p:spPr>
        <p:txBody>
          <a:bodyPr>
            <a:normAutofit/>
          </a:bodyPr>
          <a:lstStyle/>
          <a:p>
            <a:pPr marL="19050" indent="0">
              <a:buNone/>
            </a:pPr>
            <a:r>
              <a:rPr lang="fr-CA" dirty="0" err="1"/>
              <a:t>expdp</a:t>
            </a:r>
            <a:r>
              <a:rPr lang="fr-CA" dirty="0"/>
              <a:t> system/password@localhost:1521/xepdb1 directory=</a:t>
            </a:r>
            <a:r>
              <a:rPr lang="fr-CA" dirty="0" err="1"/>
              <a:t>dir_exportation</a:t>
            </a:r>
            <a:r>
              <a:rPr lang="fr-CA" dirty="0"/>
              <a:t> </a:t>
            </a:r>
            <a:r>
              <a:rPr lang="fr-CA" dirty="0" err="1"/>
              <a:t>dumpfile</a:t>
            </a:r>
            <a:r>
              <a:rPr lang="fr-CA" dirty="0"/>
              <a:t>=</a:t>
            </a:r>
            <a:r>
              <a:rPr lang="fr-CA" dirty="0" err="1"/>
              <a:t>exp_tables_crm.dmp</a:t>
            </a:r>
            <a:r>
              <a:rPr lang="fr-CA" dirty="0"/>
              <a:t> </a:t>
            </a:r>
            <a:r>
              <a:rPr lang="fr-CA" b="1" dirty="0"/>
              <a:t>full=Y</a:t>
            </a:r>
          </a:p>
          <a:p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F2E7A51-D9B8-4572-ACD1-0A0D8DEE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8F79FE-B227-4252-BC0A-74471505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29</a:t>
            </a:fld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93C68D0-A3A0-4D31-8E19-12AB02F439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E142D26-C0F6-400C-ABCF-8F203CA3B2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3938" y="2286000"/>
            <a:ext cx="3023806" cy="4023360"/>
          </a:xfrm>
        </p:spPr>
        <p:txBody>
          <a:bodyPr/>
          <a:lstStyle/>
          <a:p>
            <a:r>
              <a:rPr lang="fr-CA" dirty="0"/>
              <a:t>Exportation des objets et des données de la 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3484296851"/>
      </p:ext>
    </p:extLst>
  </p:cSld>
  <p:clrMapOvr>
    <a:masterClrMapping/>
  </p:clrMapOvr>
  <p:transition spd="slow" advTm="18734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488028-9177-4FD9-8AAC-E3A3672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Inclusion et exclusions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42092F-DF30-4983-A230-594F2AB31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3" y="2286000"/>
            <a:ext cx="7165848" cy="4023360"/>
          </a:xfrm>
        </p:spPr>
        <p:txBody>
          <a:bodyPr>
            <a:normAutofit/>
          </a:bodyPr>
          <a:lstStyle/>
          <a:p>
            <a:pPr marL="1905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/>
              <a:t>--Exemple 1</a:t>
            </a:r>
            <a:br>
              <a:rPr lang="fr-CA" dirty="0"/>
            </a:br>
            <a:r>
              <a:rPr lang="fr-CA" dirty="0" err="1"/>
              <a:t>expdp</a:t>
            </a:r>
            <a:r>
              <a:rPr lang="fr-CA" dirty="0"/>
              <a:t> system/password@localhost:1521/xepdb1 directory=</a:t>
            </a:r>
            <a:r>
              <a:rPr lang="fr-CA" dirty="0" err="1"/>
              <a:t>dir_exportation</a:t>
            </a:r>
            <a:r>
              <a:rPr lang="fr-CA" dirty="0"/>
              <a:t> </a:t>
            </a:r>
            <a:r>
              <a:rPr lang="fr-CA" dirty="0" err="1"/>
              <a:t>dumpfile</a:t>
            </a:r>
            <a:r>
              <a:rPr lang="fr-CA" dirty="0"/>
              <a:t>=</a:t>
            </a:r>
            <a:r>
              <a:rPr lang="fr-CA" dirty="0" err="1"/>
              <a:t>exp_tables_crm.dmp</a:t>
            </a:r>
            <a:r>
              <a:rPr lang="fr-CA" dirty="0"/>
              <a:t> </a:t>
            </a:r>
            <a:r>
              <a:rPr lang="fr-CA" b="1" dirty="0"/>
              <a:t>s</a:t>
            </a:r>
            <a:r>
              <a:rPr lang="en-US" b="1" dirty="0" err="1"/>
              <a:t>chemas</a:t>
            </a:r>
            <a:r>
              <a:rPr lang="en-US" b="1" dirty="0"/>
              <a:t>=SCOTT include=TABLE:"IN ('EMP', 'DEPT')"</a:t>
            </a:r>
          </a:p>
          <a:p>
            <a:pPr marL="1905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905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--</a:t>
            </a:r>
            <a:r>
              <a:rPr lang="en-US" dirty="0" err="1"/>
              <a:t>Exemple</a:t>
            </a:r>
            <a:r>
              <a:rPr lang="en-US" dirty="0"/>
              <a:t> 2</a:t>
            </a:r>
            <a:br>
              <a:rPr lang="en-US" dirty="0"/>
            </a:br>
            <a:r>
              <a:rPr lang="fr-CA" dirty="0" err="1"/>
              <a:t>expdp</a:t>
            </a:r>
            <a:r>
              <a:rPr lang="fr-CA" dirty="0"/>
              <a:t> system/password@localhost:1521/xepdb1 directory=</a:t>
            </a:r>
            <a:r>
              <a:rPr lang="fr-CA" dirty="0" err="1"/>
              <a:t>dir_exportation</a:t>
            </a:r>
            <a:r>
              <a:rPr lang="fr-CA" dirty="0"/>
              <a:t> </a:t>
            </a:r>
            <a:r>
              <a:rPr lang="fr-CA" dirty="0" err="1"/>
              <a:t>dumpfile</a:t>
            </a:r>
            <a:r>
              <a:rPr lang="fr-CA" dirty="0"/>
              <a:t>=</a:t>
            </a:r>
            <a:r>
              <a:rPr lang="fr-CA" dirty="0" err="1"/>
              <a:t>exp_tables_crm.dmp</a:t>
            </a:r>
            <a:r>
              <a:rPr lang="fr-CA" dirty="0"/>
              <a:t> </a:t>
            </a:r>
            <a:r>
              <a:rPr lang="en-US" b="1" dirty="0"/>
              <a:t>full=Y exclude=TABLE:"= 'BONUS'"</a:t>
            </a:r>
            <a:endParaRPr lang="fr-CA" b="1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F2E7A51-D9B8-4572-ACD1-0A0D8DEE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8F79FE-B227-4252-BC0A-74471505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30</a:t>
            </a:fld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93C68D0-A3A0-4D31-8E19-12AB02F439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E142D26-C0F6-400C-ABCF-8F203CA3B2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3938" y="2286000"/>
            <a:ext cx="3340798" cy="4023360"/>
          </a:xfrm>
        </p:spPr>
        <p:txBody>
          <a:bodyPr/>
          <a:lstStyle/>
          <a:p>
            <a:r>
              <a:rPr lang="fr-CA" dirty="0"/>
              <a:t>Utilisés pour limiter l'export/import à des objets spécifiques.</a:t>
            </a:r>
          </a:p>
        </p:txBody>
      </p:sp>
    </p:spTree>
    <p:extLst>
      <p:ext uri="{BB962C8B-B14F-4D97-AF65-F5344CB8AC3E}">
        <p14:creationId xmlns:p14="http://schemas.microsoft.com/office/powerpoint/2010/main" val="3223903022"/>
      </p:ext>
    </p:extLst>
  </p:cSld>
  <p:clrMapOvr>
    <a:masterClrMapping/>
  </p:clrMapOvr>
  <p:transition spd="slow" advTm="43688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488028-9177-4FD9-8AAC-E3A3672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Contenu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42092F-DF30-4983-A230-594F2AB31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15380" y="2955001"/>
            <a:ext cx="10395429" cy="2492272"/>
          </a:xfrm>
        </p:spPr>
        <p:txBody>
          <a:bodyPr>
            <a:normAutofit fontScale="92500"/>
          </a:bodyPr>
          <a:lstStyle/>
          <a:p>
            <a:pPr marL="1905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/>
              <a:t>-- Exemple (structure de tables seulement) </a:t>
            </a:r>
          </a:p>
          <a:p>
            <a:pPr marL="1905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 err="1"/>
              <a:t>expdp</a:t>
            </a:r>
            <a:r>
              <a:rPr lang="fr-CA" dirty="0"/>
              <a:t> system/password@localhost:1521/xepdb1 directory=</a:t>
            </a:r>
            <a:r>
              <a:rPr lang="fr-CA" dirty="0" err="1"/>
              <a:t>dir_exportation</a:t>
            </a:r>
            <a:r>
              <a:rPr lang="fr-CA" dirty="0"/>
              <a:t> </a:t>
            </a:r>
            <a:r>
              <a:rPr lang="fr-CA" dirty="0" err="1"/>
              <a:t>dumpfile</a:t>
            </a:r>
            <a:r>
              <a:rPr lang="fr-CA" dirty="0"/>
              <a:t>=</a:t>
            </a:r>
            <a:r>
              <a:rPr lang="fr-CA" dirty="0" err="1"/>
              <a:t>exp_tables_crm.dmp</a:t>
            </a:r>
            <a:r>
              <a:rPr lang="fr-CA" dirty="0"/>
              <a:t> </a:t>
            </a:r>
            <a:r>
              <a:rPr lang="fr-CA" b="1" dirty="0"/>
              <a:t>content=METADATA_ONLY</a:t>
            </a:r>
          </a:p>
          <a:p>
            <a:pPr marL="1905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CA" dirty="0"/>
          </a:p>
          <a:p>
            <a:pPr marL="1905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/>
              <a:t>--Exemple (données seulement, table doit exister)</a:t>
            </a:r>
          </a:p>
          <a:p>
            <a:pPr marL="1905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 err="1"/>
              <a:t>expdp</a:t>
            </a:r>
            <a:r>
              <a:rPr lang="fr-CA" dirty="0"/>
              <a:t> system/password@localhost:1521/xepdb1 directory=</a:t>
            </a:r>
            <a:r>
              <a:rPr lang="fr-CA" dirty="0" err="1"/>
              <a:t>dir_exportation</a:t>
            </a:r>
            <a:r>
              <a:rPr lang="fr-CA" dirty="0"/>
              <a:t> </a:t>
            </a:r>
            <a:r>
              <a:rPr lang="fr-CA" dirty="0" err="1"/>
              <a:t>dumpfile</a:t>
            </a:r>
            <a:r>
              <a:rPr lang="fr-CA" dirty="0"/>
              <a:t>=</a:t>
            </a:r>
            <a:r>
              <a:rPr lang="fr-CA" dirty="0" err="1"/>
              <a:t>exp_tables_crm.dmp</a:t>
            </a:r>
            <a:r>
              <a:rPr lang="fr-CA" dirty="0"/>
              <a:t> </a:t>
            </a:r>
            <a:r>
              <a:rPr lang="fr-CA" b="1" dirty="0"/>
              <a:t>content=DATA_ONLY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F2E7A51-D9B8-4572-ACD1-0A0D8DEE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8F79FE-B227-4252-BC0A-74471505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31</a:t>
            </a:fld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93C68D0-A3A0-4D31-8E19-12AB02F439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E142D26-C0F6-400C-ABCF-8F203CA3B2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3937" y="2286000"/>
            <a:ext cx="10395429" cy="467833"/>
          </a:xfrm>
        </p:spPr>
        <p:txBody>
          <a:bodyPr>
            <a:normAutofit/>
          </a:bodyPr>
          <a:lstStyle/>
          <a:p>
            <a:r>
              <a:rPr lang="fr-CA" dirty="0"/>
              <a:t>Permet de modifier le contenu de l'export.</a:t>
            </a:r>
          </a:p>
        </p:txBody>
      </p:sp>
    </p:spTree>
    <p:extLst>
      <p:ext uri="{BB962C8B-B14F-4D97-AF65-F5344CB8AC3E}">
        <p14:creationId xmlns:p14="http://schemas.microsoft.com/office/powerpoint/2010/main" val="2441234572"/>
      </p:ext>
    </p:extLst>
  </p:cSld>
  <p:clrMapOvr>
    <a:masterClrMapping/>
  </p:clrMapOvr>
  <p:transition spd="slow" advTm="32470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488028-9177-4FD9-8AAC-E3A3672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Requêtes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42092F-DF30-4983-A230-594F2AB31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92865" y="3515225"/>
            <a:ext cx="10418135" cy="921306"/>
          </a:xfrm>
        </p:spPr>
        <p:txBody>
          <a:bodyPr>
            <a:normAutofit/>
          </a:bodyPr>
          <a:lstStyle/>
          <a:p>
            <a:pPr marL="1905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900" dirty="0" err="1"/>
              <a:t>expdp</a:t>
            </a:r>
            <a:r>
              <a:rPr lang="fr-CA" sz="1900" dirty="0"/>
              <a:t> system/password@</a:t>
            </a:r>
            <a:r>
              <a:rPr lang="fr-CA" sz="2000" dirty="0"/>
              <a:t>localhost:1521/xepdb1</a:t>
            </a:r>
            <a:r>
              <a:rPr lang="fr-CA" sz="1900" dirty="0"/>
              <a:t> directory=</a:t>
            </a:r>
            <a:r>
              <a:rPr lang="fr-CA" sz="1900" dirty="0" err="1"/>
              <a:t>dir_exportation</a:t>
            </a:r>
            <a:r>
              <a:rPr lang="fr-CA" sz="1900" dirty="0"/>
              <a:t> </a:t>
            </a:r>
            <a:r>
              <a:rPr lang="fr-CA" sz="1900" dirty="0" err="1"/>
              <a:t>dumpfile</a:t>
            </a:r>
            <a:r>
              <a:rPr lang="fr-CA" sz="1900" dirty="0"/>
              <a:t>=</a:t>
            </a:r>
            <a:r>
              <a:rPr lang="fr-CA" sz="1900" dirty="0" err="1"/>
              <a:t>exp_tables_crm.dmp</a:t>
            </a:r>
            <a:r>
              <a:rPr lang="fr-CA" sz="1900" dirty="0"/>
              <a:t> </a:t>
            </a:r>
            <a:r>
              <a:rPr lang="en-US" sz="1900" b="1" dirty="0"/>
              <a:t>query='SCOTT.EMP:"WHERE </a:t>
            </a:r>
            <a:r>
              <a:rPr lang="en-US" sz="1900" b="1" dirty="0" err="1"/>
              <a:t>deptno</a:t>
            </a:r>
            <a:r>
              <a:rPr lang="en-US" sz="1900" b="1" dirty="0"/>
              <a:t>=0"'</a:t>
            </a:r>
            <a:endParaRPr lang="fr-CA" sz="1900" b="1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F2E7A51-D9B8-4572-ACD1-0A0D8DEE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8F79FE-B227-4252-BC0A-74471505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32</a:t>
            </a:fld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93C68D0-A3A0-4D31-8E19-12AB02F439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E142D26-C0F6-400C-ABCF-8F203CA3B2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3937" y="2286000"/>
            <a:ext cx="10786871" cy="1254642"/>
          </a:xfrm>
        </p:spPr>
        <p:txBody>
          <a:bodyPr/>
          <a:lstStyle/>
          <a:p>
            <a:r>
              <a:rPr lang="fr-CA" dirty="0"/>
              <a:t>Le paramètre </a:t>
            </a:r>
            <a:r>
              <a:rPr lang="fr-CA" b="1" dirty="0"/>
              <a:t>QUERY </a:t>
            </a:r>
            <a:r>
              <a:rPr lang="fr-CA" dirty="0"/>
              <a:t>permet de modifier les lignes exportées d'une ou plusieurs tables</a:t>
            </a:r>
          </a:p>
        </p:txBody>
      </p:sp>
    </p:spTree>
    <p:extLst>
      <p:ext uri="{BB962C8B-B14F-4D97-AF65-F5344CB8AC3E}">
        <p14:creationId xmlns:p14="http://schemas.microsoft.com/office/powerpoint/2010/main" val="2622528551"/>
      </p:ext>
    </p:extLst>
  </p:cSld>
  <p:clrMapOvr>
    <a:masterClrMapping/>
  </p:clrMapOvr>
  <p:transition spd="slow" advTm="26189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488028-9177-4FD9-8AAC-E3A3672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 err="1"/>
              <a:t>Remap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42092F-DF30-4983-A230-594F2AB31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847" y="2286000"/>
            <a:ext cx="6048153" cy="4023360"/>
          </a:xfrm>
        </p:spPr>
        <p:txBody>
          <a:bodyPr>
            <a:normAutofit/>
          </a:bodyPr>
          <a:lstStyle/>
          <a:p>
            <a:pPr marL="1905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900" b="1" dirty="0" err="1"/>
              <a:t>impdp</a:t>
            </a:r>
            <a:r>
              <a:rPr lang="fr-CA" sz="1900" dirty="0"/>
              <a:t> system/password@</a:t>
            </a:r>
            <a:r>
              <a:rPr lang="fr-CA" sz="2000" dirty="0"/>
              <a:t>localhost:1521/xepdb1</a:t>
            </a:r>
            <a:r>
              <a:rPr lang="fr-CA" sz="1900" dirty="0"/>
              <a:t> directory=</a:t>
            </a:r>
            <a:r>
              <a:rPr lang="fr-CA" sz="1900" dirty="0" err="1"/>
              <a:t>dir_exportation</a:t>
            </a:r>
            <a:r>
              <a:rPr lang="fr-CA" sz="1900" dirty="0"/>
              <a:t> </a:t>
            </a:r>
            <a:r>
              <a:rPr lang="fr-CA" sz="1900" dirty="0" err="1"/>
              <a:t>dumpfile</a:t>
            </a:r>
            <a:r>
              <a:rPr lang="fr-CA" sz="1900" dirty="0"/>
              <a:t>=</a:t>
            </a:r>
            <a:r>
              <a:rPr lang="fr-CA" sz="1900" dirty="0" err="1"/>
              <a:t>exp_tables_crm.dmp</a:t>
            </a:r>
            <a:r>
              <a:rPr lang="fr-CA" sz="1900" dirty="0"/>
              <a:t> logfile=imp_tables_crm.log </a:t>
            </a:r>
            <a:r>
              <a:rPr lang="fr-CA" sz="1900" b="1" dirty="0"/>
              <a:t>REMAP_SCHEMA=</a:t>
            </a:r>
            <a:r>
              <a:rPr lang="fr-CA" sz="1900" b="1" dirty="0" err="1"/>
              <a:t>hr:scott</a:t>
            </a:r>
            <a:endParaRPr lang="fr-CA" sz="1900" b="1" dirty="0"/>
          </a:p>
          <a:p>
            <a:pPr marL="1905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 dirty="0"/>
              <a:t>--</a:t>
            </a:r>
            <a:r>
              <a:rPr lang="fr-CA" sz="1800" dirty="0" err="1"/>
              <a:t>Syntaxe:REMAP_SCHEMA</a:t>
            </a:r>
            <a:r>
              <a:rPr lang="fr-CA" sz="1800" dirty="0"/>
              <a:t>=</a:t>
            </a:r>
            <a:r>
              <a:rPr lang="fr-CA" sz="1800" dirty="0" err="1"/>
              <a:t>source:destination</a:t>
            </a:r>
            <a:endParaRPr lang="fr-CA" sz="1800" dirty="0"/>
          </a:p>
          <a:p>
            <a:pPr marL="1905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CA" sz="1900" b="1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F2E7A51-D9B8-4572-ACD1-0A0D8DEE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 Martin Hardy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8F79FE-B227-4252-BC0A-74471505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33</a:t>
            </a:fld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93C68D0-A3A0-4D31-8E19-12AB02F439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E142D26-C0F6-400C-ABCF-8F203CA3B2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A" dirty="0"/>
              <a:t>Permet de réassigner des données, des schémas, des tables, des tablespaces, etc.</a:t>
            </a:r>
          </a:p>
          <a:p>
            <a:r>
              <a:rPr lang="fr-CA" dirty="0"/>
              <a:t>À utiliser seulement lors d’importation (</a:t>
            </a:r>
            <a:r>
              <a:rPr lang="fr-CA" b="1" dirty="0" err="1"/>
              <a:t>impdp</a:t>
            </a:r>
            <a:r>
              <a:rPr lang="fr-CA" dirty="0"/>
              <a:t>)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14654821"/>
      </p:ext>
    </p:extLst>
  </p:cSld>
  <p:clrMapOvr>
    <a:masterClrMapping/>
  </p:clrMapOvr>
  <p:transition spd="slow" advTm="26294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Exercices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Sauvegarde et restauration de 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2781861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0"/>
    </mc:Choice>
    <mc:Fallback xmlns="">
      <p:transition spd="slow" advTm="21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4B4C78E-1CD3-4C2A-B124-47D734887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19" y="219204"/>
            <a:ext cx="11725287" cy="6419591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9BD5008-D72F-4BC9-A557-903A0054276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2194" y="3867382"/>
            <a:ext cx="2828924" cy="551033"/>
          </a:xfrm>
          <a:solidFill>
            <a:srgbClr val="B22600"/>
          </a:solidFill>
        </p:spPr>
        <p:txBody>
          <a:bodyPr vert="horz" lIns="46800" tIns="45720" rIns="46800" bIns="45720" rtlCol="0" anchor="t">
            <a:normAutofit fontScale="55000" lnSpcReduction="20000"/>
          </a:bodyPr>
          <a:lstStyle/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noProof="1">
                <a:solidFill>
                  <a:schemeClr val="bg1"/>
                </a:solidFill>
              </a:rPr>
              <a:t>Le SCHÉMA </a:t>
            </a:r>
            <a:r>
              <a:rPr lang="en-US" b="1" noProof="1">
                <a:solidFill>
                  <a:schemeClr val="bg1"/>
                </a:solidFill>
              </a:rPr>
              <a:t>OT</a:t>
            </a:r>
            <a:r>
              <a:rPr lang="en-US" noProof="1">
                <a:solidFill>
                  <a:schemeClr val="bg1"/>
                </a:solidFill>
              </a:rPr>
              <a:t> sera utilisé </a:t>
            </a:r>
            <a:br>
              <a:rPr lang="en-US" noProof="1">
                <a:solidFill>
                  <a:schemeClr val="bg1"/>
                </a:solidFill>
              </a:rPr>
            </a:br>
            <a:r>
              <a:rPr lang="en-US" noProof="1">
                <a:solidFill>
                  <a:schemeClr val="bg1"/>
                </a:solidFill>
              </a:rPr>
              <a:t>pour l'exercice</a:t>
            </a:r>
          </a:p>
        </p:txBody>
      </p:sp>
    </p:spTree>
    <p:extLst>
      <p:ext uri="{BB962C8B-B14F-4D97-AF65-F5344CB8AC3E}">
        <p14:creationId xmlns:p14="http://schemas.microsoft.com/office/powerpoint/2010/main" val="515528233"/>
      </p:ext>
    </p:extLst>
  </p:cSld>
  <p:clrMapOvr>
    <a:masterClrMapping/>
  </p:clrMapOvr>
  <p:transition spd="slow" advTm="8570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1C5D431-F1BC-46DB-8EB8-9E34B26B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Exercice 1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10786870" cy="468955"/>
          </a:xfrm>
        </p:spPr>
        <p:txBody>
          <a:bodyPr>
            <a:normAutofit/>
          </a:bodyPr>
          <a:lstStyle/>
          <a:p>
            <a:r>
              <a:rPr lang="fr-CA" dirty="0"/>
              <a:t>Tester le paramètre DATA PUMP pour exporter complètement le schéma OT. </a:t>
            </a:r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156" y="2825846"/>
            <a:ext cx="10114251" cy="3281040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8E578F2-378B-4717-B814-0C56B606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Par Martin Hardy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3D0F6D-5BF3-49AC-959B-27E6A132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3EE0-EECB-40F2-9442-5B8A58796019}" type="slidenum">
              <a:rPr lang="fr-CA" smtClean="0"/>
              <a:t>36</a:t>
            </a:fld>
            <a:endParaRPr lang="fr-CA"/>
          </a:p>
        </p:txBody>
      </p:sp>
      <p:sp>
        <p:nvSpPr>
          <p:cNvPr id="13" name="Espace réservé du contenu 8">
            <a:extLst>
              <a:ext uri="{FF2B5EF4-FFF2-40B4-BE49-F238E27FC236}">
                <a16:creationId xmlns:a16="http://schemas.microsoft.com/office/drawing/2014/main" id="{8E92AB2E-80AD-4434-BD24-16E4805EE067}"/>
              </a:ext>
            </a:extLst>
          </p:cNvPr>
          <p:cNvSpPr txBox="1">
            <a:spLocks/>
          </p:cNvSpPr>
          <p:nvPr/>
        </p:nvSpPr>
        <p:spPr>
          <a:xfrm>
            <a:off x="6096000" y="2367419"/>
            <a:ext cx="5714997" cy="3941941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265113" indent="-246063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233363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050" indent="0">
              <a:buFont typeface="Arial" panose="020B0604020202020204" pitchFamily="34" charset="0"/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70954309"/>
      </p:ext>
    </p:extLst>
  </p:cSld>
  <p:clrMapOvr>
    <a:masterClrMapping/>
  </p:clrMapOvr>
  <p:transition spd="slow" advTm="38091">
    <p:push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9.7|19.7|3.3|6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1.8|7.2|1.8|8.4|3.6|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7.5|1.7|2.6|2.8|2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2.3|4.3|4.2|3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2.3|2.1|4|3.1|3.2|7.6|6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21.2|8.3|7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|2.3|4.7|6.6|6.5|14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3.4|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4|5.6|6.4|20.6|39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8|3.3|5.8|7.1|7.1|16|6.7|5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10.2|2.3|2.3|6.5|3.5|11.2|6.5|5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7.5|10.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7|4.9|9.3|4.8|27.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1.9|12.3|28.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Rouge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té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EB6865E11D1848943DDBFB4C131CC0" ma:contentTypeVersion="14" ma:contentTypeDescription="Create a new document." ma:contentTypeScope="" ma:versionID="01d110bf088d95187a2b18ed25ff54c0">
  <xsd:schema xmlns:xsd="http://www.w3.org/2001/XMLSchema" xmlns:xs="http://www.w3.org/2001/XMLSchema" xmlns:p="http://schemas.microsoft.com/office/2006/metadata/properties" xmlns:ns3="3d4bfd71-a509-4a46-b79b-223889cb9231" xmlns:ns4="58059bb0-76b1-465a-8ab7-447a45efa62d" targetNamespace="http://schemas.microsoft.com/office/2006/metadata/properties" ma:root="true" ma:fieldsID="673ae0d27e94b8a3ecaa962e92abb84e" ns3:_="" ns4:_="">
    <xsd:import namespace="3d4bfd71-a509-4a46-b79b-223889cb9231"/>
    <xsd:import namespace="58059bb0-76b1-465a-8ab7-447a45efa62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4bfd71-a509-4a46-b79b-223889cb92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059bb0-76b1-465a-8ab7-447a45efa62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619E0F-C5FD-4139-A56F-475FD9488E1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9CD524-4E5A-4D49-A0C9-AB461B9D210D}">
  <ds:schemaRefs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dcmitype/"/>
    <ds:schemaRef ds:uri="58059bb0-76b1-465a-8ab7-447a45efa62d"/>
    <ds:schemaRef ds:uri="http://schemas.microsoft.com/office/infopath/2007/PartnerControls"/>
    <ds:schemaRef ds:uri="3d4bfd71-a509-4a46-b79b-223889cb9231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DF84666-3F8F-40A4-A618-6AD86A1464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4bfd71-a509-4a46-b79b-223889cb9231"/>
    <ds:schemaRef ds:uri="58059bb0-76b1-465a-8ab7-447a45efa6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7954</TotalTime>
  <Words>3370</Words>
  <Application>Microsoft Office PowerPoint</Application>
  <PresentationFormat>Grand écran</PresentationFormat>
  <Paragraphs>420</Paragraphs>
  <Slides>36</Slides>
  <Notes>20</Notes>
  <HiddenSlides>0</HiddenSlides>
  <MMClips>1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6" baseType="lpstr">
      <vt:lpstr>Arial</vt:lpstr>
      <vt:lpstr>Calibri</vt:lpstr>
      <vt:lpstr>Calibri Light</vt:lpstr>
      <vt:lpstr>Century Gothic</vt:lpstr>
      <vt:lpstr>Courier New</vt:lpstr>
      <vt:lpstr>Symbol</vt:lpstr>
      <vt:lpstr>Times New Roman</vt:lpstr>
      <vt:lpstr>Wingdings</vt:lpstr>
      <vt:lpstr>Wingdings 3</vt:lpstr>
      <vt:lpstr>Intégral</vt:lpstr>
      <vt:lpstr>ORACLE PL/SQL</vt:lpstr>
      <vt:lpstr>Présentation PowerPoint</vt:lpstr>
      <vt:lpstr>Introduction</vt:lpstr>
      <vt:lpstr>Sauvegarde en Oracle</vt:lpstr>
      <vt:lpstr>Outils les plus populaires</vt:lpstr>
      <vt:lpstr>RMAN</vt:lpstr>
      <vt:lpstr>Sauvegarde et perte de données</vt:lpstr>
      <vt:lpstr>Recovery manager (RMAN)</vt:lpstr>
      <vt:lpstr>RMAN | Ce qui est sauvegardé</vt:lpstr>
      <vt:lpstr>RMAN : ROWID</vt:lpstr>
      <vt:lpstr>TYPES de sauvegarde classiques</vt:lpstr>
      <vt:lpstr>TYPES de sauvegarde classiques (explications sur Youtube)</vt:lpstr>
      <vt:lpstr>la stratégie de sauvegarde</vt:lpstr>
      <vt:lpstr>Comparaison des  types de sauvegardes</vt:lpstr>
      <vt:lpstr>ModeS ARCHIVE vs NO ARCHIVE</vt:lpstr>
      <vt:lpstr>Mise en situation 1</vt:lpstr>
      <vt:lpstr>Mise en situation 2</vt:lpstr>
      <vt:lpstr>SQL*LOADER</vt:lpstr>
      <vt:lpstr>SQL*LOADER</vt:lpstr>
      <vt:lpstr>SQL*Loader nécessite 3 fichiers</vt:lpstr>
      <vt:lpstr>Exemple d'utilisation de SQL*LOADER</vt:lpstr>
      <vt:lpstr>DATA PUMP</vt:lpstr>
      <vt:lpstr>Data pump</vt:lpstr>
      <vt:lpstr>2 commandes possibles</vt:lpstr>
      <vt:lpstr>étape 1 : Création du répertoire</vt:lpstr>
      <vt:lpstr>étape 2 : paramétrer les commandes d'import/export</vt:lpstr>
      <vt:lpstr>Paramètre TABLES</vt:lpstr>
      <vt:lpstr>Paramètre SCHEMAS (owner)</vt:lpstr>
      <vt:lpstr>Exportation complète (full)</vt:lpstr>
      <vt:lpstr>Inclusion et exclusions</vt:lpstr>
      <vt:lpstr>Contenu</vt:lpstr>
      <vt:lpstr>Requêtes</vt:lpstr>
      <vt:lpstr>Remap</vt:lpstr>
      <vt:lpstr>Exercices</vt:lpstr>
      <vt:lpstr>Présentation PowerPoint</vt:lpstr>
      <vt:lpstr>Exercice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Martin Hardy</dc:creator>
  <cp:lastModifiedBy>Martin Hardy</cp:lastModifiedBy>
  <cp:revision>44</cp:revision>
  <cp:lastPrinted>2021-11-01T14:33:18Z</cp:lastPrinted>
  <dcterms:created xsi:type="dcterms:W3CDTF">2021-09-02T14:09:39Z</dcterms:created>
  <dcterms:modified xsi:type="dcterms:W3CDTF">2021-12-05T15:59:58Z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0x010100E3EB6865E11D1848943DDBFB4C131CC0</vt:lpwstr>
  </property>
</Properties>
</file>