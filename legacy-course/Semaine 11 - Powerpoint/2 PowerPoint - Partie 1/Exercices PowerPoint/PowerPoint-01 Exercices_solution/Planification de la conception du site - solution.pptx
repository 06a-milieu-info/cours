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5"/>
  </p:notesMasterIdLst>
  <p:sldIdLst>
    <p:sldId id="285" r:id="rId2"/>
    <p:sldId id="356" r:id="rId3"/>
    <p:sldId id="340" r:id="rId4"/>
    <p:sldId id="257" r:id="rId5"/>
    <p:sldId id="355" r:id="rId6"/>
    <p:sldId id="354" r:id="rId7"/>
    <p:sldId id="353" r:id="rId8"/>
    <p:sldId id="352" r:id="rId9"/>
    <p:sldId id="351" r:id="rId10"/>
    <p:sldId id="341" r:id="rId11"/>
    <p:sldId id="337" r:id="rId12"/>
    <p:sldId id="259" r:id="rId13"/>
    <p:sldId id="260" r:id="rId14"/>
    <p:sldId id="261" r:id="rId15"/>
    <p:sldId id="342" r:id="rId16"/>
    <p:sldId id="343" r:id="rId17"/>
    <p:sldId id="344" r:id="rId18"/>
    <p:sldId id="349" r:id="rId19"/>
    <p:sldId id="345" r:id="rId20"/>
    <p:sldId id="350" r:id="rId21"/>
    <p:sldId id="346" r:id="rId22"/>
    <p:sldId id="347" r:id="rId23"/>
    <p:sldId id="34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AFF53C34-C4DF-4121-88E2-286631E4C7CC}">
          <p14:sldIdLst>
            <p14:sldId id="285"/>
          </p14:sldIdLst>
        </p14:section>
        <p14:section name="Section récapitulative" id="{640C6604-6497-4C30-9723-75FFCE2A7D42}">
          <p14:sldIdLst>
            <p14:sldId id="356"/>
          </p14:sldIdLst>
        </p14:section>
        <p14:section name="Introduction" id="{E85DAF43-41AB-456D-9F9B-DA0FBA8847E8}">
          <p14:sldIdLst>
            <p14:sldId id="340"/>
            <p14:sldId id="257"/>
            <p14:sldId id="355"/>
            <p14:sldId id="354"/>
            <p14:sldId id="353"/>
            <p14:sldId id="352"/>
            <p14:sldId id="351"/>
            <p14:sldId id="341"/>
          </p14:sldIdLst>
        </p14:section>
        <p14:section name="Interfaces Web" id="{E63770CF-98A7-4C93-B4CB-122D4D763C30}">
          <p14:sldIdLst>
            <p14:sldId id="337"/>
            <p14:sldId id="259"/>
            <p14:sldId id="260"/>
            <p14:sldId id="261"/>
          </p14:sldIdLst>
        </p14:section>
        <p14:section name="Planification" id="{D5F468F3-0668-4949-8A42-7FF681224A79}">
          <p14:sldIdLst>
            <p14:sldId id="342"/>
            <p14:sldId id="343"/>
            <p14:sldId id="344"/>
            <p14:sldId id="349"/>
            <p14:sldId id="345"/>
            <p14:sldId id="350"/>
            <p14:sldId id="346"/>
            <p14:sldId id="347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Hardy" initials="MH" lastIdx="1" clrIdx="0">
    <p:extLst>
      <p:ext uri="{19B8F6BF-5375-455C-9EA6-DF929625EA0E}">
        <p15:presenceInfo xmlns:p15="http://schemas.microsoft.com/office/powerpoint/2012/main" userId="S::martin.hardy@edu.cegepgarneau.ca::18c45b91-9529-4376-afee-15439663c9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AD4EE-A900-4DE6-9C71-9B106F153DE1}" v="2" dt="2022-10-31T18:57:18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0" autoAdjust="0"/>
    <p:restoredTop sz="86210" autoAdjust="0"/>
  </p:normalViewPr>
  <p:slideViewPr>
    <p:cSldViewPr snapToGrid="0">
      <p:cViewPr varScale="1">
        <p:scale>
          <a:sx n="73" d="100"/>
          <a:sy n="73" d="100"/>
        </p:scale>
        <p:origin x="66" y="13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BF4AD4EE-A900-4DE6-9C71-9B106F153DE1}"/>
    <pc:docChg chg="custSel addSld modSld addSection modSection">
      <pc:chgData name="Martin Hardy" userId="18c45b91-9529-4376-afee-15439663c977" providerId="ADAL" clId="{BF4AD4EE-A900-4DE6-9C71-9B106F153DE1}" dt="2022-10-31T19:00:08.202" v="29" actId="20577"/>
      <pc:docMkLst>
        <pc:docMk/>
      </pc:docMkLst>
      <pc:sldChg chg="delSp mod modTransition delAnim modAnim">
        <pc:chgData name="Martin Hardy" userId="18c45b91-9529-4376-afee-15439663c977" providerId="ADAL" clId="{BF4AD4EE-A900-4DE6-9C71-9B106F153DE1}" dt="2022-10-31T18:57:33.246" v="3" actId="478"/>
        <pc:sldMkLst>
          <pc:docMk/>
          <pc:sldMk cId="2124475386" sldId="257"/>
        </pc:sldMkLst>
        <pc:picChg chg="del">
          <ac:chgData name="Martin Hardy" userId="18c45b91-9529-4376-afee-15439663c977" providerId="ADAL" clId="{BF4AD4EE-A900-4DE6-9C71-9B106F153DE1}" dt="2022-10-31T18:57:33.246" v="3" actId="478"/>
          <ac:picMkLst>
            <pc:docMk/>
            <pc:sldMk cId="2124475386" sldId="257"/>
            <ac:picMk id="11" creationId="{89041B87-CC49-48A4-9DA0-0F467CAF7965}"/>
          </ac:picMkLst>
        </pc:picChg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2124475386" sldId="257"/>
            <ac:picMk id="13" creationId="{C3B7CEF1-5033-426D-9C84-81705C5EDA14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2124475386" sldId="257"/>
            <ac:inkMk id="12" creationId="{F0F91025-48F8-4D9F-8A4D-CA3C1A6E4E4B}"/>
          </ac:inkMkLst>
        </pc:inkChg>
      </pc:sldChg>
      <pc:sldChg chg="delSp mod modTransition delAnim modAnim">
        <pc:chgData name="Martin Hardy" userId="18c45b91-9529-4376-afee-15439663c977" providerId="ADAL" clId="{BF4AD4EE-A900-4DE6-9C71-9B106F153DE1}" dt="2022-10-31T18:57:18.500" v="2"/>
        <pc:sldMkLst>
          <pc:docMk/>
          <pc:sldMk cId="0" sldId="259"/>
        </pc:sldMkLst>
        <pc:picChg chg="del">
          <ac:chgData name="Martin Hardy" userId="18c45b91-9529-4376-afee-15439663c977" providerId="ADAL" clId="{BF4AD4EE-A900-4DE6-9C71-9B106F153DE1}" dt="2022-10-31T18:56:45.025" v="0" actId="478"/>
          <ac:picMkLst>
            <pc:docMk/>
            <pc:sldMk cId="0" sldId="259"/>
            <ac:picMk id="3" creationId="{A3841D15-55E7-4D99-8278-27DA4B9C6798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0" sldId="259"/>
            <ac:inkMk id="2" creationId="{DE783234-0193-4D11-AB7E-501F4E42EAA8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0" sldId="260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0" sldId="260"/>
            <ac:picMk id="5" creationId="{5A33E573-F20E-4641-9C9A-98C49B45D234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0" sldId="260"/>
            <ac:inkMk id="4" creationId="{9DE8E6AA-EF76-4597-84CF-BC9B67A62BF4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0" sldId="261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0" sldId="261"/>
            <ac:picMk id="4" creationId="{D68EC702-02FB-4233-A233-BA30FE495ED4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0" sldId="261"/>
            <ac:inkMk id="3" creationId="{E00F477D-4773-4122-AE10-9DB3896FBD4E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1147526277" sldId="285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1147526277" sldId="285"/>
            <ac:picMk id="5" creationId="{A88A8652-02A0-4A6F-8FD8-AAD905B8D55B}"/>
          </ac:picMkLst>
        </pc:picChg>
      </pc:sldChg>
      <pc:sldChg chg="modTransition">
        <pc:chgData name="Martin Hardy" userId="18c45b91-9529-4376-afee-15439663c977" providerId="ADAL" clId="{BF4AD4EE-A900-4DE6-9C71-9B106F153DE1}" dt="2022-10-31T18:57:18.500" v="2"/>
        <pc:sldMkLst>
          <pc:docMk/>
          <pc:sldMk cId="1466095165" sldId="337"/>
        </pc:sldMkLst>
      </pc:sldChg>
      <pc:sldChg chg="modTransition">
        <pc:chgData name="Martin Hardy" userId="18c45b91-9529-4376-afee-15439663c977" providerId="ADAL" clId="{BF4AD4EE-A900-4DE6-9C71-9B106F153DE1}" dt="2022-10-31T18:57:18.500" v="2"/>
        <pc:sldMkLst>
          <pc:docMk/>
          <pc:sldMk cId="2826813157" sldId="340"/>
        </pc:sldMkLst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2238248310" sldId="341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2238248310" sldId="341"/>
            <ac:picMk id="8" creationId="{E70B348B-9336-43E5-AC7D-613736269B8D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2238248310" sldId="341"/>
            <ac:inkMk id="7" creationId="{8716D300-BBF5-416F-99B7-99382F67E30E}"/>
          </ac:inkMkLst>
        </pc:inkChg>
      </pc:sldChg>
      <pc:sldChg chg="modTransition">
        <pc:chgData name="Martin Hardy" userId="18c45b91-9529-4376-afee-15439663c977" providerId="ADAL" clId="{BF4AD4EE-A900-4DE6-9C71-9B106F153DE1}" dt="2022-10-31T18:57:18.500" v="2"/>
        <pc:sldMkLst>
          <pc:docMk/>
          <pc:sldMk cId="2054654302" sldId="342"/>
        </pc:sldMkLst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3197684673" sldId="343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3197684673" sldId="343"/>
            <ac:picMk id="2" creationId="{C31360FE-825E-4C87-B638-3DE74F29113B}"/>
          </ac:picMkLst>
        </pc:pic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1363348705" sldId="344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1363348705" sldId="344"/>
            <ac:picMk id="4" creationId="{AA3DF0C1-934D-4CBA-9222-BA2ED37A5948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1363348705" sldId="344"/>
            <ac:inkMk id="3" creationId="{F4A2A281-ABA6-4EC3-9178-349F11CE3E66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3378769997" sldId="345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3378769997" sldId="345"/>
            <ac:picMk id="4" creationId="{5A1D9480-5A62-43FE-AF68-4DD1FB2DD189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3378769997" sldId="345"/>
            <ac:inkMk id="3" creationId="{9BFEE56C-CD84-4E4F-84E1-CC40B6E49198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3046881452" sldId="346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3046881452" sldId="346"/>
            <ac:picMk id="12" creationId="{62937CDF-43DC-40CC-8D55-A607B41CDC35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3046881452" sldId="346"/>
            <ac:inkMk id="11" creationId="{8B68F3AA-32F9-4932-953C-F96A42E44013}"/>
          </ac:inkMkLst>
        </pc:inkChg>
      </pc:sldChg>
      <pc:sldChg chg="delSp modSp mod modTransition modClrScheme modAnim chgLayout">
        <pc:chgData name="Martin Hardy" userId="18c45b91-9529-4376-afee-15439663c977" providerId="ADAL" clId="{BF4AD4EE-A900-4DE6-9C71-9B106F153DE1}" dt="2022-10-31T18:58:31.546" v="5" actId="27636"/>
        <pc:sldMkLst>
          <pc:docMk/>
          <pc:sldMk cId="4187128561" sldId="347"/>
        </pc:sldMkLst>
        <pc:spChg chg="mod ord">
          <ac:chgData name="Martin Hardy" userId="18c45b91-9529-4376-afee-15439663c977" providerId="ADAL" clId="{BF4AD4EE-A900-4DE6-9C71-9B106F153DE1}" dt="2022-10-31T18:58:31.519" v="4" actId="700"/>
          <ac:spMkLst>
            <pc:docMk/>
            <pc:sldMk cId="4187128561" sldId="347"/>
            <ac:spMk id="2" creationId="{BD2BAFBD-AB0A-4754-8FE0-AEA30B4CA59F}"/>
          </ac:spMkLst>
        </pc:spChg>
        <pc:spChg chg="mod ord">
          <ac:chgData name="Martin Hardy" userId="18c45b91-9529-4376-afee-15439663c977" providerId="ADAL" clId="{BF4AD4EE-A900-4DE6-9C71-9B106F153DE1}" dt="2022-10-31T18:58:31.546" v="5" actId="27636"/>
          <ac:spMkLst>
            <pc:docMk/>
            <pc:sldMk cId="4187128561" sldId="347"/>
            <ac:spMk id="3" creationId="{D8DE7547-6008-4B32-B2C7-937F4CC514F9}"/>
          </ac:spMkLst>
        </pc:spChg>
        <pc:spChg chg="del">
          <ac:chgData name="Martin Hardy" userId="18c45b91-9529-4376-afee-15439663c977" providerId="ADAL" clId="{BF4AD4EE-A900-4DE6-9C71-9B106F153DE1}" dt="2022-10-31T18:58:31.519" v="4" actId="700"/>
          <ac:spMkLst>
            <pc:docMk/>
            <pc:sldMk cId="4187128561" sldId="347"/>
            <ac:spMk id="4" creationId="{720A7B6F-4528-4B7B-AF24-FFEA63968C5F}"/>
          </ac:spMkLst>
        </pc:spChg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4187128561" sldId="347"/>
            <ac:picMk id="7" creationId="{E97BCDF6-942F-4580-BC9E-EA17E027C5F0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4187128561" sldId="347"/>
            <ac:inkMk id="6" creationId="{76E409B8-569A-4CE7-BD4C-2510D40D91DC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800051638" sldId="348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800051638" sldId="348"/>
            <ac:picMk id="6" creationId="{256C62A5-D7AF-482B-A4BD-CDB8D8DF4AD2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800051638" sldId="348"/>
            <ac:inkMk id="5" creationId="{FA8F234D-B7EC-43D6-8EE3-E204232EC6DA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3509612636" sldId="349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3509612636" sldId="349"/>
            <ac:picMk id="8" creationId="{99A0EE91-D30F-446D-A4DE-CA221ACA8D7D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3509612636" sldId="349"/>
            <ac:inkMk id="7" creationId="{2E9D5B06-95BF-42AA-9E2E-A8344A6E94B6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131861687" sldId="350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131861687" sldId="350"/>
            <ac:picMk id="11" creationId="{59780350-CD66-4623-AF13-2CF9B267142E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131861687" sldId="350"/>
            <ac:inkMk id="10" creationId="{62F8280F-B2F0-4357-AB03-C1F9D6BDFF6B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4225350166" sldId="351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4225350166" sldId="351"/>
            <ac:picMk id="12" creationId="{3C90A69F-B8D7-4A06-A288-7A5AF8A45EF4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4225350166" sldId="351"/>
            <ac:inkMk id="11" creationId="{12BDD4B9-2BD4-4E19-A226-4EE9A3D81356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3540638194" sldId="352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3540638194" sldId="352"/>
            <ac:picMk id="39" creationId="{F3A17D39-3B87-4620-ACAD-18CE0680EA6D}"/>
          </ac:picMkLst>
        </pc:picChg>
        <pc:inkChg chg="del">
          <ac:chgData name="Martin Hardy" userId="18c45b91-9529-4376-afee-15439663c977" providerId="ADAL" clId="{BF4AD4EE-A900-4DE6-9C71-9B106F153DE1}" dt="2022-10-31T18:57:14.046" v="1"/>
          <ac:inkMkLst>
            <pc:docMk/>
            <pc:sldMk cId="3540638194" sldId="352"/>
            <ac:inkMk id="38" creationId="{A7DB126B-635F-4984-BE4B-9AB5813FEA02}"/>
          </ac:inkMkLst>
        </pc:ink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141913879" sldId="353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141913879" sldId="353"/>
            <ac:picMk id="8" creationId="{B36464DA-DA88-4E14-A2E9-CFF732FB1E36}"/>
          </ac:picMkLst>
        </pc:pic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2120401564" sldId="354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2120401564" sldId="354"/>
            <ac:picMk id="14" creationId="{2692AE64-115F-4868-B331-81F678246AC5}"/>
          </ac:picMkLst>
        </pc:picChg>
      </pc:sldChg>
      <pc:sldChg chg="delSp modTransition modAnim">
        <pc:chgData name="Martin Hardy" userId="18c45b91-9529-4376-afee-15439663c977" providerId="ADAL" clId="{BF4AD4EE-A900-4DE6-9C71-9B106F153DE1}" dt="2022-10-31T18:57:18.500" v="2"/>
        <pc:sldMkLst>
          <pc:docMk/>
          <pc:sldMk cId="2009700098" sldId="355"/>
        </pc:sldMkLst>
        <pc:picChg chg="del">
          <ac:chgData name="Martin Hardy" userId="18c45b91-9529-4376-afee-15439663c977" providerId="ADAL" clId="{BF4AD4EE-A900-4DE6-9C71-9B106F153DE1}" dt="2022-10-31T18:57:14.046" v="1"/>
          <ac:picMkLst>
            <pc:docMk/>
            <pc:sldMk cId="2009700098" sldId="355"/>
            <ac:picMk id="11" creationId="{C987F4D7-D648-46FC-83DB-FE89DF86D171}"/>
          </ac:picMkLst>
        </pc:picChg>
      </pc:sldChg>
      <pc:sldChg chg="addSp modSp new mod">
        <pc:chgData name="Martin Hardy" userId="18c45b91-9529-4376-afee-15439663c977" providerId="ADAL" clId="{BF4AD4EE-A900-4DE6-9C71-9B106F153DE1}" dt="2022-10-31T19:00:08.202" v="29" actId="20577"/>
        <pc:sldMkLst>
          <pc:docMk/>
          <pc:sldMk cId="944581889" sldId="356"/>
        </pc:sldMkLst>
        <pc:spChg chg="mod">
          <ac:chgData name="Martin Hardy" userId="18c45b91-9529-4376-afee-15439663c977" providerId="ADAL" clId="{BF4AD4EE-A900-4DE6-9C71-9B106F153DE1}" dt="2022-10-31T19:00:08.202" v="29" actId="20577"/>
          <ac:spMkLst>
            <pc:docMk/>
            <pc:sldMk cId="944581889" sldId="356"/>
            <ac:spMk id="2" creationId="{95D65444-E00C-4489-48A4-D778FC0B1D31}"/>
          </ac:spMkLst>
        </pc:spChg>
        <pc:graphicFrameChg chg="add modGraphic">
          <ac:chgData name="Martin Hardy" userId="18c45b91-9529-4376-afee-15439663c977" providerId="ADAL" clId="{BF4AD4EE-A900-4DE6-9C71-9B106F153DE1}" dt="2022-10-31T19:00:01.673" v="6" actId="27022"/>
          <ac:graphicFrameMkLst>
            <pc:docMk/>
            <pc:sldMk cId="944581889" sldId="356"/>
            <ac:graphicFrameMk id="5" creationId="{E4089027-E543-0BEB-A7D3-E9A34782A58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637CDB-3D22-42CA-8B6D-653669109C0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0ECDFED0-7DD1-43D7-A771-2D08D3A351A0}">
      <dgm:prSet phldrT="[Texte]" custT="1"/>
      <dgm:spPr/>
      <dgm:t>
        <a:bodyPr/>
        <a:lstStyle/>
        <a:p>
          <a:r>
            <a:rPr lang="fr-CA" sz="800" dirty="0"/>
            <a:t>Accueil</a:t>
          </a:r>
        </a:p>
      </dgm:t>
    </dgm:pt>
    <dgm:pt modelId="{832BB869-B97D-424C-B939-07DF6A8D2F79}" type="parTrans" cxnId="{B77D619E-DC81-4E91-81EF-CF0576CEF745}">
      <dgm:prSet/>
      <dgm:spPr/>
      <dgm:t>
        <a:bodyPr/>
        <a:lstStyle/>
        <a:p>
          <a:endParaRPr lang="fr-CA"/>
        </a:p>
      </dgm:t>
    </dgm:pt>
    <dgm:pt modelId="{D9E346F3-B8D2-43E3-8E41-E13B9FB3F132}" type="sibTrans" cxnId="{B77D619E-DC81-4E91-81EF-CF0576CEF745}">
      <dgm:prSet/>
      <dgm:spPr/>
      <dgm:t>
        <a:bodyPr/>
        <a:lstStyle/>
        <a:p>
          <a:endParaRPr lang="fr-CA"/>
        </a:p>
      </dgm:t>
    </dgm:pt>
    <dgm:pt modelId="{D2516127-9977-4645-90DE-B51E337EED68}">
      <dgm:prSet phldrT="[Texte]" custT="1"/>
      <dgm:spPr/>
      <dgm:t>
        <a:bodyPr/>
        <a:lstStyle/>
        <a:p>
          <a:r>
            <a:rPr lang="fr-CA" sz="800" dirty="0"/>
            <a:t>Formation</a:t>
          </a:r>
        </a:p>
      </dgm:t>
    </dgm:pt>
    <dgm:pt modelId="{FA460EB5-1CAC-4044-B7F9-7376C9303005}" type="parTrans" cxnId="{70D98533-67B7-4FDA-94DC-580A342E0A3F}">
      <dgm:prSet/>
      <dgm:spPr/>
      <dgm:t>
        <a:bodyPr/>
        <a:lstStyle/>
        <a:p>
          <a:endParaRPr lang="fr-CA"/>
        </a:p>
      </dgm:t>
    </dgm:pt>
    <dgm:pt modelId="{6312A567-BA4F-4273-BD6F-41FE62CCC420}" type="sibTrans" cxnId="{70D98533-67B7-4FDA-94DC-580A342E0A3F}">
      <dgm:prSet/>
      <dgm:spPr/>
      <dgm:t>
        <a:bodyPr/>
        <a:lstStyle/>
        <a:p>
          <a:endParaRPr lang="fr-CA"/>
        </a:p>
      </dgm:t>
    </dgm:pt>
    <dgm:pt modelId="{DEAE6BE4-95EC-4A04-B716-D8291C41433B}">
      <dgm:prSet phldrT="[Texte]" custT="1"/>
      <dgm:spPr/>
      <dgm:t>
        <a:bodyPr/>
        <a:lstStyle/>
        <a:p>
          <a:r>
            <a:rPr lang="fr-CA" sz="800" dirty="0"/>
            <a:t>Qu’est-ce que l’</a:t>
          </a:r>
          <a:r>
            <a:rPr lang="fr-CA" sz="800" dirty="0" err="1"/>
            <a:t>acu</a:t>
          </a:r>
          <a:r>
            <a:rPr lang="fr-CA" sz="800" dirty="0"/>
            <a:t>.?</a:t>
          </a:r>
        </a:p>
      </dgm:t>
    </dgm:pt>
    <dgm:pt modelId="{0CF3E61C-0B46-4AC5-8DFD-C8CD8E8D7DE2}" type="parTrans" cxnId="{F1B4B28A-E9B3-4CD1-B6DC-9D9CB45F2CCA}">
      <dgm:prSet/>
      <dgm:spPr/>
      <dgm:t>
        <a:bodyPr/>
        <a:lstStyle/>
        <a:p>
          <a:endParaRPr lang="fr-CA"/>
        </a:p>
      </dgm:t>
    </dgm:pt>
    <dgm:pt modelId="{FAAFAE01-D010-49DE-B2FA-CA99C2AA3C9D}" type="sibTrans" cxnId="{F1B4B28A-E9B3-4CD1-B6DC-9D9CB45F2CCA}">
      <dgm:prSet/>
      <dgm:spPr/>
      <dgm:t>
        <a:bodyPr/>
        <a:lstStyle/>
        <a:p>
          <a:endParaRPr lang="fr-CA"/>
        </a:p>
      </dgm:t>
    </dgm:pt>
    <dgm:pt modelId="{8BED98DA-058F-4063-B7A3-8AA16C41CD1D}">
      <dgm:prSet phldrT="[Texte]" custT="1"/>
      <dgm:spPr/>
      <dgm:t>
        <a:bodyPr/>
        <a:lstStyle/>
        <a:p>
          <a:r>
            <a:rPr lang="fr-CA" sz="800" dirty="0"/>
            <a:t>FAQ</a:t>
          </a:r>
        </a:p>
      </dgm:t>
    </dgm:pt>
    <dgm:pt modelId="{6122708C-DCD2-46AB-A4D6-A9DDD36083B7}" type="parTrans" cxnId="{1475D7E6-4A38-4462-97C4-AE7E94D6149B}">
      <dgm:prSet/>
      <dgm:spPr/>
      <dgm:t>
        <a:bodyPr/>
        <a:lstStyle/>
        <a:p>
          <a:endParaRPr lang="fr-CA"/>
        </a:p>
      </dgm:t>
    </dgm:pt>
    <dgm:pt modelId="{BB534C12-FD20-4EE8-869A-34DB920ABB42}" type="sibTrans" cxnId="{1475D7E6-4A38-4462-97C4-AE7E94D6149B}">
      <dgm:prSet/>
      <dgm:spPr/>
      <dgm:t>
        <a:bodyPr/>
        <a:lstStyle/>
        <a:p>
          <a:endParaRPr lang="fr-CA"/>
        </a:p>
      </dgm:t>
    </dgm:pt>
    <dgm:pt modelId="{4C8DA161-E050-41D6-89CB-912F6234AAA8}">
      <dgm:prSet phldrT="[Texte]" custT="1"/>
      <dgm:spPr/>
      <dgm:t>
        <a:bodyPr/>
        <a:lstStyle/>
        <a:p>
          <a:r>
            <a:rPr lang="fr-CA" sz="800" dirty="0"/>
            <a:t>Bienfaits</a:t>
          </a:r>
        </a:p>
      </dgm:t>
    </dgm:pt>
    <dgm:pt modelId="{D53F80C4-ADB7-4573-B1A7-B88EA030ABAE}" type="parTrans" cxnId="{4BC24F78-0622-4899-B42A-2155ECB21115}">
      <dgm:prSet/>
      <dgm:spPr/>
      <dgm:t>
        <a:bodyPr/>
        <a:lstStyle/>
        <a:p>
          <a:endParaRPr lang="fr-CA"/>
        </a:p>
      </dgm:t>
    </dgm:pt>
    <dgm:pt modelId="{4BF15FDF-0AEA-4E36-A4F7-03956FFC07B0}" type="sibTrans" cxnId="{4BC24F78-0622-4899-B42A-2155ECB21115}">
      <dgm:prSet/>
      <dgm:spPr/>
      <dgm:t>
        <a:bodyPr/>
        <a:lstStyle/>
        <a:p>
          <a:endParaRPr lang="fr-CA"/>
        </a:p>
      </dgm:t>
    </dgm:pt>
    <dgm:pt modelId="{0502E5E1-4B75-4EE2-8641-E9B820948EB2}">
      <dgm:prSet phldrT="[Texte]" custT="1"/>
      <dgm:spPr/>
      <dgm:t>
        <a:bodyPr/>
        <a:lstStyle/>
        <a:p>
          <a:r>
            <a:rPr lang="fr-CA" sz="800" dirty="0"/>
            <a:t>Troubles traités</a:t>
          </a:r>
        </a:p>
      </dgm:t>
    </dgm:pt>
    <dgm:pt modelId="{52FD1E9E-2929-4CD5-B6B1-282E14C88ABB}" type="parTrans" cxnId="{5C9E9655-542A-4E51-9012-51857E70534E}">
      <dgm:prSet/>
      <dgm:spPr/>
      <dgm:t>
        <a:bodyPr/>
        <a:lstStyle/>
        <a:p>
          <a:endParaRPr lang="fr-CA"/>
        </a:p>
      </dgm:t>
    </dgm:pt>
    <dgm:pt modelId="{539CDBC3-8545-40D4-B7AF-9192617AE31F}" type="sibTrans" cxnId="{5C9E9655-542A-4E51-9012-51857E70534E}">
      <dgm:prSet/>
      <dgm:spPr/>
      <dgm:t>
        <a:bodyPr/>
        <a:lstStyle/>
        <a:p>
          <a:endParaRPr lang="fr-CA"/>
        </a:p>
      </dgm:t>
    </dgm:pt>
    <dgm:pt modelId="{F4025F55-7EBA-4E10-A1FA-33DF7998FB1E}">
      <dgm:prSet phldrT="[Texte]" custT="1"/>
      <dgm:spPr/>
      <dgm:t>
        <a:bodyPr/>
        <a:lstStyle/>
        <a:p>
          <a:r>
            <a:rPr lang="fr-CA" sz="800" dirty="0"/>
            <a:t>Outils utilisés</a:t>
          </a:r>
        </a:p>
      </dgm:t>
    </dgm:pt>
    <dgm:pt modelId="{6A648450-62FB-4597-BF17-EF93FC2525EF}" type="parTrans" cxnId="{4B6D7B10-79FA-426A-B010-DE865A1B1776}">
      <dgm:prSet/>
      <dgm:spPr/>
      <dgm:t>
        <a:bodyPr/>
        <a:lstStyle/>
        <a:p>
          <a:endParaRPr lang="fr-CA"/>
        </a:p>
      </dgm:t>
    </dgm:pt>
    <dgm:pt modelId="{448903CF-D0C2-4F42-ADDF-E5461B6824E9}" type="sibTrans" cxnId="{4B6D7B10-79FA-426A-B010-DE865A1B1776}">
      <dgm:prSet/>
      <dgm:spPr/>
      <dgm:t>
        <a:bodyPr/>
        <a:lstStyle/>
        <a:p>
          <a:endParaRPr lang="fr-CA"/>
        </a:p>
      </dgm:t>
    </dgm:pt>
    <dgm:pt modelId="{6680618D-3BC7-47E1-875C-153D55D206BE}">
      <dgm:prSet phldrT="[Texte]" custT="1"/>
      <dgm:spPr/>
      <dgm:t>
        <a:bodyPr/>
        <a:lstStyle/>
        <a:p>
          <a:r>
            <a:rPr lang="fr-CA" sz="800" dirty="0"/>
            <a:t>RV</a:t>
          </a:r>
        </a:p>
      </dgm:t>
    </dgm:pt>
    <dgm:pt modelId="{CAD07D60-9F28-4970-A6CD-0DDB07B7B0A2}" type="parTrans" cxnId="{749F7D24-7F0B-4DB0-9825-1F3479B1A8B5}">
      <dgm:prSet/>
      <dgm:spPr/>
      <dgm:t>
        <a:bodyPr/>
        <a:lstStyle/>
        <a:p>
          <a:endParaRPr lang="fr-CA"/>
        </a:p>
      </dgm:t>
    </dgm:pt>
    <dgm:pt modelId="{48F23B2D-371C-4FF8-B028-240072A3B6A7}" type="sibTrans" cxnId="{749F7D24-7F0B-4DB0-9825-1F3479B1A8B5}">
      <dgm:prSet/>
      <dgm:spPr/>
      <dgm:t>
        <a:bodyPr/>
        <a:lstStyle/>
        <a:p>
          <a:endParaRPr lang="fr-CA"/>
        </a:p>
      </dgm:t>
    </dgm:pt>
    <dgm:pt modelId="{08752D38-BEFF-4175-A430-D63EE77DF299}">
      <dgm:prSet phldrT="[Texte]" custT="1"/>
      <dgm:spPr/>
      <dgm:t>
        <a:bodyPr/>
        <a:lstStyle/>
        <a:p>
          <a:r>
            <a:rPr lang="fr-CA" sz="800" dirty="0"/>
            <a:t>Capsules santé (articles)</a:t>
          </a:r>
        </a:p>
      </dgm:t>
    </dgm:pt>
    <dgm:pt modelId="{A722ED22-4D83-4F9F-9A76-36040C118C8E}" type="parTrans" cxnId="{FC0421C6-4F01-45EC-8C55-38D0DDB90C86}">
      <dgm:prSet/>
      <dgm:spPr/>
      <dgm:t>
        <a:bodyPr/>
        <a:lstStyle/>
        <a:p>
          <a:endParaRPr lang="fr-CA"/>
        </a:p>
      </dgm:t>
    </dgm:pt>
    <dgm:pt modelId="{AFE145C5-017F-4E28-8956-544F661FD7D3}" type="sibTrans" cxnId="{FC0421C6-4F01-45EC-8C55-38D0DDB90C86}">
      <dgm:prSet/>
      <dgm:spPr/>
      <dgm:t>
        <a:bodyPr/>
        <a:lstStyle/>
        <a:p>
          <a:endParaRPr lang="fr-CA"/>
        </a:p>
      </dgm:t>
    </dgm:pt>
    <dgm:pt modelId="{0356BA83-CBB0-45FB-BB58-E0958E1545D5}" type="pres">
      <dgm:prSet presAssocID="{86637CDB-3D22-42CA-8B6D-653669109C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879C1CE-504E-40B1-8A7F-EAFCD27842B2}" type="pres">
      <dgm:prSet presAssocID="{0ECDFED0-7DD1-43D7-A771-2D08D3A351A0}" presName="hierRoot1" presStyleCnt="0">
        <dgm:presLayoutVars>
          <dgm:hierBranch val="init"/>
        </dgm:presLayoutVars>
      </dgm:prSet>
      <dgm:spPr/>
    </dgm:pt>
    <dgm:pt modelId="{F0316472-86A7-4A59-929D-1E19DC65CF79}" type="pres">
      <dgm:prSet presAssocID="{0ECDFED0-7DD1-43D7-A771-2D08D3A351A0}" presName="rootComposite1" presStyleCnt="0"/>
      <dgm:spPr/>
    </dgm:pt>
    <dgm:pt modelId="{688530AD-A2B3-4368-B4DF-2C9CAD4A25ED}" type="pres">
      <dgm:prSet presAssocID="{0ECDFED0-7DD1-43D7-A771-2D08D3A351A0}" presName="rootText1" presStyleLbl="node0" presStyleIdx="0" presStyleCnt="1">
        <dgm:presLayoutVars>
          <dgm:chPref val="3"/>
        </dgm:presLayoutVars>
      </dgm:prSet>
      <dgm:spPr/>
    </dgm:pt>
    <dgm:pt modelId="{CBCEC5CD-E36D-4F84-96CA-AB615CEB9620}" type="pres">
      <dgm:prSet presAssocID="{0ECDFED0-7DD1-43D7-A771-2D08D3A351A0}" presName="rootConnector1" presStyleLbl="node1" presStyleIdx="0" presStyleCnt="0"/>
      <dgm:spPr/>
    </dgm:pt>
    <dgm:pt modelId="{FE4B1435-F9E4-450E-92CC-E28FA0A3D6EF}" type="pres">
      <dgm:prSet presAssocID="{0ECDFED0-7DD1-43D7-A771-2D08D3A351A0}" presName="hierChild2" presStyleCnt="0"/>
      <dgm:spPr/>
    </dgm:pt>
    <dgm:pt modelId="{B2A2F13F-06FD-486F-B82B-09A2FB245197}" type="pres">
      <dgm:prSet presAssocID="{FA460EB5-1CAC-4044-B7F9-7376C9303005}" presName="Name37" presStyleLbl="parChTrans1D2" presStyleIdx="0" presStyleCnt="5"/>
      <dgm:spPr/>
    </dgm:pt>
    <dgm:pt modelId="{E423A45D-C03A-4197-BD91-BC9571DE3138}" type="pres">
      <dgm:prSet presAssocID="{D2516127-9977-4645-90DE-B51E337EED68}" presName="hierRoot2" presStyleCnt="0">
        <dgm:presLayoutVars>
          <dgm:hierBranch val="init"/>
        </dgm:presLayoutVars>
      </dgm:prSet>
      <dgm:spPr/>
    </dgm:pt>
    <dgm:pt modelId="{CECD7792-FEAC-4D03-B009-83D259C48B8A}" type="pres">
      <dgm:prSet presAssocID="{D2516127-9977-4645-90DE-B51E337EED68}" presName="rootComposite" presStyleCnt="0"/>
      <dgm:spPr/>
    </dgm:pt>
    <dgm:pt modelId="{E6855C67-FB5D-48CA-92D2-70CB90D32C78}" type="pres">
      <dgm:prSet presAssocID="{D2516127-9977-4645-90DE-B51E337EED68}" presName="rootText" presStyleLbl="node2" presStyleIdx="0" presStyleCnt="5">
        <dgm:presLayoutVars>
          <dgm:chPref val="3"/>
        </dgm:presLayoutVars>
      </dgm:prSet>
      <dgm:spPr/>
    </dgm:pt>
    <dgm:pt modelId="{8FC758E8-1F32-4D19-8A0C-8B1A0A9B3E2F}" type="pres">
      <dgm:prSet presAssocID="{D2516127-9977-4645-90DE-B51E337EED68}" presName="rootConnector" presStyleLbl="node2" presStyleIdx="0" presStyleCnt="5"/>
      <dgm:spPr/>
    </dgm:pt>
    <dgm:pt modelId="{D27756EE-279D-4C32-B465-3EB41E5B6306}" type="pres">
      <dgm:prSet presAssocID="{D2516127-9977-4645-90DE-B51E337EED68}" presName="hierChild4" presStyleCnt="0"/>
      <dgm:spPr/>
    </dgm:pt>
    <dgm:pt modelId="{8015D55C-FBFB-41C3-8913-F52405C4AE49}" type="pres">
      <dgm:prSet presAssocID="{D2516127-9977-4645-90DE-B51E337EED68}" presName="hierChild5" presStyleCnt="0"/>
      <dgm:spPr/>
    </dgm:pt>
    <dgm:pt modelId="{27478033-0891-4D1B-ACD9-44D06DB6D0A7}" type="pres">
      <dgm:prSet presAssocID="{0CF3E61C-0B46-4AC5-8DFD-C8CD8E8D7DE2}" presName="Name37" presStyleLbl="parChTrans1D2" presStyleIdx="1" presStyleCnt="5"/>
      <dgm:spPr/>
    </dgm:pt>
    <dgm:pt modelId="{FD9EE74E-0EED-495C-B455-6A74F3EB2FCA}" type="pres">
      <dgm:prSet presAssocID="{DEAE6BE4-95EC-4A04-B716-D8291C41433B}" presName="hierRoot2" presStyleCnt="0">
        <dgm:presLayoutVars>
          <dgm:hierBranch val="init"/>
        </dgm:presLayoutVars>
      </dgm:prSet>
      <dgm:spPr/>
    </dgm:pt>
    <dgm:pt modelId="{EAC8D162-F496-4117-ADA3-93FB68841C7A}" type="pres">
      <dgm:prSet presAssocID="{DEAE6BE4-95EC-4A04-B716-D8291C41433B}" presName="rootComposite" presStyleCnt="0"/>
      <dgm:spPr/>
    </dgm:pt>
    <dgm:pt modelId="{FF898ABD-D14C-4AFF-B2E5-EBFEB6568E39}" type="pres">
      <dgm:prSet presAssocID="{DEAE6BE4-95EC-4A04-B716-D8291C41433B}" presName="rootText" presStyleLbl="node2" presStyleIdx="1" presStyleCnt="5">
        <dgm:presLayoutVars>
          <dgm:chPref val="3"/>
        </dgm:presLayoutVars>
      </dgm:prSet>
      <dgm:spPr/>
    </dgm:pt>
    <dgm:pt modelId="{CF25F051-7B84-43C3-90A9-CD55BE1BD2EF}" type="pres">
      <dgm:prSet presAssocID="{DEAE6BE4-95EC-4A04-B716-D8291C41433B}" presName="rootConnector" presStyleLbl="node2" presStyleIdx="1" presStyleCnt="5"/>
      <dgm:spPr/>
    </dgm:pt>
    <dgm:pt modelId="{4D4094BD-818B-4781-B7A0-9F8FB34A9577}" type="pres">
      <dgm:prSet presAssocID="{DEAE6BE4-95EC-4A04-B716-D8291C41433B}" presName="hierChild4" presStyleCnt="0"/>
      <dgm:spPr/>
    </dgm:pt>
    <dgm:pt modelId="{D8DA5AF5-5FA5-4F47-9FF5-50B508822A03}" type="pres">
      <dgm:prSet presAssocID="{D53F80C4-ADB7-4573-B1A7-B88EA030ABAE}" presName="Name37" presStyleLbl="parChTrans1D3" presStyleIdx="0" presStyleCnt="3"/>
      <dgm:spPr/>
    </dgm:pt>
    <dgm:pt modelId="{22D101F0-3B65-4E2F-9BD1-414180D241F8}" type="pres">
      <dgm:prSet presAssocID="{4C8DA161-E050-41D6-89CB-912F6234AAA8}" presName="hierRoot2" presStyleCnt="0">
        <dgm:presLayoutVars>
          <dgm:hierBranch val="init"/>
        </dgm:presLayoutVars>
      </dgm:prSet>
      <dgm:spPr/>
    </dgm:pt>
    <dgm:pt modelId="{92E19A90-BF6D-405A-8F1A-EBA09081562B}" type="pres">
      <dgm:prSet presAssocID="{4C8DA161-E050-41D6-89CB-912F6234AAA8}" presName="rootComposite" presStyleCnt="0"/>
      <dgm:spPr/>
    </dgm:pt>
    <dgm:pt modelId="{731ECF89-E52B-47F6-BD6C-33F00C62A91C}" type="pres">
      <dgm:prSet presAssocID="{4C8DA161-E050-41D6-89CB-912F6234AAA8}" presName="rootText" presStyleLbl="node3" presStyleIdx="0" presStyleCnt="3">
        <dgm:presLayoutVars>
          <dgm:chPref val="3"/>
        </dgm:presLayoutVars>
      </dgm:prSet>
      <dgm:spPr/>
    </dgm:pt>
    <dgm:pt modelId="{8F8F323B-1C7D-4BBD-B0DC-60D24B633DC9}" type="pres">
      <dgm:prSet presAssocID="{4C8DA161-E050-41D6-89CB-912F6234AAA8}" presName="rootConnector" presStyleLbl="node3" presStyleIdx="0" presStyleCnt="3"/>
      <dgm:spPr/>
    </dgm:pt>
    <dgm:pt modelId="{F5872006-1CFE-450D-8422-7306F07B6C3B}" type="pres">
      <dgm:prSet presAssocID="{4C8DA161-E050-41D6-89CB-912F6234AAA8}" presName="hierChild4" presStyleCnt="0"/>
      <dgm:spPr/>
    </dgm:pt>
    <dgm:pt modelId="{1AA31DEA-34E3-41CA-869B-E9647F017C09}" type="pres">
      <dgm:prSet presAssocID="{4C8DA161-E050-41D6-89CB-912F6234AAA8}" presName="hierChild5" presStyleCnt="0"/>
      <dgm:spPr/>
    </dgm:pt>
    <dgm:pt modelId="{A44B646B-DBAF-406A-8154-5FF84B5B0F13}" type="pres">
      <dgm:prSet presAssocID="{52FD1E9E-2929-4CD5-B6B1-282E14C88ABB}" presName="Name37" presStyleLbl="parChTrans1D3" presStyleIdx="1" presStyleCnt="3"/>
      <dgm:spPr/>
    </dgm:pt>
    <dgm:pt modelId="{7E8D84A1-B839-4DDB-BC45-3E215AFE2C02}" type="pres">
      <dgm:prSet presAssocID="{0502E5E1-4B75-4EE2-8641-E9B820948EB2}" presName="hierRoot2" presStyleCnt="0">
        <dgm:presLayoutVars>
          <dgm:hierBranch val="init"/>
        </dgm:presLayoutVars>
      </dgm:prSet>
      <dgm:spPr/>
    </dgm:pt>
    <dgm:pt modelId="{79B2835E-C745-44BD-B023-FB3F41F37AEC}" type="pres">
      <dgm:prSet presAssocID="{0502E5E1-4B75-4EE2-8641-E9B820948EB2}" presName="rootComposite" presStyleCnt="0"/>
      <dgm:spPr/>
    </dgm:pt>
    <dgm:pt modelId="{E7B61F59-88E2-40AD-B3D0-AABD2DB840D6}" type="pres">
      <dgm:prSet presAssocID="{0502E5E1-4B75-4EE2-8641-E9B820948EB2}" presName="rootText" presStyleLbl="node3" presStyleIdx="1" presStyleCnt="3">
        <dgm:presLayoutVars>
          <dgm:chPref val="3"/>
        </dgm:presLayoutVars>
      </dgm:prSet>
      <dgm:spPr/>
    </dgm:pt>
    <dgm:pt modelId="{8344AFE9-17D9-425F-A2E5-DEAA96082A71}" type="pres">
      <dgm:prSet presAssocID="{0502E5E1-4B75-4EE2-8641-E9B820948EB2}" presName="rootConnector" presStyleLbl="node3" presStyleIdx="1" presStyleCnt="3"/>
      <dgm:spPr/>
    </dgm:pt>
    <dgm:pt modelId="{9D66DA5B-C05D-4948-9026-0530746BFF0F}" type="pres">
      <dgm:prSet presAssocID="{0502E5E1-4B75-4EE2-8641-E9B820948EB2}" presName="hierChild4" presStyleCnt="0"/>
      <dgm:spPr/>
    </dgm:pt>
    <dgm:pt modelId="{521E9CAD-03C9-46EA-B86D-245E379BF3AE}" type="pres">
      <dgm:prSet presAssocID="{0502E5E1-4B75-4EE2-8641-E9B820948EB2}" presName="hierChild5" presStyleCnt="0"/>
      <dgm:spPr/>
    </dgm:pt>
    <dgm:pt modelId="{AC09E610-B3EA-4BE5-9802-512447A67BDC}" type="pres">
      <dgm:prSet presAssocID="{6A648450-62FB-4597-BF17-EF93FC2525EF}" presName="Name37" presStyleLbl="parChTrans1D3" presStyleIdx="2" presStyleCnt="3"/>
      <dgm:spPr/>
    </dgm:pt>
    <dgm:pt modelId="{74C0BA7F-ACD9-4D5D-8F71-BA3DA654D739}" type="pres">
      <dgm:prSet presAssocID="{F4025F55-7EBA-4E10-A1FA-33DF7998FB1E}" presName="hierRoot2" presStyleCnt="0">
        <dgm:presLayoutVars>
          <dgm:hierBranch val="init"/>
        </dgm:presLayoutVars>
      </dgm:prSet>
      <dgm:spPr/>
    </dgm:pt>
    <dgm:pt modelId="{7B6B34BC-C8F4-4A3B-91B6-D28B497FD156}" type="pres">
      <dgm:prSet presAssocID="{F4025F55-7EBA-4E10-A1FA-33DF7998FB1E}" presName="rootComposite" presStyleCnt="0"/>
      <dgm:spPr/>
    </dgm:pt>
    <dgm:pt modelId="{0CD7D570-EC5A-45F4-B1D5-6D3015D0EB64}" type="pres">
      <dgm:prSet presAssocID="{F4025F55-7EBA-4E10-A1FA-33DF7998FB1E}" presName="rootText" presStyleLbl="node3" presStyleIdx="2" presStyleCnt="3">
        <dgm:presLayoutVars>
          <dgm:chPref val="3"/>
        </dgm:presLayoutVars>
      </dgm:prSet>
      <dgm:spPr/>
    </dgm:pt>
    <dgm:pt modelId="{8AC1AFC9-0F1B-4358-8303-BF761DE6539B}" type="pres">
      <dgm:prSet presAssocID="{F4025F55-7EBA-4E10-A1FA-33DF7998FB1E}" presName="rootConnector" presStyleLbl="node3" presStyleIdx="2" presStyleCnt="3"/>
      <dgm:spPr/>
    </dgm:pt>
    <dgm:pt modelId="{65447847-4D6C-4943-8A79-955A6AA02602}" type="pres">
      <dgm:prSet presAssocID="{F4025F55-7EBA-4E10-A1FA-33DF7998FB1E}" presName="hierChild4" presStyleCnt="0"/>
      <dgm:spPr/>
    </dgm:pt>
    <dgm:pt modelId="{59B998EA-94CB-4CA2-B4DB-A45D027E2757}" type="pres">
      <dgm:prSet presAssocID="{F4025F55-7EBA-4E10-A1FA-33DF7998FB1E}" presName="hierChild5" presStyleCnt="0"/>
      <dgm:spPr/>
    </dgm:pt>
    <dgm:pt modelId="{B8BE8545-E5C9-423A-AF91-ABBF486E9BF2}" type="pres">
      <dgm:prSet presAssocID="{DEAE6BE4-95EC-4A04-B716-D8291C41433B}" presName="hierChild5" presStyleCnt="0"/>
      <dgm:spPr/>
    </dgm:pt>
    <dgm:pt modelId="{004F6764-E9E6-457D-827D-BFF36E8F66DE}" type="pres">
      <dgm:prSet presAssocID="{A722ED22-4D83-4F9F-9A76-36040C118C8E}" presName="Name37" presStyleLbl="parChTrans1D2" presStyleIdx="2" presStyleCnt="5"/>
      <dgm:spPr/>
    </dgm:pt>
    <dgm:pt modelId="{97A31BEB-8939-4244-B1B4-38B825E49446}" type="pres">
      <dgm:prSet presAssocID="{08752D38-BEFF-4175-A430-D63EE77DF299}" presName="hierRoot2" presStyleCnt="0">
        <dgm:presLayoutVars>
          <dgm:hierBranch val="init"/>
        </dgm:presLayoutVars>
      </dgm:prSet>
      <dgm:spPr/>
    </dgm:pt>
    <dgm:pt modelId="{6A8B43B1-461C-4ECC-982A-4E3684AB1C30}" type="pres">
      <dgm:prSet presAssocID="{08752D38-BEFF-4175-A430-D63EE77DF299}" presName="rootComposite" presStyleCnt="0"/>
      <dgm:spPr/>
    </dgm:pt>
    <dgm:pt modelId="{FFB49FC3-51C9-49C1-9A63-797E91E845F0}" type="pres">
      <dgm:prSet presAssocID="{08752D38-BEFF-4175-A430-D63EE77DF299}" presName="rootText" presStyleLbl="node2" presStyleIdx="2" presStyleCnt="5">
        <dgm:presLayoutVars>
          <dgm:chPref val="3"/>
        </dgm:presLayoutVars>
      </dgm:prSet>
      <dgm:spPr/>
    </dgm:pt>
    <dgm:pt modelId="{C7F21C30-87CF-4418-8359-B6DC5693C4D6}" type="pres">
      <dgm:prSet presAssocID="{08752D38-BEFF-4175-A430-D63EE77DF299}" presName="rootConnector" presStyleLbl="node2" presStyleIdx="2" presStyleCnt="5"/>
      <dgm:spPr/>
    </dgm:pt>
    <dgm:pt modelId="{937FD5DD-B48B-43B9-8105-C61456611408}" type="pres">
      <dgm:prSet presAssocID="{08752D38-BEFF-4175-A430-D63EE77DF299}" presName="hierChild4" presStyleCnt="0"/>
      <dgm:spPr/>
    </dgm:pt>
    <dgm:pt modelId="{052E011E-3C7A-46C3-A614-0E11F0C5922C}" type="pres">
      <dgm:prSet presAssocID="{08752D38-BEFF-4175-A430-D63EE77DF299}" presName="hierChild5" presStyleCnt="0"/>
      <dgm:spPr/>
    </dgm:pt>
    <dgm:pt modelId="{476E39B0-8183-420B-8924-182B40F4B2B2}" type="pres">
      <dgm:prSet presAssocID="{6122708C-DCD2-46AB-A4D6-A9DDD36083B7}" presName="Name37" presStyleLbl="parChTrans1D2" presStyleIdx="3" presStyleCnt="5"/>
      <dgm:spPr/>
    </dgm:pt>
    <dgm:pt modelId="{1288831E-9D83-4EB6-A096-7CC99AE674F9}" type="pres">
      <dgm:prSet presAssocID="{8BED98DA-058F-4063-B7A3-8AA16C41CD1D}" presName="hierRoot2" presStyleCnt="0">
        <dgm:presLayoutVars>
          <dgm:hierBranch val="init"/>
        </dgm:presLayoutVars>
      </dgm:prSet>
      <dgm:spPr/>
    </dgm:pt>
    <dgm:pt modelId="{D5B695EF-F653-4A1C-AAFD-9A046551FE86}" type="pres">
      <dgm:prSet presAssocID="{8BED98DA-058F-4063-B7A3-8AA16C41CD1D}" presName="rootComposite" presStyleCnt="0"/>
      <dgm:spPr/>
    </dgm:pt>
    <dgm:pt modelId="{FC15262E-926A-4177-895F-DAE502143AC3}" type="pres">
      <dgm:prSet presAssocID="{8BED98DA-058F-4063-B7A3-8AA16C41CD1D}" presName="rootText" presStyleLbl="node2" presStyleIdx="3" presStyleCnt="5">
        <dgm:presLayoutVars>
          <dgm:chPref val="3"/>
        </dgm:presLayoutVars>
      </dgm:prSet>
      <dgm:spPr/>
    </dgm:pt>
    <dgm:pt modelId="{49C6BC21-BC13-4D4D-9F4C-E06F90948419}" type="pres">
      <dgm:prSet presAssocID="{8BED98DA-058F-4063-B7A3-8AA16C41CD1D}" presName="rootConnector" presStyleLbl="node2" presStyleIdx="3" presStyleCnt="5"/>
      <dgm:spPr/>
    </dgm:pt>
    <dgm:pt modelId="{55C0496B-9E00-4E86-BEF5-06AF1B39A41D}" type="pres">
      <dgm:prSet presAssocID="{8BED98DA-058F-4063-B7A3-8AA16C41CD1D}" presName="hierChild4" presStyleCnt="0"/>
      <dgm:spPr/>
    </dgm:pt>
    <dgm:pt modelId="{FDFD8577-A3AB-49F2-A8AE-D86482589EC8}" type="pres">
      <dgm:prSet presAssocID="{8BED98DA-058F-4063-B7A3-8AA16C41CD1D}" presName="hierChild5" presStyleCnt="0"/>
      <dgm:spPr/>
    </dgm:pt>
    <dgm:pt modelId="{B7CF7AAC-1DFA-457D-AAB6-9F51D90812D4}" type="pres">
      <dgm:prSet presAssocID="{CAD07D60-9F28-4970-A6CD-0DDB07B7B0A2}" presName="Name37" presStyleLbl="parChTrans1D2" presStyleIdx="4" presStyleCnt="5"/>
      <dgm:spPr/>
    </dgm:pt>
    <dgm:pt modelId="{204FDC0E-DF7C-4484-83F8-CC49E416F3E4}" type="pres">
      <dgm:prSet presAssocID="{6680618D-3BC7-47E1-875C-153D55D206BE}" presName="hierRoot2" presStyleCnt="0">
        <dgm:presLayoutVars>
          <dgm:hierBranch val="init"/>
        </dgm:presLayoutVars>
      </dgm:prSet>
      <dgm:spPr/>
    </dgm:pt>
    <dgm:pt modelId="{7CA23FC6-3BF3-4684-A03D-D685A9F58AAA}" type="pres">
      <dgm:prSet presAssocID="{6680618D-3BC7-47E1-875C-153D55D206BE}" presName="rootComposite" presStyleCnt="0"/>
      <dgm:spPr/>
    </dgm:pt>
    <dgm:pt modelId="{82C29720-77A8-44DA-B5B6-0323559E53AA}" type="pres">
      <dgm:prSet presAssocID="{6680618D-3BC7-47E1-875C-153D55D206BE}" presName="rootText" presStyleLbl="node2" presStyleIdx="4" presStyleCnt="5">
        <dgm:presLayoutVars>
          <dgm:chPref val="3"/>
        </dgm:presLayoutVars>
      </dgm:prSet>
      <dgm:spPr/>
    </dgm:pt>
    <dgm:pt modelId="{34F11E15-08C5-4C5A-9C9F-851546B5E790}" type="pres">
      <dgm:prSet presAssocID="{6680618D-3BC7-47E1-875C-153D55D206BE}" presName="rootConnector" presStyleLbl="node2" presStyleIdx="4" presStyleCnt="5"/>
      <dgm:spPr/>
    </dgm:pt>
    <dgm:pt modelId="{96E27380-E588-4867-A683-97F2EE91AEC5}" type="pres">
      <dgm:prSet presAssocID="{6680618D-3BC7-47E1-875C-153D55D206BE}" presName="hierChild4" presStyleCnt="0"/>
      <dgm:spPr/>
    </dgm:pt>
    <dgm:pt modelId="{239DC33B-2C21-499F-B76F-AB684FF12167}" type="pres">
      <dgm:prSet presAssocID="{6680618D-3BC7-47E1-875C-153D55D206BE}" presName="hierChild5" presStyleCnt="0"/>
      <dgm:spPr/>
    </dgm:pt>
    <dgm:pt modelId="{F152FC7F-C946-40A3-81CB-11BA0B99885E}" type="pres">
      <dgm:prSet presAssocID="{0ECDFED0-7DD1-43D7-A771-2D08D3A351A0}" presName="hierChild3" presStyleCnt="0"/>
      <dgm:spPr/>
    </dgm:pt>
  </dgm:ptLst>
  <dgm:cxnLst>
    <dgm:cxn modelId="{4B6D7B10-79FA-426A-B010-DE865A1B1776}" srcId="{DEAE6BE4-95EC-4A04-B716-D8291C41433B}" destId="{F4025F55-7EBA-4E10-A1FA-33DF7998FB1E}" srcOrd="2" destOrd="0" parTransId="{6A648450-62FB-4597-BF17-EF93FC2525EF}" sibTransId="{448903CF-D0C2-4F42-ADDF-E5461B6824E9}"/>
    <dgm:cxn modelId="{D32A5323-F82A-4436-932C-D0CBE1541206}" type="presOf" srcId="{F4025F55-7EBA-4E10-A1FA-33DF7998FB1E}" destId="{8AC1AFC9-0F1B-4358-8303-BF761DE6539B}" srcOrd="1" destOrd="0" presId="urn:microsoft.com/office/officeart/2005/8/layout/orgChart1"/>
    <dgm:cxn modelId="{749F7D24-7F0B-4DB0-9825-1F3479B1A8B5}" srcId="{0ECDFED0-7DD1-43D7-A771-2D08D3A351A0}" destId="{6680618D-3BC7-47E1-875C-153D55D206BE}" srcOrd="4" destOrd="0" parTransId="{CAD07D60-9F28-4970-A6CD-0DDB07B7B0A2}" sibTransId="{48F23B2D-371C-4FF8-B028-240072A3B6A7}"/>
    <dgm:cxn modelId="{25F57E2F-189C-4DEA-91FC-A5115EA2C84C}" type="presOf" srcId="{52FD1E9E-2929-4CD5-B6B1-282E14C88ABB}" destId="{A44B646B-DBAF-406A-8154-5FF84B5B0F13}" srcOrd="0" destOrd="0" presId="urn:microsoft.com/office/officeart/2005/8/layout/orgChart1"/>
    <dgm:cxn modelId="{07548E32-CF91-4866-815D-DE3A6A106019}" type="presOf" srcId="{0502E5E1-4B75-4EE2-8641-E9B820948EB2}" destId="{E7B61F59-88E2-40AD-B3D0-AABD2DB840D6}" srcOrd="0" destOrd="0" presId="urn:microsoft.com/office/officeart/2005/8/layout/orgChart1"/>
    <dgm:cxn modelId="{70D98533-67B7-4FDA-94DC-580A342E0A3F}" srcId="{0ECDFED0-7DD1-43D7-A771-2D08D3A351A0}" destId="{D2516127-9977-4645-90DE-B51E337EED68}" srcOrd="0" destOrd="0" parTransId="{FA460EB5-1CAC-4044-B7F9-7376C9303005}" sibTransId="{6312A567-BA4F-4273-BD6F-41FE62CCC420}"/>
    <dgm:cxn modelId="{C9984D3F-1645-4A5D-8AA2-85B5D4437810}" type="presOf" srcId="{D53F80C4-ADB7-4573-B1A7-B88EA030ABAE}" destId="{D8DA5AF5-5FA5-4F47-9FF5-50B508822A03}" srcOrd="0" destOrd="0" presId="urn:microsoft.com/office/officeart/2005/8/layout/orgChart1"/>
    <dgm:cxn modelId="{8BDD1C66-EA34-498D-B38F-BD236683AE8F}" type="presOf" srcId="{08752D38-BEFF-4175-A430-D63EE77DF299}" destId="{FFB49FC3-51C9-49C1-9A63-797E91E845F0}" srcOrd="0" destOrd="0" presId="urn:microsoft.com/office/officeart/2005/8/layout/orgChart1"/>
    <dgm:cxn modelId="{68F3A648-538D-49F2-924D-303ADA84D866}" type="presOf" srcId="{6122708C-DCD2-46AB-A4D6-A9DDD36083B7}" destId="{476E39B0-8183-420B-8924-182B40F4B2B2}" srcOrd="0" destOrd="0" presId="urn:microsoft.com/office/officeart/2005/8/layout/orgChart1"/>
    <dgm:cxn modelId="{475EE568-4FC1-472E-821E-FC34EBBAD5DE}" type="presOf" srcId="{4C8DA161-E050-41D6-89CB-912F6234AAA8}" destId="{731ECF89-E52B-47F6-BD6C-33F00C62A91C}" srcOrd="0" destOrd="0" presId="urn:microsoft.com/office/officeart/2005/8/layout/orgChart1"/>
    <dgm:cxn modelId="{ACDA1E6C-5A1B-478A-AD37-840B134B874C}" type="presOf" srcId="{CAD07D60-9F28-4970-A6CD-0DDB07B7B0A2}" destId="{B7CF7AAC-1DFA-457D-AAB6-9F51D90812D4}" srcOrd="0" destOrd="0" presId="urn:microsoft.com/office/officeart/2005/8/layout/orgChart1"/>
    <dgm:cxn modelId="{BAF52172-ED79-4FB3-BD2A-92A2E7C9DC10}" type="presOf" srcId="{0ECDFED0-7DD1-43D7-A771-2D08D3A351A0}" destId="{688530AD-A2B3-4368-B4DF-2C9CAD4A25ED}" srcOrd="0" destOrd="0" presId="urn:microsoft.com/office/officeart/2005/8/layout/orgChart1"/>
    <dgm:cxn modelId="{98A43B73-BFAB-4629-B5BF-1172547E0FD0}" type="presOf" srcId="{D2516127-9977-4645-90DE-B51E337EED68}" destId="{E6855C67-FB5D-48CA-92D2-70CB90D32C78}" srcOrd="0" destOrd="0" presId="urn:microsoft.com/office/officeart/2005/8/layout/orgChart1"/>
    <dgm:cxn modelId="{26832174-A734-47C7-83B7-A196EACC1E84}" type="presOf" srcId="{6A648450-62FB-4597-BF17-EF93FC2525EF}" destId="{AC09E610-B3EA-4BE5-9802-512447A67BDC}" srcOrd="0" destOrd="0" presId="urn:microsoft.com/office/officeart/2005/8/layout/orgChart1"/>
    <dgm:cxn modelId="{AD2B5755-5643-4A93-B1DC-C5446DD6C63E}" type="presOf" srcId="{0CF3E61C-0B46-4AC5-8DFD-C8CD8E8D7DE2}" destId="{27478033-0891-4D1B-ACD9-44D06DB6D0A7}" srcOrd="0" destOrd="0" presId="urn:microsoft.com/office/officeart/2005/8/layout/orgChart1"/>
    <dgm:cxn modelId="{5C9E9655-542A-4E51-9012-51857E70534E}" srcId="{DEAE6BE4-95EC-4A04-B716-D8291C41433B}" destId="{0502E5E1-4B75-4EE2-8641-E9B820948EB2}" srcOrd="1" destOrd="0" parTransId="{52FD1E9E-2929-4CD5-B6B1-282E14C88ABB}" sibTransId="{539CDBC3-8545-40D4-B7AF-9192617AE31F}"/>
    <dgm:cxn modelId="{4BC24F78-0622-4899-B42A-2155ECB21115}" srcId="{DEAE6BE4-95EC-4A04-B716-D8291C41433B}" destId="{4C8DA161-E050-41D6-89CB-912F6234AAA8}" srcOrd="0" destOrd="0" parTransId="{D53F80C4-ADB7-4573-B1A7-B88EA030ABAE}" sibTransId="{4BF15FDF-0AEA-4E36-A4F7-03956FFC07B0}"/>
    <dgm:cxn modelId="{930EE77C-5C51-4B62-816B-187CECECCBD4}" type="presOf" srcId="{A722ED22-4D83-4F9F-9A76-36040C118C8E}" destId="{004F6764-E9E6-457D-827D-BFF36E8F66DE}" srcOrd="0" destOrd="0" presId="urn:microsoft.com/office/officeart/2005/8/layout/orgChart1"/>
    <dgm:cxn modelId="{397AEA7D-B382-40CD-8D67-BF9AFC49C45A}" type="presOf" srcId="{0502E5E1-4B75-4EE2-8641-E9B820948EB2}" destId="{8344AFE9-17D9-425F-A2E5-DEAA96082A71}" srcOrd="1" destOrd="0" presId="urn:microsoft.com/office/officeart/2005/8/layout/orgChart1"/>
    <dgm:cxn modelId="{87443D87-EE9B-4661-8E42-D0FA30D067AA}" type="presOf" srcId="{0ECDFED0-7DD1-43D7-A771-2D08D3A351A0}" destId="{CBCEC5CD-E36D-4F84-96CA-AB615CEB9620}" srcOrd="1" destOrd="0" presId="urn:microsoft.com/office/officeart/2005/8/layout/orgChart1"/>
    <dgm:cxn modelId="{F1B4B28A-E9B3-4CD1-B6DC-9D9CB45F2CCA}" srcId="{0ECDFED0-7DD1-43D7-A771-2D08D3A351A0}" destId="{DEAE6BE4-95EC-4A04-B716-D8291C41433B}" srcOrd="1" destOrd="0" parTransId="{0CF3E61C-0B46-4AC5-8DFD-C8CD8E8D7DE2}" sibTransId="{FAAFAE01-D010-49DE-B2FA-CA99C2AA3C9D}"/>
    <dgm:cxn modelId="{AB9EC69B-C16A-4DED-8D5A-FAEC8D4FBF81}" type="presOf" srcId="{DEAE6BE4-95EC-4A04-B716-D8291C41433B}" destId="{FF898ABD-D14C-4AFF-B2E5-EBFEB6568E39}" srcOrd="0" destOrd="0" presId="urn:microsoft.com/office/officeart/2005/8/layout/orgChart1"/>
    <dgm:cxn modelId="{E517179E-D942-4CC5-97E1-97D7DFB71674}" type="presOf" srcId="{F4025F55-7EBA-4E10-A1FA-33DF7998FB1E}" destId="{0CD7D570-EC5A-45F4-B1D5-6D3015D0EB64}" srcOrd="0" destOrd="0" presId="urn:microsoft.com/office/officeart/2005/8/layout/orgChart1"/>
    <dgm:cxn modelId="{B77D619E-DC81-4E91-81EF-CF0576CEF745}" srcId="{86637CDB-3D22-42CA-8B6D-653669109C09}" destId="{0ECDFED0-7DD1-43D7-A771-2D08D3A351A0}" srcOrd="0" destOrd="0" parTransId="{832BB869-B97D-424C-B939-07DF6A8D2F79}" sibTransId="{D9E346F3-B8D2-43E3-8E41-E13B9FB3F132}"/>
    <dgm:cxn modelId="{A0DB33B6-D2E5-4252-8B4C-75E853322079}" type="presOf" srcId="{86637CDB-3D22-42CA-8B6D-653669109C09}" destId="{0356BA83-CBB0-45FB-BB58-E0958E1545D5}" srcOrd="0" destOrd="0" presId="urn:microsoft.com/office/officeart/2005/8/layout/orgChart1"/>
    <dgm:cxn modelId="{D93320C0-4BF5-457B-9023-76801FBDCE06}" type="presOf" srcId="{FA460EB5-1CAC-4044-B7F9-7376C9303005}" destId="{B2A2F13F-06FD-486F-B82B-09A2FB245197}" srcOrd="0" destOrd="0" presId="urn:microsoft.com/office/officeart/2005/8/layout/orgChart1"/>
    <dgm:cxn modelId="{15BB93C2-12B5-4315-9937-7F09F590BAFE}" type="presOf" srcId="{6680618D-3BC7-47E1-875C-153D55D206BE}" destId="{34F11E15-08C5-4C5A-9C9F-851546B5E790}" srcOrd="1" destOrd="0" presId="urn:microsoft.com/office/officeart/2005/8/layout/orgChart1"/>
    <dgm:cxn modelId="{FC0421C6-4F01-45EC-8C55-38D0DDB90C86}" srcId="{0ECDFED0-7DD1-43D7-A771-2D08D3A351A0}" destId="{08752D38-BEFF-4175-A430-D63EE77DF299}" srcOrd="2" destOrd="0" parTransId="{A722ED22-4D83-4F9F-9A76-36040C118C8E}" sibTransId="{AFE145C5-017F-4E28-8956-544F661FD7D3}"/>
    <dgm:cxn modelId="{D0969BD8-80EA-49E7-BC3A-DCD2532ABEB7}" type="presOf" srcId="{08752D38-BEFF-4175-A430-D63EE77DF299}" destId="{C7F21C30-87CF-4418-8359-B6DC5693C4D6}" srcOrd="1" destOrd="0" presId="urn:microsoft.com/office/officeart/2005/8/layout/orgChart1"/>
    <dgm:cxn modelId="{C79060DD-8C0F-450D-A986-0103D49A2D5E}" type="presOf" srcId="{6680618D-3BC7-47E1-875C-153D55D206BE}" destId="{82C29720-77A8-44DA-B5B6-0323559E53AA}" srcOrd="0" destOrd="0" presId="urn:microsoft.com/office/officeart/2005/8/layout/orgChart1"/>
    <dgm:cxn modelId="{544751DF-618C-4D66-A805-1372F47BF3BD}" type="presOf" srcId="{8BED98DA-058F-4063-B7A3-8AA16C41CD1D}" destId="{FC15262E-926A-4177-895F-DAE502143AC3}" srcOrd="0" destOrd="0" presId="urn:microsoft.com/office/officeart/2005/8/layout/orgChart1"/>
    <dgm:cxn modelId="{E5DE63E5-576A-4EDD-8F56-2CABE50776B0}" type="presOf" srcId="{4C8DA161-E050-41D6-89CB-912F6234AAA8}" destId="{8F8F323B-1C7D-4BBD-B0DC-60D24B633DC9}" srcOrd="1" destOrd="0" presId="urn:microsoft.com/office/officeart/2005/8/layout/orgChart1"/>
    <dgm:cxn modelId="{1475D7E6-4A38-4462-97C4-AE7E94D6149B}" srcId="{0ECDFED0-7DD1-43D7-A771-2D08D3A351A0}" destId="{8BED98DA-058F-4063-B7A3-8AA16C41CD1D}" srcOrd="3" destOrd="0" parTransId="{6122708C-DCD2-46AB-A4D6-A9DDD36083B7}" sibTransId="{BB534C12-FD20-4EE8-869A-34DB920ABB42}"/>
    <dgm:cxn modelId="{BC4D77EC-C587-4822-87D8-8848D9801F09}" type="presOf" srcId="{DEAE6BE4-95EC-4A04-B716-D8291C41433B}" destId="{CF25F051-7B84-43C3-90A9-CD55BE1BD2EF}" srcOrd="1" destOrd="0" presId="urn:microsoft.com/office/officeart/2005/8/layout/orgChart1"/>
    <dgm:cxn modelId="{61FBA0EF-6EF1-4D64-8CB2-08418B4DC329}" type="presOf" srcId="{8BED98DA-058F-4063-B7A3-8AA16C41CD1D}" destId="{49C6BC21-BC13-4D4D-9F4C-E06F90948419}" srcOrd="1" destOrd="0" presId="urn:microsoft.com/office/officeart/2005/8/layout/orgChart1"/>
    <dgm:cxn modelId="{B48A4BFC-A8AB-48E2-B1D2-E7DA3DD87655}" type="presOf" srcId="{D2516127-9977-4645-90DE-B51E337EED68}" destId="{8FC758E8-1F32-4D19-8A0C-8B1A0A9B3E2F}" srcOrd="1" destOrd="0" presId="urn:microsoft.com/office/officeart/2005/8/layout/orgChart1"/>
    <dgm:cxn modelId="{B31E2EFB-9A88-44DA-8840-3422FD115619}" type="presParOf" srcId="{0356BA83-CBB0-45FB-BB58-E0958E1545D5}" destId="{9879C1CE-504E-40B1-8A7F-EAFCD27842B2}" srcOrd="0" destOrd="0" presId="urn:microsoft.com/office/officeart/2005/8/layout/orgChart1"/>
    <dgm:cxn modelId="{3AA54B51-E9BC-49ED-84B0-9E012573694A}" type="presParOf" srcId="{9879C1CE-504E-40B1-8A7F-EAFCD27842B2}" destId="{F0316472-86A7-4A59-929D-1E19DC65CF79}" srcOrd="0" destOrd="0" presId="urn:microsoft.com/office/officeart/2005/8/layout/orgChart1"/>
    <dgm:cxn modelId="{430C5099-83DF-4780-86BE-9CABBC382CAF}" type="presParOf" srcId="{F0316472-86A7-4A59-929D-1E19DC65CF79}" destId="{688530AD-A2B3-4368-B4DF-2C9CAD4A25ED}" srcOrd="0" destOrd="0" presId="urn:microsoft.com/office/officeart/2005/8/layout/orgChart1"/>
    <dgm:cxn modelId="{49C53F17-B4A9-4687-A75E-6E2E358A978D}" type="presParOf" srcId="{F0316472-86A7-4A59-929D-1E19DC65CF79}" destId="{CBCEC5CD-E36D-4F84-96CA-AB615CEB9620}" srcOrd="1" destOrd="0" presId="urn:microsoft.com/office/officeart/2005/8/layout/orgChart1"/>
    <dgm:cxn modelId="{E2BAAD53-BE34-41C7-AB51-93DB035721C1}" type="presParOf" srcId="{9879C1CE-504E-40B1-8A7F-EAFCD27842B2}" destId="{FE4B1435-F9E4-450E-92CC-E28FA0A3D6EF}" srcOrd="1" destOrd="0" presId="urn:microsoft.com/office/officeart/2005/8/layout/orgChart1"/>
    <dgm:cxn modelId="{2BB4F80A-EF57-4729-826B-9394D40BD150}" type="presParOf" srcId="{FE4B1435-F9E4-450E-92CC-E28FA0A3D6EF}" destId="{B2A2F13F-06FD-486F-B82B-09A2FB245197}" srcOrd="0" destOrd="0" presId="urn:microsoft.com/office/officeart/2005/8/layout/orgChart1"/>
    <dgm:cxn modelId="{7FB509EE-D55C-4BFF-AC2A-73BB1109CE56}" type="presParOf" srcId="{FE4B1435-F9E4-450E-92CC-E28FA0A3D6EF}" destId="{E423A45D-C03A-4197-BD91-BC9571DE3138}" srcOrd="1" destOrd="0" presId="urn:microsoft.com/office/officeart/2005/8/layout/orgChart1"/>
    <dgm:cxn modelId="{1A1BA19A-FC02-41DD-807D-A72D71F9E22B}" type="presParOf" srcId="{E423A45D-C03A-4197-BD91-BC9571DE3138}" destId="{CECD7792-FEAC-4D03-B009-83D259C48B8A}" srcOrd="0" destOrd="0" presId="urn:microsoft.com/office/officeart/2005/8/layout/orgChart1"/>
    <dgm:cxn modelId="{C63B42AA-A8A5-4C2F-BA15-7820B7BD3143}" type="presParOf" srcId="{CECD7792-FEAC-4D03-B009-83D259C48B8A}" destId="{E6855C67-FB5D-48CA-92D2-70CB90D32C78}" srcOrd="0" destOrd="0" presId="urn:microsoft.com/office/officeart/2005/8/layout/orgChart1"/>
    <dgm:cxn modelId="{71B5BADC-0FAE-453C-BEC3-570F1C93E6B6}" type="presParOf" srcId="{CECD7792-FEAC-4D03-B009-83D259C48B8A}" destId="{8FC758E8-1F32-4D19-8A0C-8B1A0A9B3E2F}" srcOrd="1" destOrd="0" presId="urn:microsoft.com/office/officeart/2005/8/layout/orgChart1"/>
    <dgm:cxn modelId="{3D18CC54-3B05-4023-9144-3C16ABA2FF5B}" type="presParOf" srcId="{E423A45D-C03A-4197-BD91-BC9571DE3138}" destId="{D27756EE-279D-4C32-B465-3EB41E5B6306}" srcOrd="1" destOrd="0" presId="urn:microsoft.com/office/officeart/2005/8/layout/orgChart1"/>
    <dgm:cxn modelId="{E999B908-0BA0-4EE3-AD95-7C433AA1E5B0}" type="presParOf" srcId="{E423A45D-C03A-4197-BD91-BC9571DE3138}" destId="{8015D55C-FBFB-41C3-8913-F52405C4AE49}" srcOrd="2" destOrd="0" presId="urn:microsoft.com/office/officeart/2005/8/layout/orgChart1"/>
    <dgm:cxn modelId="{E03E3750-3511-4179-A1CB-E8A4ED407589}" type="presParOf" srcId="{FE4B1435-F9E4-450E-92CC-E28FA0A3D6EF}" destId="{27478033-0891-4D1B-ACD9-44D06DB6D0A7}" srcOrd="2" destOrd="0" presId="urn:microsoft.com/office/officeart/2005/8/layout/orgChart1"/>
    <dgm:cxn modelId="{E08F8A95-A09F-476C-9861-F2C9B8D2CF05}" type="presParOf" srcId="{FE4B1435-F9E4-450E-92CC-E28FA0A3D6EF}" destId="{FD9EE74E-0EED-495C-B455-6A74F3EB2FCA}" srcOrd="3" destOrd="0" presId="urn:microsoft.com/office/officeart/2005/8/layout/orgChart1"/>
    <dgm:cxn modelId="{F001D166-8E01-42BB-B443-B6ABD84442CF}" type="presParOf" srcId="{FD9EE74E-0EED-495C-B455-6A74F3EB2FCA}" destId="{EAC8D162-F496-4117-ADA3-93FB68841C7A}" srcOrd="0" destOrd="0" presId="urn:microsoft.com/office/officeart/2005/8/layout/orgChart1"/>
    <dgm:cxn modelId="{0BDB1D61-2086-4C7A-9773-239E75CAB3CC}" type="presParOf" srcId="{EAC8D162-F496-4117-ADA3-93FB68841C7A}" destId="{FF898ABD-D14C-4AFF-B2E5-EBFEB6568E39}" srcOrd="0" destOrd="0" presId="urn:microsoft.com/office/officeart/2005/8/layout/orgChart1"/>
    <dgm:cxn modelId="{D3912A67-646F-4CF1-A007-CB9FD7B34267}" type="presParOf" srcId="{EAC8D162-F496-4117-ADA3-93FB68841C7A}" destId="{CF25F051-7B84-43C3-90A9-CD55BE1BD2EF}" srcOrd="1" destOrd="0" presId="urn:microsoft.com/office/officeart/2005/8/layout/orgChart1"/>
    <dgm:cxn modelId="{ED4363D4-3FF0-4A89-8874-993CAB7AB924}" type="presParOf" srcId="{FD9EE74E-0EED-495C-B455-6A74F3EB2FCA}" destId="{4D4094BD-818B-4781-B7A0-9F8FB34A9577}" srcOrd="1" destOrd="0" presId="urn:microsoft.com/office/officeart/2005/8/layout/orgChart1"/>
    <dgm:cxn modelId="{B846DCCE-B648-41EA-92FC-AECCC140F44F}" type="presParOf" srcId="{4D4094BD-818B-4781-B7A0-9F8FB34A9577}" destId="{D8DA5AF5-5FA5-4F47-9FF5-50B508822A03}" srcOrd="0" destOrd="0" presId="urn:microsoft.com/office/officeart/2005/8/layout/orgChart1"/>
    <dgm:cxn modelId="{72BA888B-2FFB-4991-8542-1A313F2E8064}" type="presParOf" srcId="{4D4094BD-818B-4781-B7A0-9F8FB34A9577}" destId="{22D101F0-3B65-4E2F-9BD1-414180D241F8}" srcOrd="1" destOrd="0" presId="urn:microsoft.com/office/officeart/2005/8/layout/orgChart1"/>
    <dgm:cxn modelId="{F95DBFDE-2B3D-4968-9737-A1975E82005B}" type="presParOf" srcId="{22D101F0-3B65-4E2F-9BD1-414180D241F8}" destId="{92E19A90-BF6D-405A-8F1A-EBA09081562B}" srcOrd="0" destOrd="0" presId="urn:microsoft.com/office/officeart/2005/8/layout/orgChart1"/>
    <dgm:cxn modelId="{C68FB617-B9D0-4AB2-88E8-A53CE80FA212}" type="presParOf" srcId="{92E19A90-BF6D-405A-8F1A-EBA09081562B}" destId="{731ECF89-E52B-47F6-BD6C-33F00C62A91C}" srcOrd="0" destOrd="0" presId="urn:microsoft.com/office/officeart/2005/8/layout/orgChart1"/>
    <dgm:cxn modelId="{92ABFB03-EC28-4BBB-AD8B-85E3BF541895}" type="presParOf" srcId="{92E19A90-BF6D-405A-8F1A-EBA09081562B}" destId="{8F8F323B-1C7D-4BBD-B0DC-60D24B633DC9}" srcOrd="1" destOrd="0" presId="urn:microsoft.com/office/officeart/2005/8/layout/orgChart1"/>
    <dgm:cxn modelId="{2311EF64-9848-4D81-A9EB-6D88B3F993AD}" type="presParOf" srcId="{22D101F0-3B65-4E2F-9BD1-414180D241F8}" destId="{F5872006-1CFE-450D-8422-7306F07B6C3B}" srcOrd="1" destOrd="0" presId="urn:microsoft.com/office/officeart/2005/8/layout/orgChart1"/>
    <dgm:cxn modelId="{DD0D0921-D732-40BF-A150-032EE70830A3}" type="presParOf" srcId="{22D101F0-3B65-4E2F-9BD1-414180D241F8}" destId="{1AA31DEA-34E3-41CA-869B-E9647F017C09}" srcOrd="2" destOrd="0" presId="urn:microsoft.com/office/officeart/2005/8/layout/orgChart1"/>
    <dgm:cxn modelId="{99529EBE-3545-423C-8CC1-DBF3E4D83999}" type="presParOf" srcId="{4D4094BD-818B-4781-B7A0-9F8FB34A9577}" destId="{A44B646B-DBAF-406A-8154-5FF84B5B0F13}" srcOrd="2" destOrd="0" presId="urn:microsoft.com/office/officeart/2005/8/layout/orgChart1"/>
    <dgm:cxn modelId="{785AEF9F-AF4F-423B-A1DF-414EB9754563}" type="presParOf" srcId="{4D4094BD-818B-4781-B7A0-9F8FB34A9577}" destId="{7E8D84A1-B839-4DDB-BC45-3E215AFE2C02}" srcOrd="3" destOrd="0" presId="urn:microsoft.com/office/officeart/2005/8/layout/orgChart1"/>
    <dgm:cxn modelId="{14F72D5A-2E6B-4A57-BDB3-0EAC5F755C5D}" type="presParOf" srcId="{7E8D84A1-B839-4DDB-BC45-3E215AFE2C02}" destId="{79B2835E-C745-44BD-B023-FB3F41F37AEC}" srcOrd="0" destOrd="0" presId="urn:microsoft.com/office/officeart/2005/8/layout/orgChart1"/>
    <dgm:cxn modelId="{DBC5F67A-E614-4C7D-B214-BC3CBF3A554A}" type="presParOf" srcId="{79B2835E-C745-44BD-B023-FB3F41F37AEC}" destId="{E7B61F59-88E2-40AD-B3D0-AABD2DB840D6}" srcOrd="0" destOrd="0" presId="urn:microsoft.com/office/officeart/2005/8/layout/orgChart1"/>
    <dgm:cxn modelId="{0C198E82-EB17-423C-93A0-0E45C7C1C7E4}" type="presParOf" srcId="{79B2835E-C745-44BD-B023-FB3F41F37AEC}" destId="{8344AFE9-17D9-425F-A2E5-DEAA96082A71}" srcOrd="1" destOrd="0" presId="urn:microsoft.com/office/officeart/2005/8/layout/orgChart1"/>
    <dgm:cxn modelId="{AF4E3913-A07C-4C9C-B713-D1C487683D3E}" type="presParOf" srcId="{7E8D84A1-B839-4DDB-BC45-3E215AFE2C02}" destId="{9D66DA5B-C05D-4948-9026-0530746BFF0F}" srcOrd="1" destOrd="0" presId="urn:microsoft.com/office/officeart/2005/8/layout/orgChart1"/>
    <dgm:cxn modelId="{59EB6238-43D9-49B0-B549-28BE8CD9EDCE}" type="presParOf" srcId="{7E8D84A1-B839-4DDB-BC45-3E215AFE2C02}" destId="{521E9CAD-03C9-46EA-B86D-245E379BF3AE}" srcOrd="2" destOrd="0" presId="urn:microsoft.com/office/officeart/2005/8/layout/orgChart1"/>
    <dgm:cxn modelId="{423D7268-C749-4102-9DFE-2A0D57B1AD42}" type="presParOf" srcId="{4D4094BD-818B-4781-B7A0-9F8FB34A9577}" destId="{AC09E610-B3EA-4BE5-9802-512447A67BDC}" srcOrd="4" destOrd="0" presId="urn:microsoft.com/office/officeart/2005/8/layout/orgChart1"/>
    <dgm:cxn modelId="{0113E040-A011-47B1-B889-2B5A43F61EF3}" type="presParOf" srcId="{4D4094BD-818B-4781-B7A0-9F8FB34A9577}" destId="{74C0BA7F-ACD9-4D5D-8F71-BA3DA654D739}" srcOrd="5" destOrd="0" presId="urn:microsoft.com/office/officeart/2005/8/layout/orgChart1"/>
    <dgm:cxn modelId="{E88FA837-FE1B-4A18-8E60-7D20AC6D0BD9}" type="presParOf" srcId="{74C0BA7F-ACD9-4D5D-8F71-BA3DA654D739}" destId="{7B6B34BC-C8F4-4A3B-91B6-D28B497FD156}" srcOrd="0" destOrd="0" presId="urn:microsoft.com/office/officeart/2005/8/layout/orgChart1"/>
    <dgm:cxn modelId="{175FF92F-DF4B-44C4-A5EC-87D0E5D08D6F}" type="presParOf" srcId="{7B6B34BC-C8F4-4A3B-91B6-D28B497FD156}" destId="{0CD7D570-EC5A-45F4-B1D5-6D3015D0EB64}" srcOrd="0" destOrd="0" presId="urn:microsoft.com/office/officeart/2005/8/layout/orgChart1"/>
    <dgm:cxn modelId="{5308F7B6-ABED-4C59-9DD0-D9DF9E9A4374}" type="presParOf" srcId="{7B6B34BC-C8F4-4A3B-91B6-D28B497FD156}" destId="{8AC1AFC9-0F1B-4358-8303-BF761DE6539B}" srcOrd="1" destOrd="0" presId="urn:microsoft.com/office/officeart/2005/8/layout/orgChart1"/>
    <dgm:cxn modelId="{8878A71B-50D4-49FD-B545-7A7BD7FEE288}" type="presParOf" srcId="{74C0BA7F-ACD9-4D5D-8F71-BA3DA654D739}" destId="{65447847-4D6C-4943-8A79-955A6AA02602}" srcOrd="1" destOrd="0" presId="urn:microsoft.com/office/officeart/2005/8/layout/orgChart1"/>
    <dgm:cxn modelId="{90D90D62-38DA-47D2-AAD6-2AEEF70525C7}" type="presParOf" srcId="{74C0BA7F-ACD9-4D5D-8F71-BA3DA654D739}" destId="{59B998EA-94CB-4CA2-B4DB-A45D027E2757}" srcOrd="2" destOrd="0" presId="urn:microsoft.com/office/officeart/2005/8/layout/orgChart1"/>
    <dgm:cxn modelId="{417C70F7-D812-413A-B10E-B06EE861017C}" type="presParOf" srcId="{FD9EE74E-0EED-495C-B455-6A74F3EB2FCA}" destId="{B8BE8545-E5C9-423A-AF91-ABBF486E9BF2}" srcOrd="2" destOrd="0" presId="urn:microsoft.com/office/officeart/2005/8/layout/orgChart1"/>
    <dgm:cxn modelId="{9F5B28FF-59C4-4EB3-A84E-CFF7731F9677}" type="presParOf" srcId="{FE4B1435-F9E4-450E-92CC-E28FA0A3D6EF}" destId="{004F6764-E9E6-457D-827D-BFF36E8F66DE}" srcOrd="4" destOrd="0" presId="urn:microsoft.com/office/officeart/2005/8/layout/orgChart1"/>
    <dgm:cxn modelId="{773C372C-1297-4495-8E92-A8D14AE0C77B}" type="presParOf" srcId="{FE4B1435-F9E4-450E-92CC-E28FA0A3D6EF}" destId="{97A31BEB-8939-4244-B1B4-38B825E49446}" srcOrd="5" destOrd="0" presId="urn:microsoft.com/office/officeart/2005/8/layout/orgChart1"/>
    <dgm:cxn modelId="{3D865EB4-314D-447D-8037-3004B0F667FD}" type="presParOf" srcId="{97A31BEB-8939-4244-B1B4-38B825E49446}" destId="{6A8B43B1-461C-4ECC-982A-4E3684AB1C30}" srcOrd="0" destOrd="0" presId="urn:microsoft.com/office/officeart/2005/8/layout/orgChart1"/>
    <dgm:cxn modelId="{8600A234-7136-4ED6-BD62-68F1D087E68E}" type="presParOf" srcId="{6A8B43B1-461C-4ECC-982A-4E3684AB1C30}" destId="{FFB49FC3-51C9-49C1-9A63-797E91E845F0}" srcOrd="0" destOrd="0" presId="urn:microsoft.com/office/officeart/2005/8/layout/orgChart1"/>
    <dgm:cxn modelId="{1B16A330-732C-4FB5-AC19-21AC5E5407FE}" type="presParOf" srcId="{6A8B43B1-461C-4ECC-982A-4E3684AB1C30}" destId="{C7F21C30-87CF-4418-8359-B6DC5693C4D6}" srcOrd="1" destOrd="0" presId="urn:microsoft.com/office/officeart/2005/8/layout/orgChart1"/>
    <dgm:cxn modelId="{BC121C18-A71A-4DA0-A7B6-2DE66FD2CD7C}" type="presParOf" srcId="{97A31BEB-8939-4244-B1B4-38B825E49446}" destId="{937FD5DD-B48B-43B9-8105-C61456611408}" srcOrd="1" destOrd="0" presId="urn:microsoft.com/office/officeart/2005/8/layout/orgChart1"/>
    <dgm:cxn modelId="{3B059768-B255-400A-9430-6C6C538C1A0C}" type="presParOf" srcId="{97A31BEB-8939-4244-B1B4-38B825E49446}" destId="{052E011E-3C7A-46C3-A614-0E11F0C5922C}" srcOrd="2" destOrd="0" presId="urn:microsoft.com/office/officeart/2005/8/layout/orgChart1"/>
    <dgm:cxn modelId="{DD12197D-F670-44B4-A79D-F61FDFB25DC3}" type="presParOf" srcId="{FE4B1435-F9E4-450E-92CC-E28FA0A3D6EF}" destId="{476E39B0-8183-420B-8924-182B40F4B2B2}" srcOrd="6" destOrd="0" presId="urn:microsoft.com/office/officeart/2005/8/layout/orgChart1"/>
    <dgm:cxn modelId="{806DC936-C3C3-40F1-AAA6-3DDE2942976A}" type="presParOf" srcId="{FE4B1435-F9E4-450E-92CC-E28FA0A3D6EF}" destId="{1288831E-9D83-4EB6-A096-7CC99AE674F9}" srcOrd="7" destOrd="0" presId="urn:microsoft.com/office/officeart/2005/8/layout/orgChart1"/>
    <dgm:cxn modelId="{1166584F-91FA-4CA4-9BBD-ED5FAFFB88EE}" type="presParOf" srcId="{1288831E-9D83-4EB6-A096-7CC99AE674F9}" destId="{D5B695EF-F653-4A1C-AAFD-9A046551FE86}" srcOrd="0" destOrd="0" presId="urn:microsoft.com/office/officeart/2005/8/layout/orgChart1"/>
    <dgm:cxn modelId="{C422611A-CB51-4845-81BE-DEA2F790DD56}" type="presParOf" srcId="{D5B695EF-F653-4A1C-AAFD-9A046551FE86}" destId="{FC15262E-926A-4177-895F-DAE502143AC3}" srcOrd="0" destOrd="0" presId="urn:microsoft.com/office/officeart/2005/8/layout/orgChart1"/>
    <dgm:cxn modelId="{710F0ACA-8DBB-45A5-AD1F-431ABC9956CA}" type="presParOf" srcId="{D5B695EF-F653-4A1C-AAFD-9A046551FE86}" destId="{49C6BC21-BC13-4D4D-9F4C-E06F90948419}" srcOrd="1" destOrd="0" presId="urn:microsoft.com/office/officeart/2005/8/layout/orgChart1"/>
    <dgm:cxn modelId="{DA430CB0-FE98-4225-8039-06DCF1BC8BC1}" type="presParOf" srcId="{1288831E-9D83-4EB6-A096-7CC99AE674F9}" destId="{55C0496B-9E00-4E86-BEF5-06AF1B39A41D}" srcOrd="1" destOrd="0" presId="urn:microsoft.com/office/officeart/2005/8/layout/orgChart1"/>
    <dgm:cxn modelId="{68EDE037-E8DB-4B28-924C-F60C9F23D509}" type="presParOf" srcId="{1288831E-9D83-4EB6-A096-7CC99AE674F9}" destId="{FDFD8577-A3AB-49F2-A8AE-D86482589EC8}" srcOrd="2" destOrd="0" presId="urn:microsoft.com/office/officeart/2005/8/layout/orgChart1"/>
    <dgm:cxn modelId="{FC9D7252-D79A-496A-A76C-5AC09B8660E9}" type="presParOf" srcId="{FE4B1435-F9E4-450E-92CC-E28FA0A3D6EF}" destId="{B7CF7AAC-1DFA-457D-AAB6-9F51D90812D4}" srcOrd="8" destOrd="0" presId="urn:microsoft.com/office/officeart/2005/8/layout/orgChart1"/>
    <dgm:cxn modelId="{80AC21CB-9472-43B3-AA34-0BBA9BF1E8DF}" type="presParOf" srcId="{FE4B1435-F9E4-450E-92CC-E28FA0A3D6EF}" destId="{204FDC0E-DF7C-4484-83F8-CC49E416F3E4}" srcOrd="9" destOrd="0" presId="urn:microsoft.com/office/officeart/2005/8/layout/orgChart1"/>
    <dgm:cxn modelId="{14051F13-5208-4404-AFB7-50629D5A1964}" type="presParOf" srcId="{204FDC0E-DF7C-4484-83F8-CC49E416F3E4}" destId="{7CA23FC6-3BF3-4684-A03D-D685A9F58AAA}" srcOrd="0" destOrd="0" presId="urn:microsoft.com/office/officeart/2005/8/layout/orgChart1"/>
    <dgm:cxn modelId="{E6A3D7C2-1EBB-4353-BFE9-394FE9B9BF24}" type="presParOf" srcId="{7CA23FC6-3BF3-4684-A03D-D685A9F58AAA}" destId="{82C29720-77A8-44DA-B5B6-0323559E53AA}" srcOrd="0" destOrd="0" presId="urn:microsoft.com/office/officeart/2005/8/layout/orgChart1"/>
    <dgm:cxn modelId="{BEA0BA91-8AF3-452F-8658-71459D708F73}" type="presParOf" srcId="{7CA23FC6-3BF3-4684-A03D-D685A9F58AAA}" destId="{34F11E15-08C5-4C5A-9C9F-851546B5E790}" srcOrd="1" destOrd="0" presId="urn:microsoft.com/office/officeart/2005/8/layout/orgChart1"/>
    <dgm:cxn modelId="{D344E691-AABF-4521-84DE-5992BEC638ED}" type="presParOf" srcId="{204FDC0E-DF7C-4484-83F8-CC49E416F3E4}" destId="{96E27380-E588-4867-A683-97F2EE91AEC5}" srcOrd="1" destOrd="0" presId="urn:microsoft.com/office/officeart/2005/8/layout/orgChart1"/>
    <dgm:cxn modelId="{6CB629C4-D020-4E85-8FC0-E02F44AFFC11}" type="presParOf" srcId="{204FDC0E-DF7C-4484-83F8-CC49E416F3E4}" destId="{239DC33B-2C21-499F-B76F-AB684FF12167}" srcOrd="2" destOrd="0" presId="urn:microsoft.com/office/officeart/2005/8/layout/orgChart1"/>
    <dgm:cxn modelId="{D433E878-F54E-40B5-B0FB-F5EE9EA431ED}" type="presParOf" srcId="{9879C1CE-504E-40B1-8A7F-EAFCD27842B2}" destId="{F152FC7F-C946-40A3-81CB-11BA0B99885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637CDB-3D22-42CA-8B6D-653669109C0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0ECDFED0-7DD1-43D7-A771-2D08D3A351A0}">
      <dgm:prSet phldrT="[Texte]" custT="1"/>
      <dgm:spPr/>
      <dgm:t>
        <a:bodyPr/>
        <a:lstStyle/>
        <a:p>
          <a:r>
            <a:rPr lang="fr-CA" sz="800" dirty="0"/>
            <a:t>Accueil</a:t>
          </a:r>
        </a:p>
      </dgm:t>
    </dgm:pt>
    <dgm:pt modelId="{832BB869-B97D-424C-B939-07DF6A8D2F79}" type="parTrans" cxnId="{B77D619E-DC81-4E91-81EF-CF0576CEF745}">
      <dgm:prSet/>
      <dgm:spPr/>
      <dgm:t>
        <a:bodyPr/>
        <a:lstStyle/>
        <a:p>
          <a:endParaRPr lang="fr-CA"/>
        </a:p>
      </dgm:t>
    </dgm:pt>
    <dgm:pt modelId="{D9E346F3-B8D2-43E3-8E41-E13B9FB3F132}" type="sibTrans" cxnId="{B77D619E-DC81-4E91-81EF-CF0576CEF745}">
      <dgm:prSet/>
      <dgm:spPr/>
      <dgm:t>
        <a:bodyPr/>
        <a:lstStyle/>
        <a:p>
          <a:endParaRPr lang="fr-CA"/>
        </a:p>
      </dgm:t>
    </dgm:pt>
    <dgm:pt modelId="{D2516127-9977-4645-90DE-B51E337EED68}">
      <dgm:prSet phldrT="[Texte]" custT="1"/>
      <dgm:spPr/>
      <dgm:t>
        <a:bodyPr/>
        <a:lstStyle/>
        <a:p>
          <a:r>
            <a:rPr lang="fr-CA" sz="800" dirty="0"/>
            <a:t>Gynéco</a:t>
          </a:r>
        </a:p>
      </dgm:t>
    </dgm:pt>
    <dgm:pt modelId="{FA460EB5-1CAC-4044-B7F9-7376C9303005}" type="parTrans" cxnId="{70D98533-67B7-4FDA-94DC-580A342E0A3F}">
      <dgm:prSet/>
      <dgm:spPr/>
      <dgm:t>
        <a:bodyPr/>
        <a:lstStyle/>
        <a:p>
          <a:endParaRPr lang="fr-CA"/>
        </a:p>
      </dgm:t>
    </dgm:pt>
    <dgm:pt modelId="{6312A567-BA4F-4273-BD6F-41FE62CCC420}" type="sibTrans" cxnId="{70D98533-67B7-4FDA-94DC-580A342E0A3F}">
      <dgm:prSet/>
      <dgm:spPr/>
      <dgm:t>
        <a:bodyPr/>
        <a:lstStyle/>
        <a:p>
          <a:endParaRPr lang="fr-CA"/>
        </a:p>
      </dgm:t>
    </dgm:pt>
    <dgm:pt modelId="{DEAE6BE4-95EC-4A04-B716-D8291C41433B}">
      <dgm:prSet phldrT="[Texte]" custT="1"/>
      <dgm:spPr/>
      <dgm:t>
        <a:bodyPr/>
        <a:lstStyle/>
        <a:p>
          <a:r>
            <a:rPr lang="fr-CA" sz="800" dirty="0"/>
            <a:t>Suivi </a:t>
          </a:r>
          <a:br>
            <a:rPr lang="fr-CA" sz="800" dirty="0"/>
          </a:br>
          <a:r>
            <a:rPr lang="fr-CA" sz="800" dirty="0"/>
            <a:t>grossesse</a:t>
          </a:r>
        </a:p>
      </dgm:t>
    </dgm:pt>
    <dgm:pt modelId="{0CF3E61C-0B46-4AC5-8DFD-C8CD8E8D7DE2}" type="parTrans" cxnId="{F1B4B28A-E9B3-4CD1-B6DC-9D9CB45F2CCA}">
      <dgm:prSet/>
      <dgm:spPr/>
      <dgm:t>
        <a:bodyPr/>
        <a:lstStyle/>
        <a:p>
          <a:endParaRPr lang="fr-CA"/>
        </a:p>
      </dgm:t>
    </dgm:pt>
    <dgm:pt modelId="{FAAFAE01-D010-49DE-B2FA-CA99C2AA3C9D}" type="sibTrans" cxnId="{F1B4B28A-E9B3-4CD1-B6DC-9D9CB45F2CCA}">
      <dgm:prSet/>
      <dgm:spPr/>
      <dgm:t>
        <a:bodyPr/>
        <a:lstStyle/>
        <a:p>
          <a:endParaRPr lang="fr-CA"/>
        </a:p>
      </dgm:t>
    </dgm:pt>
    <dgm:pt modelId="{8BED98DA-058F-4063-B7A3-8AA16C41CD1D}">
      <dgm:prSet phldrT="[Texte]" custT="1"/>
      <dgm:spPr/>
      <dgm:t>
        <a:bodyPr/>
        <a:lstStyle/>
        <a:p>
          <a:r>
            <a:rPr lang="fr-CA" sz="800" dirty="0"/>
            <a:t>Rééducation</a:t>
          </a:r>
        </a:p>
      </dgm:t>
    </dgm:pt>
    <dgm:pt modelId="{6122708C-DCD2-46AB-A4D6-A9DDD36083B7}" type="parTrans" cxnId="{1475D7E6-4A38-4462-97C4-AE7E94D6149B}">
      <dgm:prSet/>
      <dgm:spPr/>
      <dgm:t>
        <a:bodyPr/>
        <a:lstStyle/>
        <a:p>
          <a:endParaRPr lang="fr-CA"/>
        </a:p>
      </dgm:t>
    </dgm:pt>
    <dgm:pt modelId="{BB534C12-FD20-4EE8-869A-34DB920ABB42}" type="sibTrans" cxnId="{1475D7E6-4A38-4462-97C4-AE7E94D6149B}">
      <dgm:prSet/>
      <dgm:spPr/>
      <dgm:t>
        <a:bodyPr/>
        <a:lstStyle/>
        <a:p>
          <a:endParaRPr lang="fr-CA"/>
        </a:p>
      </dgm:t>
    </dgm:pt>
    <dgm:pt modelId="{4C8DA161-E050-41D6-89CB-912F6234AAA8}">
      <dgm:prSet phldrT="[Texte]" custT="1"/>
      <dgm:spPr/>
      <dgm:t>
        <a:bodyPr/>
        <a:lstStyle/>
        <a:p>
          <a:r>
            <a:rPr lang="fr-CA" sz="800" dirty="0"/>
            <a:t>Types de suivis</a:t>
          </a:r>
        </a:p>
      </dgm:t>
    </dgm:pt>
    <dgm:pt modelId="{D53F80C4-ADB7-4573-B1A7-B88EA030ABAE}" type="parTrans" cxnId="{4BC24F78-0622-4899-B42A-2155ECB21115}">
      <dgm:prSet/>
      <dgm:spPr/>
      <dgm:t>
        <a:bodyPr/>
        <a:lstStyle/>
        <a:p>
          <a:endParaRPr lang="fr-CA"/>
        </a:p>
      </dgm:t>
    </dgm:pt>
    <dgm:pt modelId="{4BF15FDF-0AEA-4E36-A4F7-03956FFC07B0}" type="sibTrans" cxnId="{4BC24F78-0622-4899-B42A-2155ECB21115}">
      <dgm:prSet/>
      <dgm:spPr/>
      <dgm:t>
        <a:bodyPr/>
        <a:lstStyle/>
        <a:p>
          <a:endParaRPr lang="fr-CA"/>
        </a:p>
      </dgm:t>
    </dgm:pt>
    <dgm:pt modelId="{0502E5E1-4B75-4EE2-8641-E9B820948EB2}">
      <dgm:prSet phldrT="[Texte]" custT="1"/>
      <dgm:spPr/>
      <dgm:t>
        <a:bodyPr/>
        <a:lstStyle/>
        <a:p>
          <a:r>
            <a:rPr lang="fr-CA" sz="800" dirty="0"/>
            <a:t>Diag et monitoring</a:t>
          </a:r>
        </a:p>
      </dgm:t>
    </dgm:pt>
    <dgm:pt modelId="{52FD1E9E-2929-4CD5-B6B1-282E14C88ABB}" type="parTrans" cxnId="{5C9E9655-542A-4E51-9012-51857E70534E}">
      <dgm:prSet/>
      <dgm:spPr/>
      <dgm:t>
        <a:bodyPr/>
        <a:lstStyle/>
        <a:p>
          <a:endParaRPr lang="fr-CA"/>
        </a:p>
      </dgm:t>
    </dgm:pt>
    <dgm:pt modelId="{539CDBC3-8545-40D4-B7AF-9192617AE31F}" type="sibTrans" cxnId="{5C9E9655-542A-4E51-9012-51857E70534E}">
      <dgm:prSet/>
      <dgm:spPr/>
      <dgm:t>
        <a:bodyPr/>
        <a:lstStyle/>
        <a:p>
          <a:endParaRPr lang="fr-CA"/>
        </a:p>
      </dgm:t>
    </dgm:pt>
    <dgm:pt modelId="{F4025F55-7EBA-4E10-A1FA-33DF7998FB1E}">
      <dgm:prSet phldrT="[Texte]" custT="1"/>
      <dgm:spPr/>
      <dgm:t>
        <a:bodyPr/>
        <a:lstStyle/>
        <a:p>
          <a:r>
            <a:rPr lang="fr-CA" sz="800" dirty="0"/>
            <a:t>Questions?</a:t>
          </a:r>
        </a:p>
      </dgm:t>
    </dgm:pt>
    <dgm:pt modelId="{6A648450-62FB-4597-BF17-EF93FC2525EF}" type="parTrans" cxnId="{4B6D7B10-79FA-426A-B010-DE865A1B1776}">
      <dgm:prSet/>
      <dgm:spPr/>
      <dgm:t>
        <a:bodyPr/>
        <a:lstStyle/>
        <a:p>
          <a:endParaRPr lang="fr-CA"/>
        </a:p>
      </dgm:t>
    </dgm:pt>
    <dgm:pt modelId="{448903CF-D0C2-4F42-ADDF-E5461B6824E9}" type="sibTrans" cxnId="{4B6D7B10-79FA-426A-B010-DE865A1B1776}">
      <dgm:prSet/>
      <dgm:spPr/>
      <dgm:t>
        <a:bodyPr/>
        <a:lstStyle/>
        <a:p>
          <a:endParaRPr lang="fr-CA"/>
        </a:p>
      </dgm:t>
    </dgm:pt>
    <dgm:pt modelId="{6680618D-3BC7-47E1-875C-153D55D206BE}">
      <dgm:prSet phldrT="[Texte]" custT="1"/>
      <dgm:spPr/>
      <dgm:t>
        <a:bodyPr/>
        <a:lstStyle/>
        <a:p>
          <a:r>
            <a:rPr lang="fr-CA" sz="800" dirty="0"/>
            <a:t>Relation Parent/enfant</a:t>
          </a:r>
        </a:p>
      </dgm:t>
    </dgm:pt>
    <dgm:pt modelId="{CAD07D60-9F28-4970-A6CD-0DDB07B7B0A2}" type="parTrans" cxnId="{749F7D24-7F0B-4DB0-9825-1F3479B1A8B5}">
      <dgm:prSet/>
      <dgm:spPr/>
      <dgm:t>
        <a:bodyPr/>
        <a:lstStyle/>
        <a:p>
          <a:endParaRPr lang="fr-CA"/>
        </a:p>
      </dgm:t>
    </dgm:pt>
    <dgm:pt modelId="{48F23B2D-371C-4FF8-B028-240072A3B6A7}" type="sibTrans" cxnId="{749F7D24-7F0B-4DB0-9825-1F3479B1A8B5}">
      <dgm:prSet/>
      <dgm:spPr/>
      <dgm:t>
        <a:bodyPr/>
        <a:lstStyle/>
        <a:p>
          <a:endParaRPr lang="fr-CA"/>
        </a:p>
      </dgm:t>
    </dgm:pt>
    <dgm:pt modelId="{08752D38-BEFF-4175-A430-D63EE77DF299}">
      <dgm:prSet phldrT="[Texte]" custT="1"/>
      <dgm:spPr/>
      <dgm:t>
        <a:bodyPr/>
        <a:lstStyle/>
        <a:p>
          <a:r>
            <a:rPr lang="fr-CA" sz="800" dirty="0"/>
            <a:t>Préparation naissance</a:t>
          </a:r>
        </a:p>
      </dgm:t>
    </dgm:pt>
    <dgm:pt modelId="{A722ED22-4D83-4F9F-9A76-36040C118C8E}" type="parTrans" cxnId="{FC0421C6-4F01-45EC-8C55-38D0DDB90C86}">
      <dgm:prSet/>
      <dgm:spPr/>
      <dgm:t>
        <a:bodyPr/>
        <a:lstStyle/>
        <a:p>
          <a:endParaRPr lang="fr-CA"/>
        </a:p>
      </dgm:t>
    </dgm:pt>
    <dgm:pt modelId="{AFE145C5-017F-4E28-8956-544F661FD7D3}" type="sibTrans" cxnId="{FC0421C6-4F01-45EC-8C55-38D0DDB90C86}">
      <dgm:prSet/>
      <dgm:spPr/>
      <dgm:t>
        <a:bodyPr/>
        <a:lstStyle/>
        <a:p>
          <a:endParaRPr lang="fr-CA"/>
        </a:p>
      </dgm:t>
    </dgm:pt>
    <dgm:pt modelId="{B857748E-C80A-48AC-BC33-BCC16EC6CBA1}">
      <dgm:prSet phldrT="[Texte]" custT="1"/>
      <dgm:spPr/>
      <dgm:t>
        <a:bodyPr/>
        <a:lstStyle/>
        <a:p>
          <a:r>
            <a:rPr lang="fr-CA" sz="800" dirty="0"/>
            <a:t>Autres services</a:t>
          </a:r>
        </a:p>
      </dgm:t>
    </dgm:pt>
    <dgm:pt modelId="{EC957906-42D0-4A38-997D-A84B3425C032}" type="parTrans" cxnId="{9DE8B33E-D93A-4C87-B658-6EE91CE0EA13}">
      <dgm:prSet/>
      <dgm:spPr/>
      <dgm:t>
        <a:bodyPr/>
        <a:lstStyle/>
        <a:p>
          <a:endParaRPr lang="fr-CA"/>
        </a:p>
      </dgm:t>
    </dgm:pt>
    <dgm:pt modelId="{34809B07-CB79-466D-B158-BF3E5393C027}" type="sibTrans" cxnId="{9DE8B33E-D93A-4C87-B658-6EE91CE0EA13}">
      <dgm:prSet/>
      <dgm:spPr/>
      <dgm:t>
        <a:bodyPr/>
        <a:lstStyle/>
        <a:p>
          <a:endParaRPr lang="fr-CA"/>
        </a:p>
      </dgm:t>
    </dgm:pt>
    <dgm:pt modelId="{0356BA83-CBB0-45FB-BB58-E0958E1545D5}" type="pres">
      <dgm:prSet presAssocID="{86637CDB-3D22-42CA-8B6D-653669109C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879C1CE-504E-40B1-8A7F-EAFCD27842B2}" type="pres">
      <dgm:prSet presAssocID="{0ECDFED0-7DD1-43D7-A771-2D08D3A351A0}" presName="hierRoot1" presStyleCnt="0">
        <dgm:presLayoutVars>
          <dgm:hierBranch val="init"/>
        </dgm:presLayoutVars>
      </dgm:prSet>
      <dgm:spPr/>
    </dgm:pt>
    <dgm:pt modelId="{F0316472-86A7-4A59-929D-1E19DC65CF79}" type="pres">
      <dgm:prSet presAssocID="{0ECDFED0-7DD1-43D7-A771-2D08D3A351A0}" presName="rootComposite1" presStyleCnt="0"/>
      <dgm:spPr/>
    </dgm:pt>
    <dgm:pt modelId="{688530AD-A2B3-4368-B4DF-2C9CAD4A25ED}" type="pres">
      <dgm:prSet presAssocID="{0ECDFED0-7DD1-43D7-A771-2D08D3A351A0}" presName="rootText1" presStyleLbl="node0" presStyleIdx="0" presStyleCnt="1">
        <dgm:presLayoutVars>
          <dgm:chPref val="3"/>
        </dgm:presLayoutVars>
      </dgm:prSet>
      <dgm:spPr/>
    </dgm:pt>
    <dgm:pt modelId="{CBCEC5CD-E36D-4F84-96CA-AB615CEB9620}" type="pres">
      <dgm:prSet presAssocID="{0ECDFED0-7DD1-43D7-A771-2D08D3A351A0}" presName="rootConnector1" presStyleLbl="node1" presStyleIdx="0" presStyleCnt="0"/>
      <dgm:spPr/>
    </dgm:pt>
    <dgm:pt modelId="{FE4B1435-F9E4-450E-92CC-E28FA0A3D6EF}" type="pres">
      <dgm:prSet presAssocID="{0ECDFED0-7DD1-43D7-A771-2D08D3A351A0}" presName="hierChild2" presStyleCnt="0"/>
      <dgm:spPr/>
    </dgm:pt>
    <dgm:pt modelId="{B2A2F13F-06FD-486F-B82B-09A2FB245197}" type="pres">
      <dgm:prSet presAssocID="{FA460EB5-1CAC-4044-B7F9-7376C9303005}" presName="Name37" presStyleLbl="parChTrans1D2" presStyleIdx="0" presStyleCnt="6"/>
      <dgm:spPr/>
    </dgm:pt>
    <dgm:pt modelId="{E423A45D-C03A-4197-BD91-BC9571DE3138}" type="pres">
      <dgm:prSet presAssocID="{D2516127-9977-4645-90DE-B51E337EED68}" presName="hierRoot2" presStyleCnt="0">
        <dgm:presLayoutVars>
          <dgm:hierBranch val="init"/>
        </dgm:presLayoutVars>
      </dgm:prSet>
      <dgm:spPr/>
    </dgm:pt>
    <dgm:pt modelId="{CECD7792-FEAC-4D03-B009-83D259C48B8A}" type="pres">
      <dgm:prSet presAssocID="{D2516127-9977-4645-90DE-B51E337EED68}" presName="rootComposite" presStyleCnt="0"/>
      <dgm:spPr/>
    </dgm:pt>
    <dgm:pt modelId="{E6855C67-FB5D-48CA-92D2-70CB90D32C78}" type="pres">
      <dgm:prSet presAssocID="{D2516127-9977-4645-90DE-B51E337EED68}" presName="rootText" presStyleLbl="node2" presStyleIdx="0" presStyleCnt="6">
        <dgm:presLayoutVars>
          <dgm:chPref val="3"/>
        </dgm:presLayoutVars>
      </dgm:prSet>
      <dgm:spPr/>
    </dgm:pt>
    <dgm:pt modelId="{8FC758E8-1F32-4D19-8A0C-8B1A0A9B3E2F}" type="pres">
      <dgm:prSet presAssocID="{D2516127-9977-4645-90DE-B51E337EED68}" presName="rootConnector" presStyleLbl="node2" presStyleIdx="0" presStyleCnt="6"/>
      <dgm:spPr/>
    </dgm:pt>
    <dgm:pt modelId="{D27756EE-279D-4C32-B465-3EB41E5B6306}" type="pres">
      <dgm:prSet presAssocID="{D2516127-9977-4645-90DE-B51E337EED68}" presName="hierChild4" presStyleCnt="0"/>
      <dgm:spPr/>
    </dgm:pt>
    <dgm:pt modelId="{8015D55C-FBFB-41C3-8913-F52405C4AE49}" type="pres">
      <dgm:prSet presAssocID="{D2516127-9977-4645-90DE-B51E337EED68}" presName="hierChild5" presStyleCnt="0"/>
      <dgm:spPr/>
    </dgm:pt>
    <dgm:pt modelId="{27478033-0891-4D1B-ACD9-44D06DB6D0A7}" type="pres">
      <dgm:prSet presAssocID="{0CF3E61C-0B46-4AC5-8DFD-C8CD8E8D7DE2}" presName="Name37" presStyleLbl="parChTrans1D2" presStyleIdx="1" presStyleCnt="6"/>
      <dgm:spPr/>
    </dgm:pt>
    <dgm:pt modelId="{FD9EE74E-0EED-495C-B455-6A74F3EB2FCA}" type="pres">
      <dgm:prSet presAssocID="{DEAE6BE4-95EC-4A04-B716-D8291C41433B}" presName="hierRoot2" presStyleCnt="0">
        <dgm:presLayoutVars>
          <dgm:hierBranch val="init"/>
        </dgm:presLayoutVars>
      </dgm:prSet>
      <dgm:spPr/>
    </dgm:pt>
    <dgm:pt modelId="{EAC8D162-F496-4117-ADA3-93FB68841C7A}" type="pres">
      <dgm:prSet presAssocID="{DEAE6BE4-95EC-4A04-B716-D8291C41433B}" presName="rootComposite" presStyleCnt="0"/>
      <dgm:spPr/>
    </dgm:pt>
    <dgm:pt modelId="{FF898ABD-D14C-4AFF-B2E5-EBFEB6568E39}" type="pres">
      <dgm:prSet presAssocID="{DEAE6BE4-95EC-4A04-B716-D8291C41433B}" presName="rootText" presStyleLbl="node2" presStyleIdx="1" presStyleCnt="6">
        <dgm:presLayoutVars>
          <dgm:chPref val="3"/>
        </dgm:presLayoutVars>
      </dgm:prSet>
      <dgm:spPr/>
    </dgm:pt>
    <dgm:pt modelId="{CF25F051-7B84-43C3-90A9-CD55BE1BD2EF}" type="pres">
      <dgm:prSet presAssocID="{DEAE6BE4-95EC-4A04-B716-D8291C41433B}" presName="rootConnector" presStyleLbl="node2" presStyleIdx="1" presStyleCnt="6"/>
      <dgm:spPr/>
    </dgm:pt>
    <dgm:pt modelId="{4D4094BD-818B-4781-B7A0-9F8FB34A9577}" type="pres">
      <dgm:prSet presAssocID="{DEAE6BE4-95EC-4A04-B716-D8291C41433B}" presName="hierChild4" presStyleCnt="0"/>
      <dgm:spPr/>
    </dgm:pt>
    <dgm:pt modelId="{D8DA5AF5-5FA5-4F47-9FF5-50B508822A03}" type="pres">
      <dgm:prSet presAssocID="{D53F80C4-ADB7-4573-B1A7-B88EA030ABAE}" presName="Name37" presStyleLbl="parChTrans1D3" presStyleIdx="0" presStyleCnt="3"/>
      <dgm:spPr/>
    </dgm:pt>
    <dgm:pt modelId="{22D101F0-3B65-4E2F-9BD1-414180D241F8}" type="pres">
      <dgm:prSet presAssocID="{4C8DA161-E050-41D6-89CB-912F6234AAA8}" presName="hierRoot2" presStyleCnt="0">
        <dgm:presLayoutVars>
          <dgm:hierBranch val="init"/>
        </dgm:presLayoutVars>
      </dgm:prSet>
      <dgm:spPr/>
    </dgm:pt>
    <dgm:pt modelId="{92E19A90-BF6D-405A-8F1A-EBA09081562B}" type="pres">
      <dgm:prSet presAssocID="{4C8DA161-E050-41D6-89CB-912F6234AAA8}" presName="rootComposite" presStyleCnt="0"/>
      <dgm:spPr/>
    </dgm:pt>
    <dgm:pt modelId="{731ECF89-E52B-47F6-BD6C-33F00C62A91C}" type="pres">
      <dgm:prSet presAssocID="{4C8DA161-E050-41D6-89CB-912F6234AAA8}" presName="rootText" presStyleLbl="node3" presStyleIdx="0" presStyleCnt="3">
        <dgm:presLayoutVars>
          <dgm:chPref val="3"/>
        </dgm:presLayoutVars>
      </dgm:prSet>
      <dgm:spPr/>
    </dgm:pt>
    <dgm:pt modelId="{8F8F323B-1C7D-4BBD-B0DC-60D24B633DC9}" type="pres">
      <dgm:prSet presAssocID="{4C8DA161-E050-41D6-89CB-912F6234AAA8}" presName="rootConnector" presStyleLbl="node3" presStyleIdx="0" presStyleCnt="3"/>
      <dgm:spPr/>
    </dgm:pt>
    <dgm:pt modelId="{F5872006-1CFE-450D-8422-7306F07B6C3B}" type="pres">
      <dgm:prSet presAssocID="{4C8DA161-E050-41D6-89CB-912F6234AAA8}" presName="hierChild4" presStyleCnt="0"/>
      <dgm:spPr/>
    </dgm:pt>
    <dgm:pt modelId="{1AA31DEA-34E3-41CA-869B-E9647F017C09}" type="pres">
      <dgm:prSet presAssocID="{4C8DA161-E050-41D6-89CB-912F6234AAA8}" presName="hierChild5" presStyleCnt="0"/>
      <dgm:spPr/>
    </dgm:pt>
    <dgm:pt modelId="{A44B646B-DBAF-406A-8154-5FF84B5B0F13}" type="pres">
      <dgm:prSet presAssocID="{52FD1E9E-2929-4CD5-B6B1-282E14C88ABB}" presName="Name37" presStyleLbl="parChTrans1D3" presStyleIdx="1" presStyleCnt="3"/>
      <dgm:spPr/>
    </dgm:pt>
    <dgm:pt modelId="{7E8D84A1-B839-4DDB-BC45-3E215AFE2C02}" type="pres">
      <dgm:prSet presAssocID="{0502E5E1-4B75-4EE2-8641-E9B820948EB2}" presName="hierRoot2" presStyleCnt="0">
        <dgm:presLayoutVars>
          <dgm:hierBranch val="init"/>
        </dgm:presLayoutVars>
      </dgm:prSet>
      <dgm:spPr/>
    </dgm:pt>
    <dgm:pt modelId="{79B2835E-C745-44BD-B023-FB3F41F37AEC}" type="pres">
      <dgm:prSet presAssocID="{0502E5E1-4B75-4EE2-8641-E9B820948EB2}" presName="rootComposite" presStyleCnt="0"/>
      <dgm:spPr/>
    </dgm:pt>
    <dgm:pt modelId="{E7B61F59-88E2-40AD-B3D0-AABD2DB840D6}" type="pres">
      <dgm:prSet presAssocID="{0502E5E1-4B75-4EE2-8641-E9B820948EB2}" presName="rootText" presStyleLbl="node3" presStyleIdx="1" presStyleCnt="3">
        <dgm:presLayoutVars>
          <dgm:chPref val="3"/>
        </dgm:presLayoutVars>
      </dgm:prSet>
      <dgm:spPr/>
    </dgm:pt>
    <dgm:pt modelId="{8344AFE9-17D9-425F-A2E5-DEAA96082A71}" type="pres">
      <dgm:prSet presAssocID="{0502E5E1-4B75-4EE2-8641-E9B820948EB2}" presName="rootConnector" presStyleLbl="node3" presStyleIdx="1" presStyleCnt="3"/>
      <dgm:spPr/>
    </dgm:pt>
    <dgm:pt modelId="{9D66DA5B-C05D-4948-9026-0530746BFF0F}" type="pres">
      <dgm:prSet presAssocID="{0502E5E1-4B75-4EE2-8641-E9B820948EB2}" presName="hierChild4" presStyleCnt="0"/>
      <dgm:spPr/>
    </dgm:pt>
    <dgm:pt modelId="{521E9CAD-03C9-46EA-B86D-245E379BF3AE}" type="pres">
      <dgm:prSet presAssocID="{0502E5E1-4B75-4EE2-8641-E9B820948EB2}" presName="hierChild5" presStyleCnt="0"/>
      <dgm:spPr/>
    </dgm:pt>
    <dgm:pt modelId="{AC09E610-B3EA-4BE5-9802-512447A67BDC}" type="pres">
      <dgm:prSet presAssocID="{6A648450-62FB-4597-BF17-EF93FC2525EF}" presName="Name37" presStyleLbl="parChTrans1D3" presStyleIdx="2" presStyleCnt="3"/>
      <dgm:spPr/>
    </dgm:pt>
    <dgm:pt modelId="{74C0BA7F-ACD9-4D5D-8F71-BA3DA654D739}" type="pres">
      <dgm:prSet presAssocID="{F4025F55-7EBA-4E10-A1FA-33DF7998FB1E}" presName="hierRoot2" presStyleCnt="0">
        <dgm:presLayoutVars>
          <dgm:hierBranch val="init"/>
        </dgm:presLayoutVars>
      </dgm:prSet>
      <dgm:spPr/>
    </dgm:pt>
    <dgm:pt modelId="{7B6B34BC-C8F4-4A3B-91B6-D28B497FD156}" type="pres">
      <dgm:prSet presAssocID="{F4025F55-7EBA-4E10-A1FA-33DF7998FB1E}" presName="rootComposite" presStyleCnt="0"/>
      <dgm:spPr/>
    </dgm:pt>
    <dgm:pt modelId="{0CD7D570-EC5A-45F4-B1D5-6D3015D0EB64}" type="pres">
      <dgm:prSet presAssocID="{F4025F55-7EBA-4E10-A1FA-33DF7998FB1E}" presName="rootText" presStyleLbl="node3" presStyleIdx="2" presStyleCnt="3">
        <dgm:presLayoutVars>
          <dgm:chPref val="3"/>
        </dgm:presLayoutVars>
      </dgm:prSet>
      <dgm:spPr/>
    </dgm:pt>
    <dgm:pt modelId="{8AC1AFC9-0F1B-4358-8303-BF761DE6539B}" type="pres">
      <dgm:prSet presAssocID="{F4025F55-7EBA-4E10-A1FA-33DF7998FB1E}" presName="rootConnector" presStyleLbl="node3" presStyleIdx="2" presStyleCnt="3"/>
      <dgm:spPr/>
    </dgm:pt>
    <dgm:pt modelId="{65447847-4D6C-4943-8A79-955A6AA02602}" type="pres">
      <dgm:prSet presAssocID="{F4025F55-7EBA-4E10-A1FA-33DF7998FB1E}" presName="hierChild4" presStyleCnt="0"/>
      <dgm:spPr/>
    </dgm:pt>
    <dgm:pt modelId="{59B998EA-94CB-4CA2-B4DB-A45D027E2757}" type="pres">
      <dgm:prSet presAssocID="{F4025F55-7EBA-4E10-A1FA-33DF7998FB1E}" presName="hierChild5" presStyleCnt="0"/>
      <dgm:spPr/>
    </dgm:pt>
    <dgm:pt modelId="{B8BE8545-E5C9-423A-AF91-ABBF486E9BF2}" type="pres">
      <dgm:prSet presAssocID="{DEAE6BE4-95EC-4A04-B716-D8291C41433B}" presName="hierChild5" presStyleCnt="0"/>
      <dgm:spPr/>
    </dgm:pt>
    <dgm:pt modelId="{004F6764-E9E6-457D-827D-BFF36E8F66DE}" type="pres">
      <dgm:prSet presAssocID="{A722ED22-4D83-4F9F-9A76-36040C118C8E}" presName="Name37" presStyleLbl="parChTrans1D2" presStyleIdx="2" presStyleCnt="6"/>
      <dgm:spPr/>
    </dgm:pt>
    <dgm:pt modelId="{97A31BEB-8939-4244-B1B4-38B825E49446}" type="pres">
      <dgm:prSet presAssocID="{08752D38-BEFF-4175-A430-D63EE77DF299}" presName="hierRoot2" presStyleCnt="0">
        <dgm:presLayoutVars>
          <dgm:hierBranch val="init"/>
        </dgm:presLayoutVars>
      </dgm:prSet>
      <dgm:spPr/>
    </dgm:pt>
    <dgm:pt modelId="{6A8B43B1-461C-4ECC-982A-4E3684AB1C30}" type="pres">
      <dgm:prSet presAssocID="{08752D38-BEFF-4175-A430-D63EE77DF299}" presName="rootComposite" presStyleCnt="0"/>
      <dgm:spPr/>
    </dgm:pt>
    <dgm:pt modelId="{FFB49FC3-51C9-49C1-9A63-797E91E845F0}" type="pres">
      <dgm:prSet presAssocID="{08752D38-BEFF-4175-A430-D63EE77DF299}" presName="rootText" presStyleLbl="node2" presStyleIdx="2" presStyleCnt="6">
        <dgm:presLayoutVars>
          <dgm:chPref val="3"/>
        </dgm:presLayoutVars>
      </dgm:prSet>
      <dgm:spPr/>
    </dgm:pt>
    <dgm:pt modelId="{C7F21C30-87CF-4418-8359-B6DC5693C4D6}" type="pres">
      <dgm:prSet presAssocID="{08752D38-BEFF-4175-A430-D63EE77DF299}" presName="rootConnector" presStyleLbl="node2" presStyleIdx="2" presStyleCnt="6"/>
      <dgm:spPr/>
    </dgm:pt>
    <dgm:pt modelId="{937FD5DD-B48B-43B9-8105-C61456611408}" type="pres">
      <dgm:prSet presAssocID="{08752D38-BEFF-4175-A430-D63EE77DF299}" presName="hierChild4" presStyleCnt="0"/>
      <dgm:spPr/>
    </dgm:pt>
    <dgm:pt modelId="{052E011E-3C7A-46C3-A614-0E11F0C5922C}" type="pres">
      <dgm:prSet presAssocID="{08752D38-BEFF-4175-A430-D63EE77DF299}" presName="hierChild5" presStyleCnt="0"/>
      <dgm:spPr/>
    </dgm:pt>
    <dgm:pt modelId="{476E39B0-8183-420B-8924-182B40F4B2B2}" type="pres">
      <dgm:prSet presAssocID="{6122708C-DCD2-46AB-A4D6-A9DDD36083B7}" presName="Name37" presStyleLbl="parChTrans1D2" presStyleIdx="3" presStyleCnt="6"/>
      <dgm:spPr/>
    </dgm:pt>
    <dgm:pt modelId="{1288831E-9D83-4EB6-A096-7CC99AE674F9}" type="pres">
      <dgm:prSet presAssocID="{8BED98DA-058F-4063-B7A3-8AA16C41CD1D}" presName="hierRoot2" presStyleCnt="0">
        <dgm:presLayoutVars>
          <dgm:hierBranch val="init"/>
        </dgm:presLayoutVars>
      </dgm:prSet>
      <dgm:spPr/>
    </dgm:pt>
    <dgm:pt modelId="{D5B695EF-F653-4A1C-AAFD-9A046551FE86}" type="pres">
      <dgm:prSet presAssocID="{8BED98DA-058F-4063-B7A3-8AA16C41CD1D}" presName="rootComposite" presStyleCnt="0"/>
      <dgm:spPr/>
    </dgm:pt>
    <dgm:pt modelId="{FC15262E-926A-4177-895F-DAE502143AC3}" type="pres">
      <dgm:prSet presAssocID="{8BED98DA-058F-4063-B7A3-8AA16C41CD1D}" presName="rootText" presStyleLbl="node2" presStyleIdx="3" presStyleCnt="6">
        <dgm:presLayoutVars>
          <dgm:chPref val="3"/>
        </dgm:presLayoutVars>
      </dgm:prSet>
      <dgm:spPr/>
    </dgm:pt>
    <dgm:pt modelId="{49C6BC21-BC13-4D4D-9F4C-E06F90948419}" type="pres">
      <dgm:prSet presAssocID="{8BED98DA-058F-4063-B7A3-8AA16C41CD1D}" presName="rootConnector" presStyleLbl="node2" presStyleIdx="3" presStyleCnt="6"/>
      <dgm:spPr/>
    </dgm:pt>
    <dgm:pt modelId="{55C0496B-9E00-4E86-BEF5-06AF1B39A41D}" type="pres">
      <dgm:prSet presAssocID="{8BED98DA-058F-4063-B7A3-8AA16C41CD1D}" presName="hierChild4" presStyleCnt="0"/>
      <dgm:spPr/>
    </dgm:pt>
    <dgm:pt modelId="{FDFD8577-A3AB-49F2-A8AE-D86482589EC8}" type="pres">
      <dgm:prSet presAssocID="{8BED98DA-058F-4063-B7A3-8AA16C41CD1D}" presName="hierChild5" presStyleCnt="0"/>
      <dgm:spPr/>
    </dgm:pt>
    <dgm:pt modelId="{B7CF7AAC-1DFA-457D-AAB6-9F51D90812D4}" type="pres">
      <dgm:prSet presAssocID="{CAD07D60-9F28-4970-A6CD-0DDB07B7B0A2}" presName="Name37" presStyleLbl="parChTrans1D2" presStyleIdx="4" presStyleCnt="6"/>
      <dgm:spPr/>
    </dgm:pt>
    <dgm:pt modelId="{204FDC0E-DF7C-4484-83F8-CC49E416F3E4}" type="pres">
      <dgm:prSet presAssocID="{6680618D-3BC7-47E1-875C-153D55D206BE}" presName="hierRoot2" presStyleCnt="0">
        <dgm:presLayoutVars>
          <dgm:hierBranch val="init"/>
        </dgm:presLayoutVars>
      </dgm:prSet>
      <dgm:spPr/>
    </dgm:pt>
    <dgm:pt modelId="{7CA23FC6-3BF3-4684-A03D-D685A9F58AAA}" type="pres">
      <dgm:prSet presAssocID="{6680618D-3BC7-47E1-875C-153D55D206BE}" presName="rootComposite" presStyleCnt="0"/>
      <dgm:spPr/>
    </dgm:pt>
    <dgm:pt modelId="{82C29720-77A8-44DA-B5B6-0323559E53AA}" type="pres">
      <dgm:prSet presAssocID="{6680618D-3BC7-47E1-875C-153D55D206BE}" presName="rootText" presStyleLbl="node2" presStyleIdx="4" presStyleCnt="6">
        <dgm:presLayoutVars>
          <dgm:chPref val="3"/>
        </dgm:presLayoutVars>
      </dgm:prSet>
      <dgm:spPr/>
    </dgm:pt>
    <dgm:pt modelId="{34F11E15-08C5-4C5A-9C9F-851546B5E790}" type="pres">
      <dgm:prSet presAssocID="{6680618D-3BC7-47E1-875C-153D55D206BE}" presName="rootConnector" presStyleLbl="node2" presStyleIdx="4" presStyleCnt="6"/>
      <dgm:spPr/>
    </dgm:pt>
    <dgm:pt modelId="{96E27380-E588-4867-A683-97F2EE91AEC5}" type="pres">
      <dgm:prSet presAssocID="{6680618D-3BC7-47E1-875C-153D55D206BE}" presName="hierChild4" presStyleCnt="0"/>
      <dgm:spPr/>
    </dgm:pt>
    <dgm:pt modelId="{239DC33B-2C21-499F-B76F-AB684FF12167}" type="pres">
      <dgm:prSet presAssocID="{6680618D-3BC7-47E1-875C-153D55D206BE}" presName="hierChild5" presStyleCnt="0"/>
      <dgm:spPr/>
    </dgm:pt>
    <dgm:pt modelId="{B28B9E7B-AA56-4D56-A005-C2A0228AB009}" type="pres">
      <dgm:prSet presAssocID="{EC957906-42D0-4A38-997D-A84B3425C032}" presName="Name37" presStyleLbl="parChTrans1D2" presStyleIdx="5" presStyleCnt="6"/>
      <dgm:spPr/>
    </dgm:pt>
    <dgm:pt modelId="{46450488-4B8C-4CE2-B5A0-5762D13FC39A}" type="pres">
      <dgm:prSet presAssocID="{B857748E-C80A-48AC-BC33-BCC16EC6CBA1}" presName="hierRoot2" presStyleCnt="0">
        <dgm:presLayoutVars>
          <dgm:hierBranch val="init"/>
        </dgm:presLayoutVars>
      </dgm:prSet>
      <dgm:spPr/>
    </dgm:pt>
    <dgm:pt modelId="{0B0AEC3B-B6CC-4C0C-AFEC-864E3C2A7D08}" type="pres">
      <dgm:prSet presAssocID="{B857748E-C80A-48AC-BC33-BCC16EC6CBA1}" presName="rootComposite" presStyleCnt="0"/>
      <dgm:spPr/>
    </dgm:pt>
    <dgm:pt modelId="{19F67A08-566D-497C-93E3-30B4DF3BAFFE}" type="pres">
      <dgm:prSet presAssocID="{B857748E-C80A-48AC-BC33-BCC16EC6CBA1}" presName="rootText" presStyleLbl="node2" presStyleIdx="5" presStyleCnt="6">
        <dgm:presLayoutVars>
          <dgm:chPref val="3"/>
        </dgm:presLayoutVars>
      </dgm:prSet>
      <dgm:spPr/>
    </dgm:pt>
    <dgm:pt modelId="{49656DE0-6928-403B-93E1-458B8C5A6A3E}" type="pres">
      <dgm:prSet presAssocID="{B857748E-C80A-48AC-BC33-BCC16EC6CBA1}" presName="rootConnector" presStyleLbl="node2" presStyleIdx="5" presStyleCnt="6"/>
      <dgm:spPr/>
    </dgm:pt>
    <dgm:pt modelId="{581324E2-DBC6-4429-BE7B-197E07FE7CFA}" type="pres">
      <dgm:prSet presAssocID="{B857748E-C80A-48AC-BC33-BCC16EC6CBA1}" presName="hierChild4" presStyleCnt="0"/>
      <dgm:spPr/>
    </dgm:pt>
    <dgm:pt modelId="{FE72BE72-D6E9-4701-B9E7-385219DB784C}" type="pres">
      <dgm:prSet presAssocID="{B857748E-C80A-48AC-BC33-BCC16EC6CBA1}" presName="hierChild5" presStyleCnt="0"/>
      <dgm:spPr/>
    </dgm:pt>
    <dgm:pt modelId="{F152FC7F-C946-40A3-81CB-11BA0B99885E}" type="pres">
      <dgm:prSet presAssocID="{0ECDFED0-7DD1-43D7-A771-2D08D3A351A0}" presName="hierChild3" presStyleCnt="0"/>
      <dgm:spPr/>
    </dgm:pt>
  </dgm:ptLst>
  <dgm:cxnLst>
    <dgm:cxn modelId="{34B33102-B861-4D74-A2F8-31890022482B}" type="presOf" srcId="{B857748E-C80A-48AC-BC33-BCC16EC6CBA1}" destId="{19F67A08-566D-497C-93E3-30B4DF3BAFFE}" srcOrd="0" destOrd="0" presId="urn:microsoft.com/office/officeart/2005/8/layout/orgChart1"/>
    <dgm:cxn modelId="{4B6D7B10-79FA-426A-B010-DE865A1B1776}" srcId="{DEAE6BE4-95EC-4A04-B716-D8291C41433B}" destId="{F4025F55-7EBA-4E10-A1FA-33DF7998FB1E}" srcOrd="2" destOrd="0" parTransId="{6A648450-62FB-4597-BF17-EF93FC2525EF}" sibTransId="{448903CF-D0C2-4F42-ADDF-E5461B6824E9}"/>
    <dgm:cxn modelId="{D32A5323-F82A-4436-932C-D0CBE1541206}" type="presOf" srcId="{F4025F55-7EBA-4E10-A1FA-33DF7998FB1E}" destId="{8AC1AFC9-0F1B-4358-8303-BF761DE6539B}" srcOrd="1" destOrd="0" presId="urn:microsoft.com/office/officeart/2005/8/layout/orgChart1"/>
    <dgm:cxn modelId="{749F7D24-7F0B-4DB0-9825-1F3479B1A8B5}" srcId="{0ECDFED0-7DD1-43D7-A771-2D08D3A351A0}" destId="{6680618D-3BC7-47E1-875C-153D55D206BE}" srcOrd="4" destOrd="0" parTransId="{CAD07D60-9F28-4970-A6CD-0DDB07B7B0A2}" sibTransId="{48F23B2D-371C-4FF8-B028-240072A3B6A7}"/>
    <dgm:cxn modelId="{25F57E2F-189C-4DEA-91FC-A5115EA2C84C}" type="presOf" srcId="{52FD1E9E-2929-4CD5-B6B1-282E14C88ABB}" destId="{A44B646B-DBAF-406A-8154-5FF84B5B0F13}" srcOrd="0" destOrd="0" presId="urn:microsoft.com/office/officeart/2005/8/layout/orgChart1"/>
    <dgm:cxn modelId="{07548E32-CF91-4866-815D-DE3A6A106019}" type="presOf" srcId="{0502E5E1-4B75-4EE2-8641-E9B820948EB2}" destId="{E7B61F59-88E2-40AD-B3D0-AABD2DB840D6}" srcOrd="0" destOrd="0" presId="urn:microsoft.com/office/officeart/2005/8/layout/orgChart1"/>
    <dgm:cxn modelId="{70D98533-67B7-4FDA-94DC-580A342E0A3F}" srcId="{0ECDFED0-7DD1-43D7-A771-2D08D3A351A0}" destId="{D2516127-9977-4645-90DE-B51E337EED68}" srcOrd="0" destOrd="0" parTransId="{FA460EB5-1CAC-4044-B7F9-7376C9303005}" sibTransId="{6312A567-BA4F-4273-BD6F-41FE62CCC420}"/>
    <dgm:cxn modelId="{9DE8B33E-D93A-4C87-B658-6EE91CE0EA13}" srcId="{0ECDFED0-7DD1-43D7-A771-2D08D3A351A0}" destId="{B857748E-C80A-48AC-BC33-BCC16EC6CBA1}" srcOrd="5" destOrd="0" parTransId="{EC957906-42D0-4A38-997D-A84B3425C032}" sibTransId="{34809B07-CB79-466D-B158-BF3E5393C027}"/>
    <dgm:cxn modelId="{C9984D3F-1645-4A5D-8AA2-85B5D4437810}" type="presOf" srcId="{D53F80C4-ADB7-4573-B1A7-B88EA030ABAE}" destId="{D8DA5AF5-5FA5-4F47-9FF5-50B508822A03}" srcOrd="0" destOrd="0" presId="urn:microsoft.com/office/officeart/2005/8/layout/orgChart1"/>
    <dgm:cxn modelId="{6C76A641-C0F0-42C2-9B8A-EE1198385F0B}" type="presOf" srcId="{EC957906-42D0-4A38-997D-A84B3425C032}" destId="{B28B9E7B-AA56-4D56-A005-C2A0228AB009}" srcOrd="0" destOrd="0" presId="urn:microsoft.com/office/officeart/2005/8/layout/orgChart1"/>
    <dgm:cxn modelId="{8BDD1C66-EA34-498D-B38F-BD236683AE8F}" type="presOf" srcId="{08752D38-BEFF-4175-A430-D63EE77DF299}" destId="{FFB49FC3-51C9-49C1-9A63-797E91E845F0}" srcOrd="0" destOrd="0" presId="urn:microsoft.com/office/officeart/2005/8/layout/orgChart1"/>
    <dgm:cxn modelId="{68F3A648-538D-49F2-924D-303ADA84D866}" type="presOf" srcId="{6122708C-DCD2-46AB-A4D6-A9DDD36083B7}" destId="{476E39B0-8183-420B-8924-182B40F4B2B2}" srcOrd="0" destOrd="0" presId="urn:microsoft.com/office/officeart/2005/8/layout/orgChart1"/>
    <dgm:cxn modelId="{475EE568-4FC1-472E-821E-FC34EBBAD5DE}" type="presOf" srcId="{4C8DA161-E050-41D6-89CB-912F6234AAA8}" destId="{731ECF89-E52B-47F6-BD6C-33F00C62A91C}" srcOrd="0" destOrd="0" presId="urn:microsoft.com/office/officeart/2005/8/layout/orgChart1"/>
    <dgm:cxn modelId="{ACDA1E6C-5A1B-478A-AD37-840B134B874C}" type="presOf" srcId="{CAD07D60-9F28-4970-A6CD-0DDB07B7B0A2}" destId="{B7CF7AAC-1DFA-457D-AAB6-9F51D90812D4}" srcOrd="0" destOrd="0" presId="urn:microsoft.com/office/officeart/2005/8/layout/orgChart1"/>
    <dgm:cxn modelId="{BAF52172-ED79-4FB3-BD2A-92A2E7C9DC10}" type="presOf" srcId="{0ECDFED0-7DD1-43D7-A771-2D08D3A351A0}" destId="{688530AD-A2B3-4368-B4DF-2C9CAD4A25ED}" srcOrd="0" destOrd="0" presId="urn:microsoft.com/office/officeart/2005/8/layout/orgChart1"/>
    <dgm:cxn modelId="{98A43B73-BFAB-4629-B5BF-1172547E0FD0}" type="presOf" srcId="{D2516127-9977-4645-90DE-B51E337EED68}" destId="{E6855C67-FB5D-48CA-92D2-70CB90D32C78}" srcOrd="0" destOrd="0" presId="urn:microsoft.com/office/officeart/2005/8/layout/orgChart1"/>
    <dgm:cxn modelId="{26832174-A734-47C7-83B7-A196EACC1E84}" type="presOf" srcId="{6A648450-62FB-4597-BF17-EF93FC2525EF}" destId="{AC09E610-B3EA-4BE5-9802-512447A67BDC}" srcOrd="0" destOrd="0" presId="urn:microsoft.com/office/officeart/2005/8/layout/orgChart1"/>
    <dgm:cxn modelId="{AD2B5755-5643-4A93-B1DC-C5446DD6C63E}" type="presOf" srcId="{0CF3E61C-0B46-4AC5-8DFD-C8CD8E8D7DE2}" destId="{27478033-0891-4D1B-ACD9-44D06DB6D0A7}" srcOrd="0" destOrd="0" presId="urn:microsoft.com/office/officeart/2005/8/layout/orgChart1"/>
    <dgm:cxn modelId="{5C9E9655-542A-4E51-9012-51857E70534E}" srcId="{DEAE6BE4-95EC-4A04-B716-D8291C41433B}" destId="{0502E5E1-4B75-4EE2-8641-E9B820948EB2}" srcOrd="1" destOrd="0" parTransId="{52FD1E9E-2929-4CD5-B6B1-282E14C88ABB}" sibTransId="{539CDBC3-8545-40D4-B7AF-9192617AE31F}"/>
    <dgm:cxn modelId="{4BC24F78-0622-4899-B42A-2155ECB21115}" srcId="{DEAE6BE4-95EC-4A04-B716-D8291C41433B}" destId="{4C8DA161-E050-41D6-89CB-912F6234AAA8}" srcOrd="0" destOrd="0" parTransId="{D53F80C4-ADB7-4573-B1A7-B88EA030ABAE}" sibTransId="{4BF15FDF-0AEA-4E36-A4F7-03956FFC07B0}"/>
    <dgm:cxn modelId="{930EE77C-5C51-4B62-816B-187CECECCBD4}" type="presOf" srcId="{A722ED22-4D83-4F9F-9A76-36040C118C8E}" destId="{004F6764-E9E6-457D-827D-BFF36E8F66DE}" srcOrd="0" destOrd="0" presId="urn:microsoft.com/office/officeart/2005/8/layout/orgChart1"/>
    <dgm:cxn modelId="{397AEA7D-B382-40CD-8D67-BF9AFC49C45A}" type="presOf" srcId="{0502E5E1-4B75-4EE2-8641-E9B820948EB2}" destId="{8344AFE9-17D9-425F-A2E5-DEAA96082A71}" srcOrd="1" destOrd="0" presId="urn:microsoft.com/office/officeart/2005/8/layout/orgChart1"/>
    <dgm:cxn modelId="{87443D87-EE9B-4661-8E42-D0FA30D067AA}" type="presOf" srcId="{0ECDFED0-7DD1-43D7-A771-2D08D3A351A0}" destId="{CBCEC5CD-E36D-4F84-96CA-AB615CEB9620}" srcOrd="1" destOrd="0" presId="urn:microsoft.com/office/officeart/2005/8/layout/orgChart1"/>
    <dgm:cxn modelId="{F1B4B28A-E9B3-4CD1-B6DC-9D9CB45F2CCA}" srcId="{0ECDFED0-7DD1-43D7-A771-2D08D3A351A0}" destId="{DEAE6BE4-95EC-4A04-B716-D8291C41433B}" srcOrd="1" destOrd="0" parTransId="{0CF3E61C-0B46-4AC5-8DFD-C8CD8E8D7DE2}" sibTransId="{FAAFAE01-D010-49DE-B2FA-CA99C2AA3C9D}"/>
    <dgm:cxn modelId="{AB9EC69B-C16A-4DED-8D5A-FAEC8D4FBF81}" type="presOf" srcId="{DEAE6BE4-95EC-4A04-B716-D8291C41433B}" destId="{FF898ABD-D14C-4AFF-B2E5-EBFEB6568E39}" srcOrd="0" destOrd="0" presId="urn:microsoft.com/office/officeart/2005/8/layout/orgChart1"/>
    <dgm:cxn modelId="{E517179E-D942-4CC5-97E1-97D7DFB71674}" type="presOf" srcId="{F4025F55-7EBA-4E10-A1FA-33DF7998FB1E}" destId="{0CD7D570-EC5A-45F4-B1D5-6D3015D0EB64}" srcOrd="0" destOrd="0" presId="urn:microsoft.com/office/officeart/2005/8/layout/orgChart1"/>
    <dgm:cxn modelId="{B77D619E-DC81-4E91-81EF-CF0576CEF745}" srcId="{86637CDB-3D22-42CA-8B6D-653669109C09}" destId="{0ECDFED0-7DD1-43D7-A771-2D08D3A351A0}" srcOrd="0" destOrd="0" parTransId="{832BB869-B97D-424C-B939-07DF6A8D2F79}" sibTransId="{D9E346F3-B8D2-43E3-8E41-E13B9FB3F132}"/>
    <dgm:cxn modelId="{A0DB33B6-D2E5-4252-8B4C-75E853322079}" type="presOf" srcId="{86637CDB-3D22-42CA-8B6D-653669109C09}" destId="{0356BA83-CBB0-45FB-BB58-E0958E1545D5}" srcOrd="0" destOrd="0" presId="urn:microsoft.com/office/officeart/2005/8/layout/orgChart1"/>
    <dgm:cxn modelId="{D93320C0-4BF5-457B-9023-76801FBDCE06}" type="presOf" srcId="{FA460EB5-1CAC-4044-B7F9-7376C9303005}" destId="{B2A2F13F-06FD-486F-B82B-09A2FB245197}" srcOrd="0" destOrd="0" presId="urn:microsoft.com/office/officeart/2005/8/layout/orgChart1"/>
    <dgm:cxn modelId="{15BB93C2-12B5-4315-9937-7F09F590BAFE}" type="presOf" srcId="{6680618D-3BC7-47E1-875C-153D55D206BE}" destId="{34F11E15-08C5-4C5A-9C9F-851546B5E790}" srcOrd="1" destOrd="0" presId="urn:microsoft.com/office/officeart/2005/8/layout/orgChart1"/>
    <dgm:cxn modelId="{FC0421C6-4F01-45EC-8C55-38D0DDB90C86}" srcId="{0ECDFED0-7DD1-43D7-A771-2D08D3A351A0}" destId="{08752D38-BEFF-4175-A430-D63EE77DF299}" srcOrd="2" destOrd="0" parTransId="{A722ED22-4D83-4F9F-9A76-36040C118C8E}" sibTransId="{AFE145C5-017F-4E28-8956-544F661FD7D3}"/>
    <dgm:cxn modelId="{A702CECB-46F8-491A-94C4-36BF56B58503}" type="presOf" srcId="{B857748E-C80A-48AC-BC33-BCC16EC6CBA1}" destId="{49656DE0-6928-403B-93E1-458B8C5A6A3E}" srcOrd="1" destOrd="0" presId="urn:microsoft.com/office/officeart/2005/8/layout/orgChart1"/>
    <dgm:cxn modelId="{D0969BD8-80EA-49E7-BC3A-DCD2532ABEB7}" type="presOf" srcId="{08752D38-BEFF-4175-A430-D63EE77DF299}" destId="{C7F21C30-87CF-4418-8359-B6DC5693C4D6}" srcOrd="1" destOrd="0" presId="urn:microsoft.com/office/officeart/2005/8/layout/orgChart1"/>
    <dgm:cxn modelId="{C79060DD-8C0F-450D-A986-0103D49A2D5E}" type="presOf" srcId="{6680618D-3BC7-47E1-875C-153D55D206BE}" destId="{82C29720-77A8-44DA-B5B6-0323559E53AA}" srcOrd="0" destOrd="0" presId="urn:microsoft.com/office/officeart/2005/8/layout/orgChart1"/>
    <dgm:cxn modelId="{544751DF-618C-4D66-A805-1372F47BF3BD}" type="presOf" srcId="{8BED98DA-058F-4063-B7A3-8AA16C41CD1D}" destId="{FC15262E-926A-4177-895F-DAE502143AC3}" srcOrd="0" destOrd="0" presId="urn:microsoft.com/office/officeart/2005/8/layout/orgChart1"/>
    <dgm:cxn modelId="{E5DE63E5-576A-4EDD-8F56-2CABE50776B0}" type="presOf" srcId="{4C8DA161-E050-41D6-89CB-912F6234AAA8}" destId="{8F8F323B-1C7D-4BBD-B0DC-60D24B633DC9}" srcOrd="1" destOrd="0" presId="urn:microsoft.com/office/officeart/2005/8/layout/orgChart1"/>
    <dgm:cxn modelId="{1475D7E6-4A38-4462-97C4-AE7E94D6149B}" srcId="{0ECDFED0-7DD1-43D7-A771-2D08D3A351A0}" destId="{8BED98DA-058F-4063-B7A3-8AA16C41CD1D}" srcOrd="3" destOrd="0" parTransId="{6122708C-DCD2-46AB-A4D6-A9DDD36083B7}" sibTransId="{BB534C12-FD20-4EE8-869A-34DB920ABB42}"/>
    <dgm:cxn modelId="{BC4D77EC-C587-4822-87D8-8848D9801F09}" type="presOf" srcId="{DEAE6BE4-95EC-4A04-B716-D8291C41433B}" destId="{CF25F051-7B84-43C3-90A9-CD55BE1BD2EF}" srcOrd="1" destOrd="0" presId="urn:microsoft.com/office/officeart/2005/8/layout/orgChart1"/>
    <dgm:cxn modelId="{61FBA0EF-6EF1-4D64-8CB2-08418B4DC329}" type="presOf" srcId="{8BED98DA-058F-4063-B7A3-8AA16C41CD1D}" destId="{49C6BC21-BC13-4D4D-9F4C-E06F90948419}" srcOrd="1" destOrd="0" presId="urn:microsoft.com/office/officeart/2005/8/layout/orgChart1"/>
    <dgm:cxn modelId="{B48A4BFC-A8AB-48E2-B1D2-E7DA3DD87655}" type="presOf" srcId="{D2516127-9977-4645-90DE-B51E337EED68}" destId="{8FC758E8-1F32-4D19-8A0C-8B1A0A9B3E2F}" srcOrd="1" destOrd="0" presId="urn:microsoft.com/office/officeart/2005/8/layout/orgChart1"/>
    <dgm:cxn modelId="{B31E2EFB-9A88-44DA-8840-3422FD115619}" type="presParOf" srcId="{0356BA83-CBB0-45FB-BB58-E0958E1545D5}" destId="{9879C1CE-504E-40B1-8A7F-EAFCD27842B2}" srcOrd="0" destOrd="0" presId="urn:microsoft.com/office/officeart/2005/8/layout/orgChart1"/>
    <dgm:cxn modelId="{3AA54B51-E9BC-49ED-84B0-9E012573694A}" type="presParOf" srcId="{9879C1CE-504E-40B1-8A7F-EAFCD27842B2}" destId="{F0316472-86A7-4A59-929D-1E19DC65CF79}" srcOrd="0" destOrd="0" presId="urn:microsoft.com/office/officeart/2005/8/layout/orgChart1"/>
    <dgm:cxn modelId="{430C5099-83DF-4780-86BE-9CABBC382CAF}" type="presParOf" srcId="{F0316472-86A7-4A59-929D-1E19DC65CF79}" destId="{688530AD-A2B3-4368-B4DF-2C9CAD4A25ED}" srcOrd="0" destOrd="0" presId="urn:microsoft.com/office/officeart/2005/8/layout/orgChart1"/>
    <dgm:cxn modelId="{49C53F17-B4A9-4687-A75E-6E2E358A978D}" type="presParOf" srcId="{F0316472-86A7-4A59-929D-1E19DC65CF79}" destId="{CBCEC5CD-E36D-4F84-96CA-AB615CEB9620}" srcOrd="1" destOrd="0" presId="urn:microsoft.com/office/officeart/2005/8/layout/orgChart1"/>
    <dgm:cxn modelId="{E2BAAD53-BE34-41C7-AB51-93DB035721C1}" type="presParOf" srcId="{9879C1CE-504E-40B1-8A7F-EAFCD27842B2}" destId="{FE4B1435-F9E4-450E-92CC-E28FA0A3D6EF}" srcOrd="1" destOrd="0" presId="urn:microsoft.com/office/officeart/2005/8/layout/orgChart1"/>
    <dgm:cxn modelId="{2BB4F80A-EF57-4729-826B-9394D40BD150}" type="presParOf" srcId="{FE4B1435-F9E4-450E-92CC-E28FA0A3D6EF}" destId="{B2A2F13F-06FD-486F-B82B-09A2FB245197}" srcOrd="0" destOrd="0" presId="urn:microsoft.com/office/officeart/2005/8/layout/orgChart1"/>
    <dgm:cxn modelId="{7FB509EE-D55C-4BFF-AC2A-73BB1109CE56}" type="presParOf" srcId="{FE4B1435-F9E4-450E-92CC-E28FA0A3D6EF}" destId="{E423A45D-C03A-4197-BD91-BC9571DE3138}" srcOrd="1" destOrd="0" presId="urn:microsoft.com/office/officeart/2005/8/layout/orgChart1"/>
    <dgm:cxn modelId="{1A1BA19A-FC02-41DD-807D-A72D71F9E22B}" type="presParOf" srcId="{E423A45D-C03A-4197-BD91-BC9571DE3138}" destId="{CECD7792-FEAC-4D03-B009-83D259C48B8A}" srcOrd="0" destOrd="0" presId="urn:microsoft.com/office/officeart/2005/8/layout/orgChart1"/>
    <dgm:cxn modelId="{C63B42AA-A8A5-4C2F-BA15-7820B7BD3143}" type="presParOf" srcId="{CECD7792-FEAC-4D03-B009-83D259C48B8A}" destId="{E6855C67-FB5D-48CA-92D2-70CB90D32C78}" srcOrd="0" destOrd="0" presId="urn:microsoft.com/office/officeart/2005/8/layout/orgChart1"/>
    <dgm:cxn modelId="{71B5BADC-0FAE-453C-BEC3-570F1C93E6B6}" type="presParOf" srcId="{CECD7792-FEAC-4D03-B009-83D259C48B8A}" destId="{8FC758E8-1F32-4D19-8A0C-8B1A0A9B3E2F}" srcOrd="1" destOrd="0" presId="urn:microsoft.com/office/officeart/2005/8/layout/orgChart1"/>
    <dgm:cxn modelId="{3D18CC54-3B05-4023-9144-3C16ABA2FF5B}" type="presParOf" srcId="{E423A45D-C03A-4197-BD91-BC9571DE3138}" destId="{D27756EE-279D-4C32-B465-3EB41E5B6306}" srcOrd="1" destOrd="0" presId="urn:microsoft.com/office/officeart/2005/8/layout/orgChart1"/>
    <dgm:cxn modelId="{E999B908-0BA0-4EE3-AD95-7C433AA1E5B0}" type="presParOf" srcId="{E423A45D-C03A-4197-BD91-BC9571DE3138}" destId="{8015D55C-FBFB-41C3-8913-F52405C4AE49}" srcOrd="2" destOrd="0" presId="urn:microsoft.com/office/officeart/2005/8/layout/orgChart1"/>
    <dgm:cxn modelId="{E03E3750-3511-4179-A1CB-E8A4ED407589}" type="presParOf" srcId="{FE4B1435-F9E4-450E-92CC-E28FA0A3D6EF}" destId="{27478033-0891-4D1B-ACD9-44D06DB6D0A7}" srcOrd="2" destOrd="0" presId="urn:microsoft.com/office/officeart/2005/8/layout/orgChart1"/>
    <dgm:cxn modelId="{E08F8A95-A09F-476C-9861-F2C9B8D2CF05}" type="presParOf" srcId="{FE4B1435-F9E4-450E-92CC-E28FA0A3D6EF}" destId="{FD9EE74E-0EED-495C-B455-6A74F3EB2FCA}" srcOrd="3" destOrd="0" presId="urn:microsoft.com/office/officeart/2005/8/layout/orgChart1"/>
    <dgm:cxn modelId="{F001D166-8E01-42BB-B443-B6ABD84442CF}" type="presParOf" srcId="{FD9EE74E-0EED-495C-B455-6A74F3EB2FCA}" destId="{EAC8D162-F496-4117-ADA3-93FB68841C7A}" srcOrd="0" destOrd="0" presId="urn:microsoft.com/office/officeart/2005/8/layout/orgChart1"/>
    <dgm:cxn modelId="{0BDB1D61-2086-4C7A-9773-239E75CAB3CC}" type="presParOf" srcId="{EAC8D162-F496-4117-ADA3-93FB68841C7A}" destId="{FF898ABD-D14C-4AFF-B2E5-EBFEB6568E39}" srcOrd="0" destOrd="0" presId="urn:microsoft.com/office/officeart/2005/8/layout/orgChart1"/>
    <dgm:cxn modelId="{D3912A67-646F-4CF1-A007-CB9FD7B34267}" type="presParOf" srcId="{EAC8D162-F496-4117-ADA3-93FB68841C7A}" destId="{CF25F051-7B84-43C3-90A9-CD55BE1BD2EF}" srcOrd="1" destOrd="0" presId="urn:microsoft.com/office/officeart/2005/8/layout/orgChart1"/>
    <dgm:cxn modelId="{ED4363D4-3FF0-4A89-8874-993CAB7AB924}" type="presParOf" srcId="{FD9EE74E-0EED-495C-B455-6A74F3EB2FCA}" destId="{4D4094BD-818B-4781-B7A0-9F8FB34A9577}" srcOrd="1" destOrd="0" presId="urn:microsoft.com/office/officeart/2005/8/layout/orgChart1"/>
    <dgm:cxn modelId="{B846DCCE-B648-41EA-92FC-AECCC140F44F}" type="presParOf" srcId="{4D4094BD-818B-4781-B7A0-9F8FB34A9577}" destId="{D8DA5AF5-5FA5-4F47-9FF5-50B508822A03}" srcOrd="0" destOrd="0" presId="urn:microsoft.com/office/officeart/2005/8/layout/orgChart1"/>
    <dgm:cxn modelId="{72BA888B-2FFB-4991-8542-1A313F2E8064}" type="presParOf" srcId="{4D4094BD-818B-4781-B7A0-9F8FB34A9577}" destId="{22D101F0-3B65-4E2F-9BD1-414180D241F8}" srcOrd="1" destOrd="0" presId="urn:microsoft.com/office/officeart/2005/8/layout/orgChart1"/>
    <dgm:cxn modelId="{F95DBFDE-2B3D-4968-9737-A1975E82005B}" type="presParOf" srcId="{22D101F0-3B65-4E2F-9BD1-414180D241F8}" destId="{92E19A90-BF6D-405A-8F1A-EBA09081562B}" srcOrd="0" destOrd="0" presId="urn:microsoft.com/office/officeart/2005/8/layout/orgChart1"/>
    <dgm:cxn modelId="{C68FB617-B9D0-4AB2-88E8-A53CE80FA212}" type="presParOf" srcId="{92E19A90-BF6D-405A-8F1A-EBA09081562B}" destId="{731ECF89-E52B-47F6-BD6C-33F00C62A91C}" srcOrd="0" destOrd="0" presId="urn:microsoft.com/office/officeart/2005/8/layout/orgChart1"/>
    <dgm:cxn modelId="{92ABFB03-EC28-4BBB-AD8B-85E3BF541895}" type="presParOf" srcId="{92E19A90-BF6D-405A-8F1A-EBA09081562B}" destId="{8F8F323B-1C7D-4BBD-B0DC-60D24B633DC9}" srcOrd="1" destOrd="0" presId="urn:microsoft.com/office/officeart/2005/8/layout/orgChart1"/>
    <dgm:cxn modelId="{2311EF64-9848-4D81-A9EB-6D88B3F993AD}" type="presParOf" srcId="{22D101F0-3B65-4E2F-9BD1-414180D241F8}" destId="{F5872006-1CFE-450D-8422-7306F07B6C3B}" srcOrd="1" destOrd="0" presId="urn:microsoft.com/office/officeart/2005/8/layout/orgChart1"/>
    <dgm:cxn modelId="{DD0D0921-D732-40BF-A150-032EE70830A3}" type="presParOf" srcId="{22D101F0-3B65-4E2F-9BD1-414180D241F8}" destId="{1AA31DEA-34E3-41CA-869B-E9647F017C09}" srcOrd="2" destOrd="0" presId="urn:microsoft.com/office/officeart/2005/8/layout/orgChart1"/>
    <dgm:cxn modelId="{99529EBE-3545-423C-8CC1-DBF3E4D83999}" type="presParOf" srcId="{4D4094BD-818B-4781-B7A0-9F8FB34A9577}" destId="{A44B646B-DBAF-406A-8154-5FF84B5B0F13}" srcOrd="2" destOrd="0" presId="urn:microsoft.com/office/officeart/2005/8/layout/orgChart1"/>
    <dgm:cxn modelId="{785AEF9F-AF4F-423B-A1DF-414EB9754563}" type="presParOf" srcId="{4D4094BD-818B-4781-B7A0-9F8FB34A9577}" destId="{7E8D84A1-B839-4DDB-BC45-3E215AFE2C02}" srcOrd="3" destOrd="0" presId="urn:microsoft.com/office/officeart/2005/8/layout/orgChart1"/>
    <dgm:cxn modelId="{14F72D5A-2E6B-4A57-BDB3-0EAC5F755C5D}" type="presParOf" srcId="{7E8D84A1-B839-4DDB-BC45-3E215AFE2C02}" destId="{79B2835E-C745-44BD-B023-FB3F41F37AEC}" srcOrd="0" destOrd="0" presId="urn:microsoft.com/office/officeart/2005/8/layout/orgChart1"/>
    <dgm:cxn modelId="{DBC5F67A-E614-4C7D-B214-BC3CBF3A554A}" type="presParOf" srcId="{79B2835E-C745-44BD-B023-FB3F41F37AEC}" destId="{E7B61F59-88E2-40AD-B3D0-AABD2DB840D6}" srcOrd="0" destOrd="0" presId="urn:microsoft.com/office/officeart/2005/8/layout/orgChart1"/>
    <dgm:cxn modelId="{0C198E82-EB17-423C-93A0-0E45C7C1C7E4}" type="presParOf" srcId="{79B2835E-C745-44BD-B023-FB3F41F37AEC}" destId="{8344AFE9-17D9-425F-A2E5-DEAA96082A71}" srcOrd="1" destOrd="0" presId="urn:microsoft.com/office/officeart/2005/8/layout/orgChart1"/>
    <dgm:cxn modelId="{AF4E3913-A07C-4C9C-B713-D1C487683D3E}" type="presParOf" srcId="{7E8D84A1-B839-4DDB-BC45-3E215AFE2C02}" destId="{9D66DA5B-C05D-4948-9026-0530746BFF0F}" srcOrd="1" destOrd="0" presId="urn:microsoft.com/office/officeart/2005/8/layout/orgChart1"/>
    <dgm:cxn modelId="{59EB6238-43D9-49B0-B549-28BE8CD9EDCE}" type="presParOf" srcId="{7E8D84A1-B839-4DDB-BC45-3E215AFE2C02}" destId="{521E9CAD-03C9-46EA-B86D-245E379BF3AE}" srcOrd="2" destOrd="0" presId="urn:microsoft.com/office/officeart/2005/8/layout/orgChart1"/>
    <dgm:cxn modelId="{423D7268-C749-4102-9DFE-2A0D57B1AD42}" type="presParOf" srcId="{4D4094BD-818B-4781-B7A0-9F8FB34A9577}" destId="{AC09E610-B3EA-4BE5-9802-512447A67BDC}" srcOrd="4" destOrd="0" presId="urn:microsoft.com/office/officeart/2005/8/layout/orgChart1"/>
    <dgm:cxn modelId="{0113E040-A011-47B1-B889-2B5A43F61EF3}" type="presParOf" srcId="{4D4094BD-818B-4781-B7A0-9F8FB34A9577}" destId="{74C0BA7F-ACD9-4D5D-8F71-BA3DA654D739}" srcOrd="5" destOrd="0" presId="urn:microsoft.com/office/officeart/2005/8/layout/orgChart1"/>
    <dgm:cxn modelId="{E88FA837-FE1B-4A18-8E60-7D20AC6D0BD9}" type="presParOf" srcId="{74C0BA7F-ACD9-4D5D-8F71-BA3DA654D739}" destId="{7B6B34BC-C8F4-4A3B-91B6-D28B497FD156}" srcOrd="0" destOrd="0" presId="urn:microsoft.com/office/officeart/2005/8/layout/orgChart1"/>
    <dgm:cxn modelId="{175FF92F-DF4B-44C4-A5EC-87D0E5D08D6F}" type="presParOf" srcId="{7B6B34BC-C8F4-4A3B-91B6-D28B497FD156}" destId="{0CD7D570-EC5A-45F4-B1D5-6D3015D0EB64}" srcOrd="0" destOrd="0" presId="urn:microsoft.com/office/officeart/2005/8/layout/orgChart1"/>
    <dgm:cxn modelId="{5308F7B6-ABED-4C59-9DD0-D9DF9E9A4374}" type="presParOf" srcId="{7B6B34BC-C8F4-4A3B-91B6-D28B497FD156}" destId="{8AC1AFC9-0F1B-4358-8303-BF761DE6539B}" srcOrd="1" destOrd="0" presId="urn:microsoft.com/office/officeart/2005/8/layout/orgChart1"/>
    <dgm:cxn modelId="{8878A71B-50D4-49FD-B545-7A7BD7FEE288}" type="presParOf" srcId="{74C0BA7F-ACD9-4D5D-8F71-BA3DA654D739}" destId="{65447847-4D6C-4943-8A79-955A6AA02602}" srcOrd="1" destOrd="0" presId="urn:microsoft.com/office/officeart/2005/8/layout/orgChart1"/>
    <dgm:cxn modelId="{90D90D62-38DA-47D2-AAD6-2AEEF70525C7}" type="presParOf" srcId="{74C0BA7F-ACD9-4D5D-8F71-BA3DA654D739}" destId="{59B998EA-94CB-4CA2-B4DB-A45D027E2757}" srcOrd="2" destOrd="0" presId="urn:microsoft.com/office/officeart/2005/8/layout/orgChart1"/>
    <dgm:cxn modelId="{417C70F7-D812-413A-B10E-B06EE861017C}" type="presParOf" srcId="{FD9EE74E-0EED-495C-B455-6A74F3EB2FCA}" destId="{B8BE8545-E5C9-423A-AF91-ABBF486E9BF2}" srcOrd="2" destOrd="0" presId="urn:microsoft.com/office/officeart/2005/8/layout/orgChart1"/>
    <dgm:cxn modelId="{9F5B28FF-59C4-4EB3-A84E-CFF7731F9677}" type="presParOf" srcId="{FE4B1435-F9E4-450E-92CC-E28FA0A3D6EF}" destId="{004F6764-E9E6-457D-827D-BFF36E8F66DE}" srcOrd="4" destOrd="0" presId="urn:microsoft.com/office/officeart/2005/8/layout/orgChart1"/>
    <dgm:cxn modelId="{773C372C-1297-4495-8E92-A8D14AE0C77B}" type="presParOf" srcId="{FE4B1435-F9E4-450E-92CC-E28FA0A3D6EF}" destId="{97A31BEB-8939-4244-B1B4-38B825E49446}" srcOrd="5" destOrd="0" presId="urn:microsoft.com/office/officeart/2005/8/layout/orgChart1"/>
    <dgm:cxn modelId="{3D865EB4-314D-447D-8037-3004B0F667FD}" type="presParOf" srcId="{97A31BEB-8939-4244-B1B4-38B825E49446}" destId="{6A8B43B1-461C-4ECC-982A-4E3684AB1C30}" srcOrd="0" destOrd="0" presId="urn:microsoft.com/office/officeart/2005/8/layout/orgChart1"/>
    <dgm:cxn modelId="{8600A234-7136-4ED6-BD62-68F1D087E68E}" type="presParOf" srcId="{6A8B43B1-461C-4ECC-982A-4E3684AB1C30}" destId="{FFB49FC3-51C9-49C1-9A63-797E91E845F0}" srcOrd="0" destOrd="0" presId="urn:microsoft.com/office/officeart/2005/8/layout/orgChart1"/>
    <dgm:cxn modelId="{1B16A330-732C-4FB5-AC19-21AC5E5407FE}" type="presParOf" srcId="{6A8B43B1-461C-4ECC-982A-4E3684AB1C30}" destId="{C7F21C30-87CF-4418-8359-B6DC5693C4D6}" srcOrd="1" destOrd="0" presId="urn:microsoft.com/office/officeart/2005/8/layout/orgChart1"/>
    <dgm:cxn modelId="{BC121C18-A71A-4DA0-A7B6-2DE66FD2CD7C}" type="presParOf" srcId="{97A31BEB-8939-4244-B1B4-38B825E49446}" destId="{937FD5DD-B48B-43B9-8105-C61456611408}" srcOrd="1" destOrd="0" presId="urn:microsoft.com/office/officeart/2005/8/layout/orgChart1"/>
    <dgm:cxn modelId="{3B059768-B255-400A-9430-6C6C538C1A0C}" type="presParOf" srcId="{97A31BEB-8939-4244-B1B4-38B825E49446}" destId="{052E011E-3C7A-46C3-A614-0E11F0C5922C}" srcOrd="2" destOrd="0" presId="urn:microsoft.com/office/officeart/2005/8/layout/orgChart1"/>
    <dgm:cxn modelId="{DD12197D-F670-44B4-A79D-F61FDFB25DC3}" type="presParOf" srcId="{FE4B1435-F9E4-450E-92CC-E28FA0A3D6EF}" destId="{476E39B0-8183-420B-8924-182B40F4B2B2}" srcOrd="6" destOrd="0" presId="urn:microsoft.com/office/officeart/2005/8/layout/orgChart1"/>
    <dgm:cxn modelId="{806DC936-C3C3-40F1-AAA6-3DDE2942976A}" type="presParOf" srcId="{FE4B1435-F9E4-450E-92CC-E28FA0A3D6EF}" destId="{1288831E-9D83-4EB6-A096-7CC99AE674F9}" srcOrd="7" destOrd="0" presId="urn:microsoft.com/office/officeart/2005/8/layout/orgChart1"/>
    <dgm:cxn modelId="{1166584F-91FA-4CA4-9BBD-ED5FAFFB88EE}" type="presParOf" srcId="{1288831E-9D83-4EB6-A096-7CC99AE674F9}" destId="{D5B695EF-F653-4A1C-AAFD-9A046551FE86}" srcOrd="0" destOrd="0" presId="urn:microsoft.com/office/officeart/2005/8/layout/orgChart1"/>
    <dgm:cxn modelId="{C422611A-CB51-4845-81BE-DEA2F790DD56}" type="presParOf" srcId="{D5B695EF-F653-4A1C-AAFD-9A046551FE86}" destId="{FC15262E-926A-4177-895F-DAE502143AC3}" srcOrd="0" destOrd="0" presId="urn:microsoft.com/office/officeart/2005/8/layout/orgChart1"/>
    <dgm:cxn modelId="{710F0ACA-8DBB-45A5-AD1F-431ABC9956CA}" type="presParOf" srcId="{D5B695EF-F653-4A1C-AAFD-9A046551FE86}" destId="{49C6BC21-BC13-4D4D-9F4C-E06F90948419}" srcOrd="1" destOrd="0" presId="urn:microsoft.com/office/officeart/2005/8/layout/orgChart1"/>
    <dgm:cxn modelId="{DA430CB0-FE98-4225-8039-06DCF1BC8BC1}" type="presParOf" srcId="{1288831E-9D83-4EB6-A096-7CC99AE674F9}" destId="{55C0496B-9E00-4E86-BEF5-06AF1B39A41D}" srcOrd="1" destOrd="0" presId="urn:microsoft.com/office/officeart/2005/8/layout/orgChart1"/>
    <dgm:cxn modelId="{68EDE037-E8DB-4B28-924C-F60C9F23D509}" type="presParOf" srcId="{1288831E-9D83-4EB6-A096-7CC99AE674F9}" destId="{FDFD8577-A3AB-49F2-A8AE-D86482589EC8}" srcOrd="2" destOrd="0" presId="urn:microsoft.com/office/officeart/2005/8/layout/orgChart1"/>
    <dgm:cxn modelId="{FC9D7252-D79A-496A-A76C-5AC09B8660E9}" type="presParOf" srcId="{FE4B1435-F9E4-450E-92CC-E28FA0A3D6EF}" destId="{B7CF7AAC-1DFA-457D-AAB6-9F51D90812D4}" srcOrd="8" destOrd="0" presId="urn:microsoft.com/office/officeart/2005/8/layout/orgChart1"/>
    <dgm:cxn modelId="{80AC21CB-9472-43B3-AA34-0BBA9BF1E8DF}" type="presParOf" srcId="{FE4B1435-F9E4-450E-92CC-E28FA0A3D6EF}" destId="{204FDC0E-DF7C-4484-83F8-CC49E416F3E4}" srcOrd="9" destOrd="0" presId="urn:microsoft.com/office/officeart/2005/8/layout/orgChart1"/>
    <dgm:cxn modelId="{14051F13-5208-4404-AFB7-50629D5A1964}" type="presParOf" srcId="{204FDC0E-DF7C-4484-83F8-CC49E416F3E4}" destId="{7CA23FC6-3BF3-4684-A03D-D685A9F58AAA}" srcOrd="0" destOrd="0" presId="urn:microsoft.com/office/officeart/2005/8/layout/orgChart1"/>
    <dgm:cxn modelId="{E6A3D7C2-1EBB-4353-BFE9-394FE9B9BF24}" type="presParOf" srcId="{7CA23FC6-3BF3-4684-A03D-D685A9F58AAA}" destId="{82C29720-77A8-44DA-B5B6-0323559E53AA}" srcOrd="0" destOrd="0" presId="urn:microsoft.com/office/officeart/2005/8/layout/orgChart1"/>
    <dgm:cxn modelId="{BEA0BA91-8AF3-452F-8658-71459D708F73}" type="presParOf" srcId="{7CA23FC6-3BF3-4684-A03D-D685A9F58AAA}" destId="{34F11E15-08C5-4C5A-9C9F-851546B5E790}" srcOrd="1" destOrd="0" presId="urn:microsoft.com/office/officeart/2005/8/layout/orgChart1"/>
    <dgm:cxn modelId="{D344E691-AABF-4521-84DE-5992BEC638ED}" type="presParOf" srcId="{204FDC0E-DF7C-4484-83F8-CC49E416F3E4}" destId="{96E27380-E588-4867-A683-97F2EE91AEC5}" srcOrd="1" destOrd="0" presId="urn:microsoft.com/office/officeart/2005/8/layout/orgChart1"/>
    <dgm:cxn modelId="{6CB629C4-D020-4E85-8FC0-E02F44AFFC11}" type="presParOf" srcId="{204FDC0E-DF7C-4484-83F8-CC49E416F3E4}" destId="{239DC33B-2C21-499F-B76F-AB684FF12167}" srcOrd="2" destOrd="0" presId="urn:microsoft.com/office/officeart/2005/8/layout/orgChart1"/>
    <dgm:cxn modelId="{D3D3BA4C-1162-442A-ADCF-90EED9784854}" type="presParOf" srcId="{FE4B1435-F9E4-450E-92CC-E28FA0A3D6EF}" destId="{B28B9E7B-AA56-4D56-A005-C2A0228AB009}" srcOrd="10" destOrd="0" presId="urn:microsoft.com/office/officeart/2005/8/layout/orgChart1"/>
    <dgm:cxn modelId="{C4A1C3A3-2472-4ECE-B557-A5CA7EBDA161}" type="presParOf" srcId="{FE4B1435-F9E4-450E-92CC-E28FA0A3D6EF}" destId="{46450488-4B8C-4CE2-B5A0-5762D13FC39A}" srcOrd="11" destOrd="0" presId="urn:microsoft.com/office/officeart/2005/8/layout/orgChart1"/>
    <dgm:cxn modelId="{DBDB9F64-57A5-44E6-B1D0-99BA3A11DBD1}" type="presParOf" srcId="{46450488-4B8C-4CE2-B5A0-5762D13FC39A}" destId="{0B0AEC3B-B6CC-4C0C-AFEC-864E3C2A7D08}" srcOrd="0" destOrd="0" presId="urn:microsoft.com/office/officeart/2005/8/layout/orgChart1"/>
    <dgm:cxn modelId="{B13FD4F9-BD75-4B30-B124-392F78208344}" type="presParOf" srcId="{0B0AEC3B-B6CC-4C0C-AFEC-864E3C2A7D08}" destId="{19F67A08-566D-497C-93E3-30B4DF3BAFFE}" srcOrd="0" destOrd="0" presId="urn:microsoft.com/office/officeart/2005/8/layout/orgChart1"/>
    <dgm:cxn modelId="{8C988710-95E1-406F-875A-60DCFFF01CE7}" type="presParOf" srcId="{0B0AEC3B-B6CC-4C0C-AFEC-864E3C2A7D08}" destId="{49656DE0-6928-403B-93E1-458B8C5A6A3E}" srcOrd="1" destOrd="0" presId="urn:microsoft.com/office/officeart/2005/8/layout/orgChart1"/>
    <dgm:cxn modelId="{14D46366-D177-45AB-81CA-27B8B2EF3808}" type="presParOf" srcId="{46450488-4B8C-4CE2-B5A0-5762D13FC39A}" destId="{581324E2-DBC6-4429-BE7B-197E07FE7CFA}" srcOrd="1" destOrd="0" presId="urn:microsoft.com/office/officeart/2005/8/layout/orgChart1"/>
    <dgm:cxn modelId="{A0331AED-9368-40DC-A77F-AA5810B25029}" type="presParOf" srcId="{46450488-4B8C-4CE2-B5A0-5762D13FC39A}" destId="{FE72BE72-D6E9-4701-B9E7-385219DB784C}" srcOrd="2" destOrd="0" presId="urn:microsoft.com/office/officeart/2005/8/layout/orgChart1"/>
    <dgm:cxn modelId="{D433E878-F54E-40B5-B0FB-F5EE9EA431ED}" type="presParOf" srcId="{9879C1CE-504E-40B1-8A7F-EAFCD27842B2}" destId="{F152FC7F-C946-40A3-81CB-11BA0B99885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F7AAC-1DFA-457D-AAB6-9F51D90812D4}">
      <dsp:nvSpPr>
        <dsp:cNvPr id="0" name=""/>
        <dsp:cNvSpPr/>
      </dsp:nvSpPr>
      <dsp:spPr>
        <a:xfrm>
          <a:off x="1991944" y="649594"/>
          <a:ext cx="1650575" cy="143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615"/>
              </a:lnTo>
              <a:lnTo>
                <a:pt x="1650575" y="71615"/>
              </a:lnTo>
              <a:lnTo>
                <a:pt x="1650575" y="1432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E39B0-8183-420B-8924-182B40F4B2B2}">
      <dsp:nvSpPr>
        <dsp:cNvPr id="0" name=""/>
        <dsp:cNvSpPr/>
      </dsp:nvSpPr>
      <dsp:spPr>
        <a:xfrm>
          <a:off x="1991944" y="649594"/>
          <a:ext cx="825287" cy="143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615"/>
              </a:lnTo>
              <a:lnTo>
                <a:pt x="825287" y="71615"/>
              </a:lnTo>
              <a:lnTo>
                <a:pt x="825287" y="1432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F6764-E9E6-457D-827D-BFF36E8F66DE}">
      <dsp:nvSpPr>
        <dsp:cNvPr id="0" name=""/>
        <dsp:cNvSpPr/>
      </dsp:nvSpPr>
      <dsp:spPr>
        <a:xfrm>
          <a:off x="1946223" y="649594"/>
          <a:ext cx="91440" cy="1432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32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9E610-B3EA-4BE5-9802-512447A67BDC}">
      <dsp:nvSpPr>
        <dsp:cNvPr id="0" name=""/>
        <dsp:cNvSpPr/>
      </dsp:nvSpPr>
      <dsp:spPr>
        <a:xfrm>
          <a:off x="893833" y="1133854"/>
          <a:ext cx="102308" cy="1282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265"/>
              </a:lnTo>
              <a:lnTo>
                <a:pt x="102308" y="1282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4B646B-DBAF-406A-8154-5FF84B5B0F13}">
      <dsp:nvSpPr>
        <dsp:cNvPr id="0" name=""/>
        <dsp:cNvSpPr/>
      </dsp:nvSpPr>
      <dsp:spPr>
        <a:xfrm>
          <a:off x="893833" y="1133854"/>
          <a:ext cx="102308" cy="7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005"/>
              </a:lnTo>
              <a:lnTo>
                <a:pt x="102308" y="7980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DA5AF5-5FA5-4F47-9FF5-50B508822A03}">
      <dsp:nvSpPr>
        <dsp:cNvPr id="0" name=""/>
        <dsp:cNvSpPr/>
      </dsp:nvSpPr>
      <dsp:spPr>
        <a:xfrm>
          <a:off x="893833" y="1133854"/>
          <a:ext cx="102308" cy="313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3745"/>
              </a:lnTo>
              <a:lnTo>
                <a:pt x="102308" y="3137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78033-0891-4D1B-ACD9-44D06DB6D0A7}">
      <dsp:nvSpPr>
        <dsp:cNvPr id="0" name=""/>
        <dsp:cNvSpPr/>
      </dsp:nvSpPr>
      <dsp:spPr>
        <a:xfrm>
          <a:off x="1166656" y="649594"/>
          <a:ext cx="825287" cy="143231"/>
        </a:xfrm>
        <a:custGeom>
          <a:avLst/>
          <a:gdLst/>
          <a:ahLst/>
          <a:cxnLst/>
          <a:rect l="0" t="0" r="0" b="0"/>
          <a:pathLst>
            <a:path>
              <a:moveTo>
                <a:pt x="825287" y="0"/>
              </a:moveTo>
              <a:lnTo>
                <a:pt x="825287" y="71615"/>
              </a:lnTo>
              <a:lnTo>
                <a:pt x="0" y="71615"/>
              </a:lnTo>
              <a:lnTo>
                <a:pt x="0" y="1432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A2F13F-06FD-486F-B82B-09A2FB245197}">
      <dsp:nvSpPr>
        <dsp:cNvPr id="0" name=""/>
        <dsp:cNvSpPr/>
      </dsp:nvSpPr>
      <dsp:spPr>
        <a:xfrm>
          <a:off x="341368" y="649594"/>
          <a:ext cx="1650575" cy="143231"/>
        </a:xfrm>
        <a:custGeom>
          <a:avLst/>
          <a:gdLst/>
          <a:ahLst/>
          <a:cxnLst/>
          <a:rect l="0" t="0" r="0" b="0"/>
          <a:pathLst>
            <a:path>
              <a:moveTo>
                <a:pt x="1650575" y="0"/>
              </a:moveTo>
              <a:lnTo>
                <a:pt x="1650575" y="71615"/>
              </a:lnTo>
              <a:lnTo>
                <a:pt x="0" y="71615"/>
              </a:lnTo>
              <a:lnTo>
                <a:pt x="0" y="1432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530AD-A2B3-4368-B4DF-2C9CAD4A25ED}">
      <dsp:nvSpPr>
        <dsp:cNvPr id="0" name=""/>
        <dsp:cNvSpPr/>
      </dsp:nvSpPr>
      <dsp:spPr>
        <a:xfrm>
          <a:off x="1650915" y="30856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Accueil</a:t>
          </a:r>
        </a:p>
      </dsp:txBody>
      <dsp:txXfrm>
        <a:off x="1650915" y="308566"/>
        <a:ext cx="682056" cy="341028"/>
      </dsp:txXfrm>
    </dsp:sp>
    <dsp:sp modelId="{E6855C67-FB5D-48CA-92D2-70CB90D32C78}">
      <dsp:nvSpPr>
        <dsp:cNvPr id="0" name=""/>
        <dsp:cNvSpPr/>
      </dsp:nvSpPr>
      <dsp:spPr>
        <a:xfrm>
          <a:off x="340" y="79282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Formation</a:t>
          </a:r>
        </a:p>
      </dsp:txBody>
      <dsp:txXfrm>
        <a:off x="340" y="792826"/>
        <a:ext cx="682056" cy="341028"/>
      </dsp:txXfrm>
    </dsp:sp>
    <dsp:sp modelId="{FF898ABD-D14C-4AFF-B2E5-EBFEB6568E39}">
      <dsp:nvSpPr>
        <dsp:cNvPr id="0" name=""/>
        <dsp:cNvSpPr/>
      </dsp:nvSpPr>
      <dsp:spPr>
        <a:xfrm>
          <a:off x="825628" y="79282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Qu’est-ce que l’</a:t>
          </a:r>
          <a:r>
            <a:rPr lang="fr-CA" sz="800" kern="1200" dirty="0" err="1"/>
            <a:t>acu</a:t>
          </a:r>
          <a:r>
            <a:rPr lang="fr-CA" sz="800" kern="1200" dirty="0"/>
            <a:t>.?</a:t>
          </a:r>
        </a:p>
      </dsp:txBody>
      <dsp:txXfrm>
        <a:off x="825628" y="792826"/>
        <a:ext cx="682056" cy="341028"/>
      </dsp:txXfrm>
    </dsp:sp>
    <dsp:sp modelId="{731ECF89-E52B-47F6-BD6C-33F00C62A91C}">
      <dsp:nvSpPr>
        <dsp:cNvPr id="0" name=""/>
        <dsp:cNvSpPr/>
      </dsp:nvSpPr>
      <dsp:spPr>
        <a:xfrm>
          <a:off x="996142" y="1277085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Bienfaits</a:t>
          </a:r>
        </a:p>
      </dsp:txBody>
      <dsp:txXfrm>
        <a:off x="996142" y="1277085"/>
        <a:ext cx="682056" cy="341028"/>
      </dsp:txXfrm>
    </dsp:sp>
    <dsp:sp modelId="{E7B61F59-88E2-40AD-B3D0-AABD2DB840D6}">
      <dsp:nvSpPr>
        <dsp:cNvPr id="0" name=""/>
        <dsp:cNvSpPr/>
      </dsp:nvSpPr>
      <dsp:spPr>
        <a:xfrm>
          <a:off x="996142" y="1761345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Troubles traités</a:t>
          </a:r>
        </a:p>
      </dsp:txBody>
      <dsp:txXfrm>
        <a:off x="996142" y="1761345"/>
        <a:ext cx="682056" cy="341028"/>
      </dsp:txXfrm>
    </dsp:sp>
    <dsp:sp modelId="{0CD7D570-EC5A-45F4-B1D5-6D3015D0EB64}">
      <dsp:nvSpPr>
        <dsp:cNvPr id="0" name=""/>
        <dsp:cNvSpPr/>
      </dsp:nvSpPr>
      <dsp:spPr>
        <a:xfrm>
          <a:off x="996142" y="2245605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Outils utilisés</a:t>
          </a:r>
        </a:p>
      </dsp:txBody>
      <dsp:txXfrm>
        <a:off x="996142" y="2245605"/>
        <a:ext cx="682056" cy="341028"/>
      </dsp:txXfrm>
    </dsp:sp>
    <dsp:sp modelId="{FFB49FC3-51C9-49C1-9A63-797E91E845F0}">
      <dsp:nvSpPr>
        <dsp:cNvPr id="0" name=""/>
        <dsp:cNvSpPr/>
      </dsp:nvSpPr>
      <dsp:spPr>
        <a:xfrm>
          <a:off x="1650915" y="79282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Capsules santé (articles)</a:t>
          </a:r>
        </a:p>
      </dsp:txBody>
      <dsp:txXfrm>
        <a:off x="1650915" y="792826"/>
        <a:ext cx="682056" cy="341028"/>
      </dsp:txXfrm>
    </dsp:sp>
    <dsp:sp modelId="{FC15262E-926A-4177-895F-DAE502143AC3}">
      <dsp:nvSpPr>
        <dsp:cNvPr id="0" name=""/>
        <dsp:cNvSpPr/>
      </dsp:nvSpPr>
      <dsp:spPr>
        <a:xfrm>
          <a:off x="2476203" y="79282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FAQ</a:t>
          </a:r>
        </a:p>
      </dsp:txBody>
      <dsp:txXfrm>
        <a:off x="2476203" y="792826"/>
        <a:ext cx="682056" cy="341028"/>
      </dsp:txXfrm>
    </dsp:sp>
    <dsp:sp modelId="{82C29720-77A8-44DA-B5B6-0323559E53AA}">
      <dsp:nvSpPr>
        <dsp:cNvPr id="0" name=""/>
        <dsp:cNvSpPr/>
      </dsp:nvSpPr>
      <dsp:spPr>
        <a:xfrm>
          <a:off x="3301491" y="792826"/>
          <a:ext cx="682056" cy="341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RV</a:t>
          </a:r>
        </a:p>
      </dsp:txBody>
      <dsp:txXfrm>
        <a:off x="3301491" y="792826"/>
        <a:ext cx="682056" cy="341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B9E7B-AA56-4D56-A005-C2A0228AB009}">
      <dsp:nvSpPr>
        <dsp:cNvPr id="0" name=""/>
        <dsp:cNvSpPr/>
      </dsp:nvSpPr>
      <dsp:spPr>
        <a:xfrm>
          <a:off x="2667000" y="1127500"/>
          <a:ext cx="2287252" cy="158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92"/>
              </a:lnTo>
              <a:lnTo>
                <a:pt x="2287252" y="79392"/>
              </a:lnTo>
              <a:lnTo>
                <a:pt x="2287252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CF7AAC-1DFA-457D-AAB6-9F51D90812D4}">
      <dsp:nvSpPr>
        <dsp:cNvPr id="0" name=""/>
        <dsp:cNvSpPr/>
      </dsp:nvSpPr>
      <dsp:spPr>
        <a:xfrm>
          <a:off x="2667000" y="1127500"/>
          <a:ext cx="1372351" cy="158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92"/>
              </a:lnTo>
              <a:lnTo>
                <a:pt x="1372351" y="79392"/>
              </a:lnTo>
              <a:lnTo>
                <a:pt x="1372351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E39B0-8183-420B-8924-182B40F4B2B2}">
      <dsp:nvSpPr>
        <dsp:cNvPr id="0" name=""/>
        <dsp:cNvSpPr/>
      </dsp:nvSpPr>
      <dsp:spPr>
        <a:xfrm>
          <a:off x="2667000" y="1127500"/>
          <a:ext cx="457450" cy="158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92"/>
              </a:lnTo>
              <a:lnTo>
                <a:pt x="457450" y="79392"/>
              </a:lnTo>
              <a:lnTo>
                <a:pt x="457450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F6764-E9E6-457D-827D-BFF36E8F66DE}">
      <dsp:nvSpPr>
        <dsp:cNvPr id="0" name=""/>
        <dsp:cNvSpPr/>
      </dsp:nvSpPr>
      <dsp:spPr>
        <a:xfrm>
          <a:off x="2209549" y="1127500"/>
          <a:ext cx="457450" cy="158784"/>
        </a:xfrm>
        <a:custGeom>
          <a:avLst/>
          <a:gdLst/>
          <a:ahLst/>
          <a:cxnLst/>
          <a:rect l="0" t="0" r="0" b="0"/>
          <a:pathLst>
            <a:path>
              <a:moveTo>
                <a:pt x="457450" y="0"/>
              </a:moveTo>
              <a:lnTo>
                <a:pt x="457450" y="79392"/>
              </a:lnTo>
              <a:lnTo>
                <a:pt x="0" y="79392"/>
              </a:lnTo>
              <a:lnTo>
                <a:pt x="0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9E610-B3EA-4BE5-9802-512447A67BDC}">
      <dsp:nvSpPr>
        <dsp:cNvPr id="0" name=""/>
        <dsp:cNvSpPr/>
      </dsp:nvSpPr>
      <dsp:spPr>
        <a:xfrm>
          <a:off x="992201" y="1664342"/>
          <a:ext cx="113417" cy="1421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1499"/>
              </a:lnTo>
              <a:lnTo>
                <a:pt x="113417" y="14214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4B646B-DBAF-406A-8154-5FF84B5B0F13}">
      <dsp:nvSpPr>
        <dsp:cNvPr id="0" name=""/>
        <dsp:cNvSpPr/>
      </dsp:nvSpPr>
      <dsp:spPr>
        <a:xfrm>
          <a:off x="992201" y="1664342"/>
          <a:ext cx="113417" cy="884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656"/>
              </a:lnTo>
              <a:lnTo>
                <a:pt x="113417" y="8846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DA5AF5-5FA5-4F47-9FF5-50B508822A03}">
      <dsp:nvSpPr>
        <dsp:cNvPr id="0" name=""/>
        <dsp:cNvSpPr/>
      </dsp:nvSpPr>
      <dsp:spPr>
        <a:xfrm>
          <a:off x="992201" y="1664342"/>
          <a:ext cx="113417" cy="347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813"/>
              </a:lnTo>
              <a:lnTo>
                <a:pt x="113417" y="3478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78033-0891-4D1B-ACD9-44D06DB6D0A7}">
      <dsp:nvSpPr>
        <dsp:cNvPr id="0" name=""/>
        <dsp:cNvSpPr/>
      </dsp:nvSpPr>
      <dsp:spPr>
        <a:xfrm>
          <a:off x="1294648" y="1127500"/>
          <a:ext cx="1372351" cy="158784"/>
        </a:xfrm>
        <a:custGeom>
          <a:avLst/>
          <a:gdLst/>
          <a:ahLst/>
          <a:cxnLst/>
          <a:rect l="0" t="0" r="0" b="0"/>
          <a:pathLst>
            <a:path>
              <a:moveTo>
                <a:pt x="1372351" y="0"/>
              </a:moveTo>
              <a:lnTo>
                <a:pt x="1372351" y="79392"/>
              </a:lnTo>
              <a:lnTo>
                <a:pt x="0" y="79392"/>
              </a:lnTo>
              <a:lnTo>
                <a:pt x="0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A2F13F-06FD-486F-B82B-09A2FB245197}">
      <dsp:nvSpPr>
        <dsp:cNvPr id="0" name=""/>
        <dsp:cNvSpPr/>
      </dsp:nvSpPr>
      <dsp:spPr>
        <a:xfrm>
          <a:off x="379747" y="1127500"/>
          <a:ext cx="2287252" cy="158784"/>
        </a:xfrm>
        <a:custGeom>
          <a:avLst/>
          <a:gdLst/>
          <a:ahLst/>
          <a:cxnLst/>
          <a:rect l="0" t="0" r="0" b="0"/>
          <a:pathLst>
            <a:path>
              <a:moveTo>
                <a:pt x="2287252" y="0"/>
              </a:moveTo>
              <a:lnTo>
                <a:pt x="2287252" y="79392"/>
              </a:lnTo>
              <a:lnTo>
                <a:pt x="0" y="79392"/>
              </a:lnTo>
              <a:lnTo>
                <a:pt x="0" y="1587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530AD-A2B3-4368-B4DF-2C9CAD4A25ED}">
      <dsp:nvSpPr>
        <dsp:cNvPr id="0" name=""/>
        <dsp:cNvSpPr/>
      </dsp:nvSpPr>
      <dsp:spPr>
        <a:xfrm>
          <a:off x="2288941" y="749441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Accueil</a:t>
          </a:r>
        </a:p>
      </dsp:txBody>
      <dsp:txXfrm>
        <a:off x="2288941" y="749441"/>
        <a:ext cx="756116" cy="378058"/>
      </dsp:txXfrm>
    </dsp:sp>
    <dsp:sp modelId="{E6855C67-FB5D-48CA-92D2-70CB90D32C78}">
      <dsp:nvSpPr>
        <dsp:cNvPr id="0" name=""/>
        <dsp:cNvSpPr/>
      </dsp:nvSpPr>
      <dsp:spPr>
        <a:xfrm>
          <a:off x="1688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Gynéco</a:t>
          </a:r>
        </a:p>
      </dsp:txBody>
      <dsp:txXfrm>
        <a:off x="1688" y="1286284"/>
        <a:ext cx="756116" cy="378058"/>
      </dsp:txXfrm>
    </dsp:sp>
    <dsp:sp modelId="{FF898ABD-D14C-4AFF-B2E5-EBFEB6568E39}">
      <dsp:nvSpPr>
        <dsp:cNvPr id="0" name=""/>
        <dsp:cNvSpPr/>
      </dsp:nvSpPr>
      <dsp:spPr>
        <a:xfrm>
          <a:off x="916589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Suivi </a:t>
          </a:r>
          <a:br>
            <a:rPr lang="fr-CA" sz="800" kern="1200" dirty="0"/>
          </a:br>
          <a:r>
            <a:rPr lang="fr-CA" sz="800" kern="1200" dirty="0"/>
            <a:t>grossesse</a:t>
          </a:r>
        </a:p>
      </dsp:txBody>
      <dsp:txXfrm>
        <a:off x="916589" y="1286284"/>
        <a:ext cx="756116" cy="378058"/>
      </dsp:txXfrm>
    </dsp:sp>
    <dsp:sp modelId="{731ECF89-E52B-47F6-BD6C-33F00C62A91C}">
      <dsp:nvSpPr>
        <dsp:cNvPr id="0" name=""/>
        <dsp:cNvSpPr/>
      </dsp:nvSpPr>
      <dsp:spPr>
        <a:xfrm>
          <a:off x="1105619" y="1823127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Types de suivis</a:t>
          </a:r>
        </a:p>
      </dsp:txBody>
      <dsp:txXfrm>
        <a:off x="1105619" y="1823127"/>
        <a:ext cx="756116" cy="378058"/>
      </dsp:txXfrm>
    </dsp:sp>
    <dsp:sp modelId="{E7B61F59-88E2-40AD-B3D0-AABD2DB840D6}">
      <dsp:nvSpPr>
        <dsp:cNvPr id="0" name=""/>
        <dsp:cNvSpPr/>
      </dsp:nvSpPr>
      <dsp:spPr>
        <a:xfrm>
          <a:off x="1105619" y="2359970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Diag et monitoring</a:t>
          </a:r>
        </a:p>
      </dsp:txBody>
      <dsp:txXfrm>
        <a:off x="1105619" y="2359970"/>
        <a:ext cx="756116" cy="378058"/>
      </dsp:txXfrm>
    </dsp:sp>
    <dsp:sp modelId="{0CD7D570-EC5A-45F4-B1D5-6D3015D0EB64}">
      <dsp:nvSpPr>
        <dsp:cNvPr id="0" name=""/>
        <dsp:cNvSpPr/>
      </dsp:nvSpPr>
      <dsp:spPr>
        <a:xfrm>
          <a:off x="1105619" y="2896812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Questions?</a:t>
          </a:r>
        </a:p>
      </dsp:txBody>
      <dsp:txXfrm>
        <a:off x="1105619" y="2896812"/>
        <a:ext cx="756116" cy="378058"/>
      </dsp:txXfrm>
    </dsp:sp>
    <dsp:sp modelId="{FFB49FC3-51C9-49C1-9A63-797E91E845F0}">
      <dsp:nvSpPr>
        <dsp:cNvPr id="0" name=""/>
        <dsp:cNvSpPr/>
      </dsp:nvSpPr>
      <dsp:spPr>
        <a:xfrm>
          <a:off x="1831491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Préparation naissance</a:t>
          </a:r>
        </a:p>
      </dsp:txBody>
      <dsp:txXfrm>
        <a:off x="1831491" y="1286284"/>
        <a:ext cx="756116" cy="378058"/>
      </dsp:txXfrm>
    </dsp:sp>
    <dsp:sp modelId="{FC15262E-926A-4177-895F-DAE502143AC3}">
      <dsp:nvSpPr>
        <dsp:cNvPr id="0" name=""/>
        <dsp:cNvSpPr/>
      </dsp:nvSpPr>
      <dsp:spPr>
        <a:xfrm>
          <a:off x="2746392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Rééducation</a:t>
          </a:r>
        </a:p>
      </dsp:txBody>
      <dsp:txXfrm>
        <a:off x="2746392" y="1286284"/>
        <a:ext cx="756116" cy="378058"/>
      </dsp:txXfrm>
    </dsp:sp>
    <dsp:sp modelId="{82C29720-77A8-44DA-B5B6-0323559E53AA}">
      <dsp:nvSpPr>
        <dsp:cNvPr id="0" name=""/>
        <dsp:cNvSpPr/>
      </dsp:nvSpPr>
      <dsp:spPr>
        <a:xfrm>
          <a:off x="3661293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Relation Parent/enfant</a:t>
          </a:r>
        </a:p>
      </dsp:txBody>
      <dsp:txXfrm>
        <a:off x="3661293" y="1286284"/>
        <a:ext cx="756116" cy="378058"/>
      </dsp:txXfrm>
    </dsp:sp>
    <dsp:sp modelId="{19F67A08-566D-497C-93E3-30B4DF3BAFFE}">
      <dsp:nvSpPr>
        <dsp:cNvPr id="0" name=""/>
        <dsp:cNvSpPr/>
      </dsp:nvSpPr>
      <dsp:spPr>
        <a:xfrm>
          <a:off x="4576194" y="1286284"/>
          <a:ext cx="756116" cy="3780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800" kern="1200" dirty="0"/>
            <a:t>Autres services</a:t>
          </a:r>
        </a:p>
      </dsp:txBody>
      <dsp:txXfrm>
        <a:off x="4576194" y="1286284"/>
        <a:ext cx="756116" cy="378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55C36-1E6E-4D87-BA4A-29300E71C7CF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369BC-F1BC-4BFB-BE40-8D534ACAD45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079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Quelques définitions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La structure et la présentation d’un site Web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Les étapes de conception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0508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6859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9167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9364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9549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59770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5501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69BC-F1BC-4BFB-BE40-8D534ACAD45E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097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19181e4d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19181e4d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13c3eee86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13c3eee86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32cdee07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32cdee07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764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899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236CAB-1102-4B63-B9A1-3BC95F2046CC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558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488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924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81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1675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857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031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153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9360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6429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3783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3832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2082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367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0172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9575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878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5C1DC-20EA-43A4-948A-D0D07DB2E4B4}" type="datetimeFigureOut">
              <a:rPr lang="fr-CA" smtClean="0"/>
              <a:t>2022-10-31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B6649-4001-4DAD-B812-7F14843DD2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615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5.xml"/><Relationship Id="rId7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rello.com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angiblewords.com/whats-the-purpose-of-a-company-websit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nterest.ca/pin/301389400044589308/" TargetMode="External"/><Relationship Id="rId3" Type="http://schemas.openxmlformats.org/officeDocument/2006/relationships/hyperlink" Target="https://balsamiq.com/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moqups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www.figma.com/" TargetMode="External"/><Relationship Id="rId9" Type="http://schemas.openxmlformats.org/officeDocument/2006/relationships/hyperlink" Target="https://www.lucidchart.com/pages/templates/wireframe/mobile-wireframe-templat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com/" TargetMode="External"/><Relationship Id="rId2" Type="http://schemas.openxmlformats.org/officeDocument/2006/relationships/hyperlink" Target="https://www.journaldunet.fr/web-tech/dictionnaire-du-webmastering/1203349-cms-content-management-system-definition-traduction-et-acteur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6C2BF-A487-4FD6-8CD9-547466FF994D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Interfaces web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F1237E-4336-4711-B5F8-42D588BE32A3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Planification de la conception du site</a:t>
            </a:r>
          </a:p>
        </p:txBody>
      </p:sp>
    </p:spTree>
    <p:extLst>
      <p:ext uri="{BB962C8B-B14F-4D97-AF65-F5344CB8AC3E}">
        <p14:creationId xmlns:p14="http://schemas.microsoft.com/office/powerpoint/2010/main" val="1147526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65444-E00C-4489-48A4-D778FC0B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 de la présentation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e résumé 4">
                <a:extLst>
                  <a:ext uri="{FF2B5EF4-FFF2-40B4-BE49-F238E27FC236}">
                    <a16:creationId xmlns:a16="http://schemas.microsoft.com/office/drawing/2014/main" id="{E4089027-E543-0BEB-A7D3-E9A34782A5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7137382"/>
                  </p:ext>
                </p:extLst>
              </p:nvPr>
            </p:nvGraphicFramePr>
            <p:xfrm>
              <a:off x="685800" y="2193925"/>
              <a:ext cx="10820400" cy="4024313"/>
            </p:xfrm>
            <a:graphic>
              <a:graphicData uri="http://schemas.microsoft.com/office/powerpoint/2016/summaryzoom">
                <psuz:summaryZm>
                  <psuz:summaryZmObj sectionId="{E85DAF43-41AB-456D-9F9B-DA0FBA8847E8}">
                    <psuz:zmPr id="{1D7AEB06-5732-426C-BD6A-33E79CA1EA6C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9290" y="1099185"/>
                          <a:ext cx="3246120" cy="18259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63770CF-98A7-4C93-B4CB-122D4D763C30}">
                    <psuz:zmPr id="{8233F2AF-E41B-4A82-B809-E2AEF054A1B4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787140" y="1099185"/>
                          <a:ext cx="3246120" cy="18259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5F468F3-0668-4949-8A42-7FF681224A79}">
                    <psuz:zmPr id="{A75B3F9C-11E4-40BE-86BB-42EC861FE238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154990" y="1099185"/>
                          <a:ext cx="3246120" cy="18259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e résumé 4">
                <a:extLst>
                  <a:ext uri="{FF2B5EF4-FFF2-40B4-BE49-F238E27FC236}">
                    <a16:creationId xmlns:a16="http://schemas.microsoft.com/office/drawing/2014/main" id="{E4089027-E543-0BEB-A7D3-E9A34782A587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685800" y="2193925"/>
                <a:ext cx="10820400" cy="4024313"/>
                <a:chOff x="685800" y="2193925"/>
                <a:chExt cx="10820400" cy="4024313"/>
              </a:xfrm>
            </p:grpSpPr>
            <p:pic>
              <p:nvPicPr>
                <p:cNvPr id="3" name="Image 3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105090" y="3293110"/>
                  <a:ext cx="3246120" cy="182594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Image 4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72940" y="3293110"/>
                  <a:ext cx="3246120" cy="182594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Image 6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40790" y="3293110"/>
                  <a:ext cx="3246120" cy="182594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94458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6BAA5-AA4D-49C1-B0AE-C9313DF5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215BD2-908E-4DBD-AEE3-1EC8FB191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Quelques définitions</a:t>
            </a:r>
          </a:p>
        </p:txBody>
      </p:sp>
    </p:spTree>
    <p:extLst>
      <p:ext uri="{BB962C8B-B14F-4D97-AF65-F5344CB8AC3E}">
        <p14:creationId xmlns:p14="http://schemas.microsoft.com/office/powerpoint/2010/main" val="282681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b="1" dirty="0"/>
              <a:t>HTML et CSS</a:t>
            </a:r>
          </a:p>
          <a:p>
            <a:r>
              <a:rPr lang="fr-CA" dirty="0"/>
              <a:t>Hébergeur / hébergement</a:t>
            </a:r>
          </a:p>
          <a:p>
            <a:r>
              <a:rPr lang="fr-CA" dirty="0"/>
              <a:t>Serveur Web et client Web</a:t>
            </a:r>
          </a:p>
          <a:p>
            <a:r>
              <a:rPr lang="fr-CA" dirty="0"/>
              <a:t>Site web </a:t>
            </a:r>
            <a:r>
              <a:rPr lang="fr-CA" i="1" dirty="0"/>
              <a:t>Responsive</a:t>
            </a:r>
          </a:p>
          <a:p>
            <a:r>
              <a:rPr lang="fr-CA" dirty="0"/>
              <a:t>Site statique vs site dynamique</a:t>
            </a:r>
          </a:p>
          <a:p>
            <a:r>
              <a:rPr lang="fr-CA" dirty="0"/>
              <a:t>CMS : Content management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BA8D2D-C955-431B-ADB1-F3A467DD6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35" y="3855442"/>
            <a:ext cx="2904090" cy="14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8899E8-8C34-4798-BD7D-151D7629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306" y="2057401"/>
            <a:ext cx="3076368" cy="150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13B73B6-DA5A-4E06-A234-29BFA2237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971" y="3855442"/>
            <a:ext cx="2178118" cy="145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447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dirty="0"/>
              <a:t>HTML et CSS</a:t>
            </a:r>
          </a:p>
          <a:p>
            <a:r>
              <a:rPr lang="fr-CA" b="1" dirty="0"/>
              <a:t>Hébergeur / hébergement</a:t>
            </a:r>
          </a:p>
          <a:p>
            <a:r>
              <a:rPr lang="fr-CA" dirty="0"/>
              <a:t>Serveur Web et client Web</a:t>
            </a:r>
          </a:p>
          <a:p>
            <a:r>
              <a:rPr lang="fr-CA" dirty="0"/>
              <a:t>Site web </a:t>
            </a:r>
            <a:r>
              <a:rPr lang="fr-CA" i="1" dirty="0"/>
              <a:t>Responsive</a:t>
            </a:r>
          </a:p>
          <a:p>
            <a:r>
              <a:rPr lang="fr-CA" dirty="0"/>
              <a:t>Site statique vs site dynamique</a:t>
            </a:r>
          </a:p>
          <a:p>
            <a:r>
              <a:rPr lang="fr-CA" dirty="0"/>
              <a:t>CMS : Content management system</a:t>
            </a:r>
          </a:p>
        </p:txBody>
      </p:sp>
      <p:pic>
        <p:nvPicPr>
          <p:cNvPr id="7" name="Image 6" descr="Une image contenant ordinateur, machine, bus&#10;&#10;Description générée automatiquement">
            <a:extLst>
              <a:ext uri="{FF2B5EF4-FFF2-40B4-BE49-F238E27FC236}">
                <a16:creationId xmlns:a16="http://schemas.microsoft.com/office/drawing/2014/main" id="{F18910BB-D865-4CBD-96CE-D0869258BE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29" y="4270289"/>
            <a:ext cx="2922593" cy="1948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DFA299D-9864-4B4D-A2C3-4203D0C4778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639" y="2539713"/>
            <a:ext cx="3236583" cy="231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00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dirty="0"/>
              <a:t>HTML et CSS</a:t>
            </a:r>
          </a:p>
          <a:p>
            <a:r>
              <a:rPr lang="fr-CA" dirty="0"/>
              <a:t>Hébergeur / hébergement</a:t>
            </a:r>
          </a:p>
          <a:p>
            <a:r>
              <a:rPr lang="fr-CA" b="1" dirty="0"/>
              <a:t>Serveur Web et client Web</a:t>
            </a:r>
          </a:p>
          <a:p>
            <a:r>
              <a:rPr lang="fr-CA" dirty="0"/>
              <a:t>Site web </a:t>
            </a:r>
            <a:r>
              <a:rPr lang="fr-CA" i="1" dirty="0"/>
              <a:t>Responsive</a:t>
            </a:r>
          </a:p>
          <a:p>
            <a:r>
              <a:rPr lang="fr-CA" dirty="0"/>
              <a:t>Site statique vs site dynamique</a:t>
            </a:r>
          </a:p>
          <a:p>
            <a:r>
              <a:rPr lang="fr-CA" dirty="0"/>
              <a:t>CMS : Content management system</a:t>
            </a:r>
          </a:p>
        </p:txBody>
      </p:sp>
      <p:pic>
        <p:nvPicPr>
          <p:cNvPr id="6" name="Espace réservé du contenu 5" descr="Une image contenant intérieur, table, assis, ordinateur&#10;&#10;Description générée automatiquement">
            <a:extLst>
              <a:ext uri="{FF2B5EF4-FFF2-40B4-BE49-F238E27FC236}">
                <a16:creationId xmlns:a16="http://schemas.microsoft.com/office/drawing/2014/main" id="{AE1C31F8-28C3-41E1-B503-5A779EDDBC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109" y="3306418"/>
            <a:ext cx="4476750" cy="1905000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EFC12EB-E463-4476-A536-31A87E3A4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13" y="3889542"/>
            <a:ext cx="228571" cy="22857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EE07862-5489-40AD-A56A-2C19BE9592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087" y="4646585"/>
            <a:ext cx="238095" cy="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01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dirty="0"/>
              <a:t>HTML et CSS</a:t>
            </a:r>
          </a:p>
          <a:p>
            <a:r>
              <a:rPr lang="fr-CA" dirty="0"/>
              <a:t>Hébergeur / hébergement</a:t>
            </a:r>
          </a:p>
          <a:p>
            <a:r>
              <a:rPr lang="fr-CA" dirty="0"/>
              <a:t>Serveur Web et client Web</a:t>
            </a:r>
          </a:p>
          <a:p>
            <a:r>
              <a:rPr lang="fr-CA" b="1" dirty="0"/>
              <a:t>Site web </a:t>
            </a:r>
            <a:r>
              <a:rPr lang="fr-CA" b="1" i="1" dirty="0"/>
              <a:t>Responsive</a:t>
            </a:r>
          </a:p>
          <a:p>
            <a:r>
              <a:rPr lang="fr-CA" dirty="0"/>
              <a:t>Site statique vs site dynamique</a:t>
            </a:r>
          </a:p>
          <a:p>
            <a:r>
              <a:rPr lang="fr-CA" dirty="0"/>
              <a:t>CMS : Content management system</a:t>
            </a:r>
          </a:p>
        </p:txBody>
      </p:sp>
      <p:pic>
        <p:nvPicPr>
          <p:cNvPr id="7" name="Espace réservé du contenu 4" descr="Une image contenant moniteur, capture d’écran, assis, ordinateur&#10;&#10;Description générée automatiquement">
            <a:extLst>
              <a:ext uri="{FF2B5EF4-FFF2-40B4-BE49-F238E27FC236}">
                <a16:creationId xmlns:a16="http://schemas.microsoft.com/office/drawing/2014/main" id="{9F631F34-4AB5-4D10-B5CD-06A3E42651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235" y="2754105"/>
            <a:ext cx="5334000" cy="25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dirty="0"/>
              <a:t>HTML et CSS</a:t>
            </a:r>
          </a:p>
          <a:p>
            <a:r>
              <a:rPr lang="fr-CA" dirty="0"/>
              <a:t>Hébergeur / hébergement</a:t>
            </a:r>
          </a:p>
          <a:p>
            <a:r>
              <a:rPr lang="fr-CA" dirty="0"/>
              <a:t>Serveur Web et client Web</a:t>
            </a:r>
          </a:p>
          <a:p>
            <a:r>
              <a:rPr lang="fr-CA" dirty="0"/>
              <a:t>Site web </a:t>
            </a:r>
            <a:r>
              <a:rPr lang="fr-CA" i="1" dirty="0"/>
              <a:t>Responsive</a:t>
            </a:r>
          </a:p>
          <a:p>
            <a:r>
              <a:rPr lang="fr-CA" b="1" dirty="0"/>
              <a:t>Site statique vs site dynamique</a:t>
            </a:r>
          </a:p>
          <a:p>
            <a:r>
              <a:rPr lang="fr-CA" dirty="0"/>
              <a:t>CMS : Content management system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A80F88-3CA4-4633-B73F-C7CCBA4E3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92" y="4831684"/>
            <a:ext cx="6933898" cy="1757959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95457E75-40B3-4452-9294-2A254490D8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650" y="2129257"/>
            <a:ext cx="6033936" cy="1905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E3E3493-6FA7-4A1E-909E-4DC9058D5938}"/>
              </a:ext>
            </a:extLst>
          </p:cNvPr>
          <p:cNvSpPr/>
          <p:nvPr/>
        </p:nvSpPr>
        <p:spPr>
          <a:xfrm>
            <a:off x="7763623" y="1707178"/>
            <a:ext cx="25875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Site statique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FFA045-19B1-4558-9D77-65D30DCCC2D6}"/>
              </a:ext>
            </a:extLst>
          </p:cNvPr>
          <p:cNvSpPr/>
          <p:nvPr/>
        </p:nvSpPr>
        <p:spPr>
          <a:xfrm>
            <a:off x="7414972" y="4295959"/>
            <a:ext cx="328487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Site dynamique</a:t>
            </a:r>
          </a:p>
        </p:txBody>
      </p:sp>
    </p:spTree>
    <p:extLst>
      <p:ext uri="{BB962C8B-B14F-4D97-AF65-F5344CB8AC3E}">
        <p14:creationId xmlns:p14="http://schemas.microsoft.com/office/powerpoint/2010/main" val="3540638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85799" y="2194559"/>
            <a:ext cx="5566719" cy="4024125"/>
          </a:xfrm>
        </p:spPr>
        <p:txBody>
          <a:bodyPr/>
          <a:lstStyle/>
          <a:p>
            <a:r>
              <a:rPr lang="fr-CA" dirty="0"/>
              <a:t>HTML et CSS</a:t>
            </a:r>
          </a:p>
          <a:p>
            <a:r>
              <a:rPr lang="fr-CA" dirty="0"/>
              <a:t>Hébergeur / hébergement</a:t>
            </a:r>
          </a:p>
          <a:p>
            <a:r>
              <a:rPr lang="fr-CA" dirty="0"/>
              <a:t>Serveur Web et client Web</a:t>
            </a:r>
          </a:p>
          <a:p>
            <a:r>
              <a:rPr lang="fr-CA" dirty="0"/>
              <a:t>Site web </a:t>
            </a:r>
            <a:r>
              <a:rPr lang="fr-CA" i="1" dirty="0"/>
              <a:t>Responsive</a:t>
            </a:r>
          </a:p>
          <a:p>
            <a:r>
              <a:rPr lang="fr-CA" dirty="0"/>
              <a:t>Site statique vs site dynamique</a:t>
            </a:r>
          </a:p>
          <a:p>
            <a:r>
              <a:rPr lang="fr-CA" b="1" dirty="0"/>
              <a:t>CMS : Content management system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E0AC9F3-A548-4B79-9889-3DDA084254E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915598"/>
            <a:ext cx="5334000" cy="258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350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E0489-3611-4620-B3EF-FCEEB462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types de sites Web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58BE6C-8988-403D-8B66-1115C8DA48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Promotionnel </a:t>
            </a:r>
            <a:r>
              <a:rPr lang="fr-CA" sz="2400" dirty="0">
                <a:solidFill>
                  <a:srgbClr val="434343"/>
                </a:solidFill>
              </a:rPr>
              <a:t>: Il fait la promotion d'une compagnie, d'une organisation, d'un individu, dans le but de vendre des produits ou des services. On l’appel aussi </a:t>
            </a:r>
            <a:r>
              <a:rPr lang="fr-CA" sz="2400" b="1" dirty="0">
                <a:solidFill>
                  <a:srgbClr val="434343"/>
                </a:solidFill>
              </a:rPr>
              <a:t>site vitrine</a:t>
            </a:r>
            <a:r>
              <a:rPr lang="fr-CA" sz="2400" dirty="0">
                <a:solidFill>
                  <a:srgbClr val="434343"/>
                </a:solidFill>
              </a:rPr>
              <a:t>.</a:t>
            </a:r>
          </a:p>
          <a:p>
            <a:pPr marL="45720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2400" dirty="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Transactionnel </a:t>
            </a:r>
            <a:r>
              <a:rPr lang="fr-CA" sz="2400" dirty="0">
                <a:solidFill>
                  <a:srgbClr val="434343"/>
                </a:solidFill>
              </a:rPr>
              <a:t>(e-commerce, transactions bancaires) : </a:t>
            </a:r>
            <a:br>
              <a:rPr lang="fr-CA" sz="2400" dirty="0">
                <a:solidFill>
                  <a:srgbClr val="434343"/>
                </a:solidFill>
              </a:rPr>
            </a:br>
            <a:r>
              <a:rPr lang="fr-CA" sz="2400" dirty="0">
                <a:solidFill>
                  <a:srgbClr val="434343"/>
                </a:solidFill>
              </a:rPr>
              <a:t>Il permet la vente ou l'achat de produits, de services</a:t>
            </a:r>
          </a:p>
          <a:p>
            <a:pPr marL="45720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2400" dirty="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Institutionnel </a:t>
            </a:r>
            <a:r>
              <a:rPr lang="fr-CA" sz="2400" dirty="0">
                <a:solidFill>
                  <a:srgbClr val="434343"/>
                </a:solidFill>
              </a:rPr>
              <a:t>: Une institution présente son organisation et ses valeurs, décrit ses activités, ses performances</a:t>
            </a:r>
          </a:p>
          <a:p>
            <a:pPr marL="45720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2400" dirty="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Informationnel </a:t>
            </a:r>
            <a:r>
              <a:rPr lang="fr-CA" sz="2400" dirty="0">
                <a:solidFill>
                  <a:srgbClr val="434343"/>
                </a:solidFill>
              </a:rPr>
              <a:t>: Ces sites présentent une information particulière à ses visiteurs. Par exemple, des sites sur l’actualité, la santé, la musique, etc.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7F3741-3872-42AE-B6F9-5C75BAE278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Réseaux sociaux </a:t>
            </a:r>
            <a:r>
              <a:rPr lang="fr-CA" sz="2400" dirty="0">
                <a:solidFill>
                  <a:srgbClr val="434343"/>
                </a:solidFill>
              </a:rPr>
              <a:t>: Sites permettant l’échange et la collaboration (exemples : Instagram. Facebook, Twitter, etc.)</a:t>
            </a:r>
          </a:p>
          <a:p>
            <a:pPr marL="45720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2400" dirty="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Portail </a:t>
            </a:r>
            <a:r>
              <a:rPr lang="fr-CA" sz="2400" dirty="0">
                <a:solidFill>
                  <a:srgbClr val="434343"/>
                </a:solidFill>
              </a:rPr>
              <a:t>: C'est une porte d'entrée unique sur un large éventail de ressources et de services (courriel, forum, espace de publication, outil de recherche, etc.)</a:t>
            </a:r>
          </a:p>
          <a:p>
            <a:pPr marL="45720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2400" dirty="0">
              <a:solidFill>
                <a:srgbClr val="434343"/>
              </a:solidFill>
            </a:endParaRPr>
          </a:p>
          <a:p>
            <a:pPr marL="457200" lvl="0" indent="-3302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fr-CA" sz="2400" b="1" dirty="0">
                <a:solidFill>
                  <a:srgbClr val="434343"/>
                </a:solidFill>
              </a:rPr>
              <a:t>SaaS </a:t>
            </a:r>
            <a:r>
              <a:rPr lang="fr-CA" sz="2400" dirty="0">
                <a:solidFill>
                  <a:srgbClr val="434343"/>
                </a:solidFill>
              </a:rPr>
              <a:t>(</a:t>
            </a:r>
            <a:r>
              <a:rPr lang="fr-CA" sz="2400" i="1" dirty="0">
                <a:solidFill>
                  <a:srgbClr val="434343"/>
                </a:solidFill>
              </a:rPr>
              <a:t>software as a service</a:t>
            </a:r>
            <a:r>
              <a:rPr lang="fr-CA" sz="2400" dirty="0">
                <a:solidFill>
                  <a:srgbClr val="434343"/>
                </a:solidFill>
              </a:rPr>
              <a:t>) : Sites web offrant un service de type “logiciel” (exemple : Site de courriel, Google Apps / Office 365, </a:t>
            </a:r>
            <a:r>
              <a:rPr lang="fr-CA" sz="2400" u="sng" dirty="0">
                <a:solidFill>
                  <a:schemeClr val="hlink"/>
                </a:solidFill>
                <a:hlinkClick r:id="rId2"/>
              </a:rPr>
              <a:t>Trello</a:t>
            </a:r>
            <a:r>
              <a:rPr lang="fr-CA" sz="2400" dirty="0">
                <a:solidFill>
                  <a:srgbClr val="434343"/>
                </a:solidFill>
              </a:rPr>
              <a:t>).</a:t>
            </a:r>
          </a:p>
        </p:txBody>
      </p:sp>
      <p:sp>
        <p:nvSpPr>
          <p:cNvPr id="5" name="Google Shape;249;p31">
            <a:extLst>
              <a:ext uri="{FF2B5EF4-FFF2-40B4-BE49-F238E27FC236}">
                <a16:creationId xmlns:a16="http://schemas.microsoft.com/office/drawing/2014/main" id="{765C26C8-CEF2-453E-9F66-9179D466A94F}"/>
              </a:ext>
            </a:extLst>
          </p:cNvPr>
          <p:cNvSpPr txBox="1"/>
          <p:nvPr/>
        </p:nvSpPr>
        <p:spPr>
          <a:xfrm>
            <a:off x="6811000" y="5606442"/>
            <a:ext cx="2658900" cy="74940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b="1">
                <a:solidFill>
                  <a:srgbClr val="434343"/>
                </a:solidFill>
              </a:rPr>
              <a:t>Note</a:t>
            </a:r>
            <a:r>
              <a:rPr lang="fr" sz="1300">
                <a:solidFill>
                  <a:srgbClr val="434343"/>
                </a:solidFill>
              </a:rPr>
              <a:t>: Un site web pourrait correspondre à plus d’un type</a:t>
            </a:r>
            <a:endParaRPr sz="1300" b="1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4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F48AE3-6F50-4B38-9EDE-5D83E276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Interfaces Web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8BBC0A-1949-43C8-8FEC-BE929241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La structure et la présentation d’un site Web</a:t>
            </a:r>
          </a:p>
        </p:txBody>
      </p:sp>
    </p:spTree>
    <p:extLst>
      <p:ext uri="{BB962C8B-B14F-4D97-AF65-F5344CB8AC3E}">
        <p14:creationId xmlns:p14="http://schemas.microsoft.com/office/powerpoint/2010/main" val="146609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BCB4075-9F4D-4328-92DD-74926DDA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Interface web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6DBE1D-739C-4544-8710-092813EE4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865120"/>
            <a:ext cx="5334000" cy="3353564"/>
          </a:xfrm>
        </p:spPr>
        <p:txBody>
          <a:bodyPr/>
          <a:lstStyle/>
          <a:p>
            <a:r>
              <a:rPr lang="fr-CA" sz="2000" dirty="0">
                <a:solidFill>
                  <a:srgbClr val="434343"/>
                </a:solidFill>
              </a:rPr>
              <a:t>Les interfaces web constituent la portion visible d’un site web consulté</a:t>
            </a:r>
          </a:p>
          <a:p>
            <a:endParaRPr lang="fr-CA" dirty="0"/>
          </a:p>
        </p:txBody>
      </p:sp>
      <p:sp>
        <p:nvSpPr>
          <p:cNvPr id="75" name="Google Shape;75;p16">
            <a:hlinkClick r:id="rId3"/>
          </p:cNvPr>
          <p:cNvSpPr txBox="1"/>
          <p:nvPr/>
        </p:nvSpPr>
        <p:spPr>
          <a:xfrm>
            <a:off x="6019800" y="4918319"/>
            <a:ext cx="26640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" sz="1333" u="sng" dirty="0">
                <a:solidFill>
                  <a:schemeClr val="hlink"/>
                </a:solidFill>
                <a:hlinkClick r:id="rId3"/>
              </a:rPr>
              <a:t>Source image</a:t>
            </a:r>
            <a:endParaRPr sz="1333" dirty="0"/>
          </a:p>
        </p:txBody>
      </p:sp>
      <p:pic>
        <p:nvPicPr>
          <p:cNvPr id="13" name="Google Shape;74;p16" descr="What's The Purpose Of A Company Website?">
            <a:extLst>
              <a:ext uri="{FF2B5EF4-FFF2-40B4-BE49-F238E27FC236}">
                <a16:creationId xmlns:a16="http://schemas.microsoft.com/office/drawing/2014/main" id="{74215878-3042-4E1D-9F2E-C8A30EC0E9E9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4">
            <a:alphaModFix/>
          </a:blip>
          <a:srcRect t="34279"/>
          <a:stretch/>
        </p:blipFill>
        <p:spPr>
          <a:xfrm>
            <a:off x="6096000" y="2194559"/>
            <a:ext cx="5334000" cy="277158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123944" y="4196719"/>
            <a:ext cx="4066800" cy="144320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fr" sz="1733" dirty="0">
                <a:solidFill>
                  <a:srgbClr val="434343"/>
                </a:solidFill>
              </a:rPr>
              <a:t>Plusieurs types d’éléments peuvent constitués les interfaces d’un site web : menus, textes, liens, images, vidéos, formulaires, etc. </a:t>
            </a:r>
            <a:endParaRPr sz="1733" b="1" dirty="0">
              <a:solidFill>
                <a:srgbClr val="434343"/>
              </a:solidFill>
            </a:endParaRPr>
          </a:p>
          <a:p>
            <a:pPr>
              <a:lnSpc>
                <a:spcPct val="115000"/>
              </a:lnSpc>
            </a:pPr>
            <a:endParaRPr sz="1733" dirty="0">
              <a:solidFill>
                <a:srgbClr val="434343"/>
              </a:solidFill>
            </a:endParaRPr>
          </a:p>
          <a:p>
            <a:pPr>
              <a:lnSpc>
                <a:spcPct val="115000"/>
              </a:lnSpc>
            </a:pPr>
            <a:endParaRPr sz="1733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6500700" y="833"/>
            <a:ext cx="48952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2" name="Google Shape;82;p17"/>
          <p:cNvSpPr txBox="1"/>
          <p:nvPr/>
        </p:nvSpPr>
        <p:spPr>
          <a:xfrm>
            <a:off x="454833" y="5029566"/>
            <a:ext cx="5050800" cy="167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35000"/>
              </a:lnSpc>
              <a:buClr>
                <a:schemeClr val="dk1"/>
              </a:buClr>
              <a:buSzPts val="1100"/>
            </a:pPr>
            <a:r>
              <a:rPr lang="fr" sz="2133" dirty="0">
                <a:solidFill>
                  <a:srgbClr val="434343"/>
                </a:solidFill>
              </a:rPr>
              <a:t>Une page web classique est généralement présentée selon la structure suivante.</a:t>
            </a:r>
            <a:endParaRPr sz="2133" dirty="0">
              <a:solidFill>
                <a:srgbClr val="434343"/>
              </a:solidFill>
            </a:endParaRPr>
          </a:p>
          <a:p>
            <a:pPr>
              <a:lnSpc>
                <a:spcPct val="135000"/>
              </a:lnSpc>
              <a:buClr>
                <a:schemeClr val="dk1"/>
              </a:buClr>
              <a:buSzPts val="1100"/>
            </a:pPr>
            <a:endParaRPr sz="2133" dirty="0">
              <a:solidFill>
                <a:srgbClr val="434343"/>
              </a:solidFill>
            </a:endParaRPr>
          </a:p>
          <a:p>
            <a:pPr>
              <a:lnSpc>
                <a:spcPct val="135000"/>
              </a:lnSpc>
              <a:buClr>
                <a:schemeClr val="dk1"/>
              </a:buClr>
              <a:buSzPts val="1100"/>
            </a:pPr>
            <a:endParaRPr sz="2133" dirty="0">
              <a:solidFill>
                <a:srgbClr val="434343"/>
              </a:solidFill>
            </a:endParaRPr>
          </a:p>
          <a:p>
            <a:pPr>
              <a:lnSpc>
                <a:spcPct val="135000"/>
              </a:lnSpc>
              <a:buClr>
                <a:schemeClr val="dk1"/>
              </a:buClr>
              <a:buSzPts val="1100"/>
            </a:pPr>
            <a:endParaRPr sz="2133" dirty="0">
              <a:solidFill>
                <a:srgbClr val="434343"/>
              </a:solidFill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3200" y="1513985"/>
            <a:ext cx="4737600" cy="79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fr" dirty="0"/>
              <a:t>Anatomie d’une page web</a:t>
            </a:r>
            <a:endParaRPr dirty="0"/>
          </a:p>
        </p:txBody>
      </p:sp>
      <p:sp>
        <p:nvSpPr>
          <p:cNvPr id="85" name="Google Shape;85;p17"/>
          <p:cNvSpPr/>
          <p:nvPr/>
        </p:nvSpPr>
        <p:spPr>
          <a:xfrm>
            <a:off x="5585300" y="0"/>
            <a:ext cx="6606400" cy="6858000"/>
          </a:xfrm>
          <a:prstGeom prst="rect">
            <a:avLst/>
          </a:prstGeom>
          <a:solidFill>
            <a:srgbClr val="EFEFE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6" name="Google Shape;86;p17"/>
          <p:cNvSpPr/>
          <p:nvPr/>
        </p:nvSpPr>
        <p:spPr>
          <a:xfrm>
            <a:off x="5585300" y="-12433"/>
            <a:ext cx="6606400" cy="9328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" sz="1733">
                <a:solidFill>
                  <a:srgbClr val="FFFFFF"/>
                </a:solidFill>
              </a:rPr>
              <a:t>Entête (</a:t>
            </a:r>
            <a:r>
              <a:rPr lang="fr" sz="1733" i="1">
                <a:solidFill>
                  <a:srgbClr val="FFFFFF"/>
                </a:solidFill>
              </a:rPr>
              <a:t>header</a:t>
            </a:r>
            <a:r>
              <a:rPr lang="fr" sz="1733">
                <a:solidFill>
                  <a:srgbClr val="FFFFFF"/>
                </a:solidFill>
              </a:rPr>
              <a:t>)</a:t>
            </a:r>
            <a:endParaRPr sz="1733">
              <a:solidFill>
                <a:srgbClr val="FFFFFF"/>
              </a:solidFill>
            </a:endParaRPr>
          </a:p>
          <a:p>
            <a:pPr algn="ctr"/>
            <a:endParaRPr sz="1733">
              <a:solidFill>
                <a:srgbClr val="FFFFFF"/>
              </a:solidFill>
            </a:endParaRPr>
          </a:p>
          <a:p>
            <a:pPr algn="ctr"/>
            <a:endParaRPr sz="1733">
              <a:solidFill>
                <a:srgbClr val="FFFFFF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673167" y="102567"/>
            <a:ext cx="1048000" cy="702800"/>
          </a:xfrm>
          <a:prstGeom prst="ellipse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fr" sz="1333" b="1"/>
              <a:t>Logo</a:t>
            </a:r>
            <a:endParaRPr sz="1333" b="1"/>
          </a:p>
        </p:txBody>
      </p:sp>
      <p:grpSp>
        <p:nvGrpSpPr>
          <p:cNvPr id="88" name="Google Shape;88;p17"/>
          <p:cNvGrpSpPr/>
          <p:nvPr/>
        </p:nvGrpSpPr>
        <p:grpSpPr>
          <a:xfrm>
            <a:off x="8079433" y="475433"/>
            <a:ext cx="3236800" cy="268267"/>
            <a:chOff x="6059575" y="356575"/>
            <a:chExt cx="2427600" cy="201200"/>
          </a:xfrm>
        </p:grpSpPr>
        <p:sp>
          <p:nvSpPr>
            <p:cNvPr id="89" name="Google Shape;89;p17"/>
            <p:cNvSpPr/>
            <p:nvPr/>
          </p:nvSpPr>
          <p:spPr>
            <a:xfrm>
              <a:off x="6059575" y="356575"/>
              <a:ext cx="2427600" cy="197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fr" sz="1600"/>
                <a:t>Navigation</a:t>
              </a:r>
              <a:endParaRPr sz="1600"/>
            </a:p>
          </p:txBody>
        </p:sp>
        <p:cxnSp>
          <p:nvCxnSpPr>
            <p:cNvPr id="90" name="Google Shape;90;p17"/>
            <p:cNvCxnSpPr/>
            <p:nvPr/>
          </p:nvCxnSpPr>
          <p:spPr>
            <a:xfrm>
              <a:off x="6414625" y="360075"/>
              <a:ext cx="0" cy="19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17"/>
            <p:cNvCxnSpPr/>
            <p:nvPr/>
          </p:nvCxnSpPr>
          <p:spPr>
            <a:xfrm>
              <a:off x="6742975" y="360075"/>
              <a:ext cx="0" cy="19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17"/>
            <p:cNvCxnSpPr/>
            <p:nvPr/>
          </p:nvCxnSpPr>
          <p:spPr>
            <a:xfrm>
              <a:off x="7780925" y="360075"/>
              <a:ext cx="0" cy="19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7"/>
            <p:cNvCxnSpPr/>
            <p:nvPr/>
          </p:nvCxnSpPr>
          <p:spPr>
            <a:xfrm>
              <a:off x="8149050" y="360075"/>
              <a:ext cx="0" cy="19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7"/>
          <p:cNvSpPr/>
          <p:nvPr/>
        </p:nvSpPr>
        <p:spPr>
          <a:xfrm>
            <a:off x="6513967" y="1004367"/>
            <a:ext cx="3316800" cy="4873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" sz="2400"/>
              <a:t>Contenu principal (</a:t>
            </a:r>
            <a:r>
              <a:rPr lang="fr" sz="2400" i="1"/>
              <a:t>main</a:t>
            </a:r>
            <a:r>
              <a:rPr lang="fr" sz="2400"/>
              <a:t>)</a:t>
            </a:r>
            <a:endParaRPr sz="2400"/>
          </a:p>
        </p:txBody>
      </p:sp>
      <p:sp>
        <p:nvSpPr>
          <p:cNvPr id="95" name="Google Shape;95;p17"/>
          <p:cNvSpPr/>
          <p:nvPr/>
        </p:nvSpPr>
        <p:spPr>
          <a:xfrm>
            <a:off x="9910233" y="1004567"/>
            <a:ext cx="1406000" cy="4873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" sz="2000" dirty="0"/>
              <a:t>Barre latérale (</a:t>
            </a:r>
            <a:r>
              <a:rPr lang="fr" sz="2000" i="1" dirty="0"/>
              <a:t>sidebar</a:t>
            </a:r>
            <a:r>
              <a:rPr lang="fr" sz="2000" dirty="0"/>
              <a:t>)</a:t>
            </a:r>
            <a:endParaRPr sz="2000" dirty="0"/>
          </a:p>
        </p:txBody>
      </p:sp>
      <p:sp>
        <p:nvSpPr>
          <p:cNvPr id="96" name="Google Shape;96;p17"/>
          <p:cNvSpPr/>
          <p:nvPr/>
        </p:nvSpPr>
        <p:spPr>
          <a:xfrm>
            <a:off x="5585300" y="5962367"/>
            <a:ext cx="6606400" cy="9328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" sz="2400">
                <a:solidFill>
                  <a:srgbClr val="FFFFFF"/>
                </a:solidFill>
              </a:rPr>
              <a:t>Bas de page (footer)</a:t>
            </a:r>
            <a:endParaRPr sz="2400">
              <a:solidFill>
                <a:srgbClr val="FFFFFF"/>
              </a:solidFill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3051400" y="-12433"/>
            <a:ext cx="8901933" cy="6907600"/>
            <a:chOff x="2288550" y="-9325"/>
            <a:chExt cx="6676450" cy="5180700"/>
          </a:xfrm>
        </p:grpSpPr>
        <p:sp>
          <p:nvSpPr>
            <p:cNvPr id="98" name="Google Shape;98;p17"/>
            <p:cNvSpPr txBox="1"/>
            <p:nvPr/>
          </p:nvSpPr>
          <p:spPr>
            <a:xfrm>
              <a:off x="2288550" y="2571749"/>
              <a:ext cx="1422600" cy="9249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2000" dirty="0"/>
                <a:t>Zone limite de contenu (</a:t>
              </a:r>
              <a:r>
                <a:rPr lang="fr" sz="2000" i="1" dirty="0"/>
                <a:t>container</a:t>
              </a:r>
              <a:r>
                <a:rPr lang="fr" sz="2000" dirty="0"/>
                <a:t>)</a:t>
              </a:r>
              <a:endParaRPr sz="2000" dirty="0"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828525" y="-9325"/>
              <a:ext cx="3718500" cy="518070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3402950" y="2969625"/>
              <a:ext cx="1422540" cy="527105"/>
            </a:xfrm>
            <a:custGeom>
              <a:avLst/>
              <a:gdLst/>
              <a:ahLst/>
              <a:cxnLst/>
              <a:rect l="l" t="t" r="r" b="b"/>
              <a:pathLst>
                <a:path w="56913" h="18151" extrusionOk="0">
                  <a:moveTo>
                    <a:pt x="0" y="1435"/>
                  </a:moveTo>
                  <a:cubicBezTo>
                    <a:pt x="18358" y="-5908"/>
                    <a:pt x="37141" y="18151"/>
                    <a:pt x="56913" y="18151"/>
                  </a:cubicBezTo>
                </a:path>
              </a:pathLst>
            </a:custGeom>
            <a:noFill/>
            <a:ln w="9525" cap="flat" cmpd="sng">
              <a:solidFill>
                <a:srgbClr val="E066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01" name="Google Shape;101;p17"/>
            <p:cNvSpPr txBox="1"/>
            <p:nvPr/>
          </p:nvSpPr>
          <p:spPr>
            <a:xfrm rot="16200000">
              <a:off x="3988075" y="2402800"/>
              <a:ext cx="950501" cy="356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2000" dirty="0">
                  <a:solidFill>
                    <a:srgbClr val="E06666"/>
                  </a:solidFill>
                </a:rPr>
                <a:t>Marge</a:t>
              </a:r>
              <a:endParaRPr sz="2000" dirty="0">
                <a:solidFill>
                  <a:srgbClr val="E06666"/>
                </a:solidFill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 rot="16200000">
              <a:off x="8384999" y="2476275"/>
              <a:ext cx="950501" cy="20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2400" dirty="0">
                  <a:solidFill>
                    <a:srgbClr val="E06666"/>
                  </a:solidFill>
                </a:rPr>
                <a:t>Marge</a:t>
              </a:r>
              <a:endParaRPr sz="2400" dirty="0">
                <a:solidFill>
                  <a:srgbClr val="E0666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fr" dirty="0"/>
              <a:t>La structure vs la mise en forme et la mise en page</a:t>
            </a:r>
            <a:endParaRPr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55B5C08-0292-4EF0-8B7B-121489684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fr-CA" sz="2800" b="1" dirty="0">
                <a:solidFill>
                  <a:srgbClr val="434343"/>
                </a:solidFill>
              </a:rPr>
              <a:t>HTML</a:t>
            </a:r>
            <a:r>
              <a:rPr lang="fr-CA" sz="2800" dirty="0">
                <a:solidFill>
                  <a:srgbClr val="434343"/>
                </a:solidFill>
              </a:rPr>
              <a:t> </a:t>
            </a:r>
            <a:r>
              <a:rPr lang="fr-CA" sz="2000" dirty="0">
                <a:solidFill>
                  <a:srgbClr val="434343"/>
                </a:solidFill>
              </a:rPr>
              <a:t>(structure)</a:t>
            </a:r>
            <a:endParaRPr lang="fr-CA" sz="2800" b="1" dirty="0">
              <a:solidFill>
                <a:srgbClr val="434343"/>
              </a:solidFill>
            </a:endParaRPr>
          </a:p>
        </p:txBody>
      </p:sp>
      <p:pic>
        <p:nvPicPr>
          <p:cNvPr id="15" name="Google Shape;110;p18">
            <a:extLst>
              <a:ext uri="{FF2B5EF4-FFF2-40B4-BE49-F238E27FC236}">
                <a16:creationId xmlns:a16="http://schemas.microsoft.com/office/drawing/2014/main" id="{90FBCF1F-14F0-4177-BD09-3D04243A7CC9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3251226"/>
            <a:ext cx="5311775" cy="2847923"/>
          </a:xfrm>
          <a:prstGeom prst="rect">
            <a:avLst/>
          </a:prstGeom>
          <a:noFill/>
          <a:ln>
            <a:noFill/>
          </a:ln>
          <a:effectLst>
            <a:outerShdw blurRad="128588" dist="9525" dir="54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F038F5D-787A-4503-B027-B923E23AA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fr-CA" sz="2800" b="1" dirty="0">
                <a:solidFill>
                  <a:srgbClr val="434343"/>
                </a:solidFill>
              </a:rPr>
              <a:t>CSS</a:t>
            </a:r>
            <a:r>
              <a:rPr lang="fr-CA" sz="2800" dirty="0">
                <a:solidFill>
                  <a:srgbClr val="434343"/>
                </a:solidFill>
              </a:rPr>
              <a:t> </a:t>
            </a:r>
            <a:r>
              <a:rPr lang="fr-CA" sz="2000" dirty="0">
                <a:solidFill>
                  <a:srgbClr val="434343"/>
                </a:solidFill>
              </a:rPr>
              <a:t>(mise en forme / mise en page)</a:t>
            </a:r>
            <a:endParaRPr lang="fr-CA" sz="2000" b="1" dirty="0">
              <a:solidFill>
                <a:srgbClr val="434343"/>
              </a:solidFill>
            </a:endParaRPr>
          </a:p>
        </p:txBody>
      </p:sp>
      <p:pic>
        <p:nvPicPr>
          <p:cNvPr id="16" name="Google Shape;112;p18">
            <a:extLst>
              <a:ext uri="{FF2B5EF4-FFF2-40B4-BE49-F238E27FC236}">
                <a16:creationId xmlns:a16="http://schemas.microsoft.com/office/drawing/2014/main" id="{5DD14F48-002E-46E2-ADD8-31249285B7C5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362" y="3132138"/>
            <a:ext cx="3453675" cy="3086100"/>
          </a:xfrm>
          <a:prstGeom prst="rect">
            <a:avLst/>
          </a:prstGeom>
          <a:noFill/>
          <a:ln>
            <a:noFill/>
          </a:ln>
          <a:effectLst>
            <a:outerShdw blurRad="128588" dist="9525" dir="54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0ADE5-69E0-46B6-BEBC-87DB7399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0139BB-8374-4520-80D1-2313139F4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Les étapes de conception</a:t>
            </a:r>
          </a:p>
        </p:txBody>
      </p:sp>
    </p:spTree>
    <p:extLst>
      <p:ext uri="{BB962C8B-B14F-4D97-AF65-F5344CB8AC3E}">
        <p14:creationId xmlns:p14="http://schemas.microsoft.com/office/powerpoint/2010/main" val="2054654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4A26505-49E8-407F-B483-0ACE3F5B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Étapes de conception de sites web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8B4E8C9-E174-4118-8E9F-4747C6B84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3225800"/>
            <a:ext cx="10820400" cy="29928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CA" dirty="0"/>
              <a:t>Déterminer les </a:t>
            </a:r>
            <a:r>
              <a:rPr lang="fr-CA" b="1" dirty="0"/>
              <a:t>objectifs</a:t>
            </a:r>
            <a:r>
              <a:rPr lang="fr-CA" dirty="0"/>
              <a:t> et la </a:t>
            </a:r>
            <a:r>
              <a:rPr lang="fr-CA" b="1" dirty="0"/>
              <a:t>clientèle</a:t>
            </a:r>
            <a:r>
              <a:rPr lang="fr-CA" dirty="0"/>
              <a:t> du site (cible et message)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Établir le </a:t>
            </a:r>
            <a:r>
              <a:rPr lang="fr-CA" b="1" dirty="0"/>
              <a:t>contenu</a:t>
            </a:r>
            <a:r>
              <a:rPr lang="fr-CA" dirty="0"/>
              <a:t> et les </a:t>
            </a:r>
            <a:r>
              <a:rPr lang="fr-CA" b="1" dirty="0"/>
              <a:t>fonctionnalités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Créer la </a:t>
            </a:r>
            <a:r>
              <a:rPr lang="fr-CA" b="1" dirty="0"/>
              <a:t>structure hiérarchique</a:t>
            </a:r>
            <a:r>
              <a:rPr lang="fr-CA" dirty="0"/>
              <a:t> et la </a:t>
            </a:r>
            <a:r>
              <a:rPr lang="fr-CA" b="1" dirty="0"/>
              <a:t>navigation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Effectuer le </a:t>
            </a:r>
            <a:r>
              <a:rPr lang="fr-CA" b="1" dirty="0"/>
              <a:t>design graphique</a:t>
            </a:r>
          </a:p>
          <a:p>
            <a:pPr marL="457200" indent="-457200">
              <a:buFont typeface="+mj-lt"/>
              <a:buAutoNum type="arabicPeriod"/>
            </a:pPr>
            <a:r>
              <a:rPr lang="fr-CA" b="1" dirty="0"/>
              <a:t>Réalisation</a:t>
            </a:r>
            <a:r>
              <a:rPr lang="fr-CA" dirty="0"/>
              <a:t> du site Web</a:t>
            </a:r>
          </a:p>
          <a:p>
            <a:pPr marL="457200" indent="-457200">
              <a:buFont typeface="+mj-lt"/>
              <a:buAutoNum type="arabicPeriod"/>
            </a:pPr>
            <a:r>
              <a:rPr lang="fr-CA" b="1" dirty="0"/>
              <a:t>Hébergement</a:t>
            </a:r>
            <a:r>
              <a:rPr lang="fr-CA" dirty="0"/>
              <a:t>, support et référencement</a:t>
            </a:r>
          </a:p>
        </p:txBody>
      </p:sp>
    </p:spTree>
    <p:extLst>
      <p:ext uri="{BB962C8B-B14F-4D97-AF65-F5344CB8AC3E}">
        <p14:creationId xmlns:p14="http://schemas.microsoft.com/office/powerpoint/2010/main" val="3197684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E6E2E-E668-437C-AD47-E7DCA819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1. Déterminer les </a:t>
            </a:r>
            <a:r>
              <a:rPr lang="fr-CA" b="1" dirty="0"/>
              <a:t>objectifs</a:t>
            </a:r>
            <a:r>
              <a:rPr lang="fr-CA" dirty="0"/>
              <a:t> et la </a:t>
            </a:r>
            <a:r>
              <a:rPr lang="fr-CA" b="1" dirty="0"/>
              <a:t>clientèle</a:t>
            </a:r>
            <a:r>
              <a:rPr lang="fr-CA" dirty="0"/>
              <a:t> du site (cible et message)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EC72B7-2B1D-43E2-B802-19577F322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Clientèle visée (cible)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721004-9FFC-49FE-896A-2F9069BDB7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Âge / Sexe / Situation géographique 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Niveau de compétence en informatique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Objectifs lors de leur visite,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Personnalité / Habitudes / Attentes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etc.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FDEA15B-F68E-40C0-8525-1CC82DDB1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Objectifs (message)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7800042-9FA5-474B-BCC2-134BE7CB02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 type de site Web à construire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Les objectifs généraux visés par ce site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 but du site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 message à véhiculer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En quoi est-il différent des autres sites du même genre?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3348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6180CC-61D7-4C82-B50F-FA15C3E9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762000"/>
            <a:ext cx="10713720" cy="1295400"/>
          </a:xfrm>
        </p:spPr>
        <p:txBody>
          <a:bodyPr>
            <a:noAutofit/>
          </a:bodyPr>
          <a:lstStyle/>
          <a:p>
            <a:r>
              <a:rPr lang="fr-CA" sz="3200" dirty="0"/>
              <a:t>2. Établir le </a:t>
            </a:r>
            <a:r>
              <a:rPr lang="fr-CA" sz="3200" b="1" dirty="0"/>
              <a:t>contenu</a:t>
            </a:r>
            <a:r>
              <a:rPr lang="fr-CA" sz="3200" dirty="0"/>
              <a:t> et les </a:t>
            </a:r>
            <a:r>
              <a:rPr lang="fr-CA" sz="3200" b="1" dirty="0"/>
              <a:t>fonctionnalités</a:t>
            </a:r>
            <a:br>
              <a:rPr lang="fr-CA" sz="3200" b="1" dirty="0"/>
            </a:br>
            <a:endParaRPr lang="fr-CA" sz="3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449B20-2C30-4DE0-8969-35E5CE22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Contenu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073573-61B0-4EBF-A8DA-8B1EE8935F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rgbClr val="434343"/>
                </a:solidFill>
              </a:rPr>
              <a:t>On établit les</a:t>
            </a:r>
            <a:r>
              <a:rPr lang="fr-CA" b="1" dirty="0">
                <a:solidFill>
                  <a:srgbClr val="434343"/>
                </a:solidFill>
              </a:rPr>
              <a:t> contenus </a:t>
            </a:r>
            <a:r>
              <a:rPr lang="fr-CA" dirty="0">
                <a:solidFill>
                  <a:srgbClr val="434343"/>
                </a:solidFill>
              </a:rPr>
              <a:t>disponible et requis</a:t>
            </a:r>
            <a:r>
              <a:rPr lang="fr-CA" b="1" dirty="0">
                <a:solidFill>
                  <a:srgbClr val="434343"/>
                </a:solidFill>
              </a:rPr>
              <a:t> </a:t>
            </a:r>
            <a:r>
              <a:rPr lang="fr-CA" dirty="0">
                <a:solidFill>
                  <a:srgbClr val="434343"/>
                </a:solidFill>
              </a:rPr>
              <a:t>: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Les contenus texte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Les images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Les vidéos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Les tableaux de contenu</a:t>
            </a:r>
          </a:p>
          <a:p>
            <a:endParaRPr lang="fr-CA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21DBB44-D62E-4AB3-84F6-172C35A11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Fonctionnalités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145C0E-862E-4FC9-9FDE-C39717A4D20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rgbClr val="434343"/>
                </a:solidFill>
              </a:rPr>
              <a:t>Lister  les </a:t>
            </a:r>
            <a:r>
              <a:rPr lang="fr-CA" b="1" dirty="0">
                <a:solidFill>
                  <a:srgbClr val="434343"/>
                </a:solidFill>
              </a:rPr>
              <a:t>fonctionnalités </a:t>
            </a:r>
            <a:r>
              <a:rPr lang="fr-CA" dirty="0">
                <a:solidFill>
                  <a:srgbClr val="434343"/>
                </a:solidFill>
              </a:rPr>
              <a:t>nécessaires. Exemples :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Prise de rendez-vous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Paiement d’un service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Ajout une liste d’envoi de courriel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Système d’authentification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Etc.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09612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E6E2E-E668-437C-AD47-E7DCA819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" sz="3600" dirty="0">
                <a:solidFill>
                  <a:srgbClr val="434343"/>
                </a:solidFill>
              </a:rPr>
              <a:t>3. Structure et navigation</a:t>
            </a:r>
            <a:endParaRPr lang="fr-CA" sz="360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721004-9FFC-49FE-896A-2F9069BDB7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solidFill>
                  <a:srgbClr val="434343"/>
                </a:solidFill>
              </a:rPr>
              <a:t>Structure hiérarchique</a:t>
            </a:r>
            <a:r>
              <a:rPr lang="fr-CA" dirty="0">
                <a:solidFill>
                  <a:srgbClr val="434343"/>
                </a:solidFill>
              </a:rPr>
              <a:t> :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rgbClr val="434343"/>
                </a:solidFill>
              </a:rPr>
              <a:t>On choisit quels seront les pages du sites web et leurs contenus à mettre de l’avant. La création d’une </a:t>
            </a:r>
            <a:r>
              <a:rPr lang="fr-CA" b="1" dirty="0">
                <a:solidFill>
                  <a:srgbClr val="434343"/>
                </a:solidFill>
              </a:rPr>
              <a:t>carte heuristique </a:t>
            </a:r>
            <a:r>
              <a:rPr lang="fr-CA" dirty="0">
                <a:solidFill>
                  <a:srgbClr val="434343"/>
                </a:solidFill>
              </a:rPr>
              <a:t>(</a:t>
            </a:r>
            <a:r>
              <a:rPr lang="fr-CA" i="1" dirty="0" err="1">
                <a:solidFill>
                  <a:srgbClr val="434343"/>
                </a:solidFill>
              </a:rPr>
              <a:t>mindmap</a:t>
            </a:r>
            <a:r>
              <a:rPr lang="fr-CA" dirty="0">
                <a:solidFill>
                  <a:srgbClr val="434343"/>
                </a:solidFill>
              </a:rPr>
              <a:t>) peut faciliter cette tâche.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8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solidFill>
                  <a:srgbClr val="434343"/>
                </a:solidFill>
              </a:rPr>
              <a:t>Navigation </a:t>
            </a:r>
            <a:r>
              <a:rPr lang="fr-CA" dirty="0">
                <a:solidFill>
                  <a:srgbClr val="434343"/>
                </a:solidFill>
              </a:rPr>
              <a:t>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rgbClr val="434343"/>
                </a:solidFill>
              </a:rPr>
              <a:t>On construit l’</a:t>
            </a:r>
            <a:r>
              <a:rPr lang="fr-CA" b="1" dirty="0">
                <a:solidFill>
                  <a:srgbClr val="434343"/>
                </a:solidFill>
              </a:rPr>
              <a:t>arborescence</a:t>
            </a:r>
            <a:r>
              <a:rPr lang="fr-CA" dirty="0">
                <a:solidFill>
                  <a:srgbClr val="434343"/>
                </a:solidFill>
              </a:rPr>
              <a:t> de navigation représentant l’ordre de navigation des pages, depuis la page d’accueil. 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endParaRPr lang="fr-CA" dirty="0">
              <a:solidFill>
                <a:srgbClr val="434343"/>
              </a:solidFill>
            </a:endParaRPr>
          </a:p>
        </p:txBody>
      </p:sp>
      <p:pic>
        <p:nvPicPr>
          <p:cNvPr id="10" name="Espace réservé du contenu 6" descr="Une image contenant texte, carte&#10;&#10;Description générée automatiquement">
            <a:extLst>
              <a:ext uri="{FF2B5EF4-FFF2-40B4-BE49-F238E27FC236}">
                <a16:creationId xmlns:a16="http://schemas.microsoft.com/office/drawing/2014/main" id="{DA66121E-7F40-4FE3-B736-1FB2B1204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612" y="1275844"/>
            <a:ext cx="5324544" cy="3099813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aphicFrame>
        <p:nvGraphicFramePr>
          <p:cNvPr id="11" name="Espace réservé du contenu 6">
            <a:extLst>
              <a:ext uri="{FF2B5EF4-FFF2-40B4-BE49-F238E27FC236}">
                <a16:creationId xmlns:a16="http://schemas.microsoft.com/office/drawing/2014/main" id="{AB294EB7-63C2-4D33-8A00-5DEA7C6DF4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2604715"/>
              </p:ext>
            </p:extLst>
          </p:nvPr>
        </p:nvGraphicFramePr>
        <p:xfrm>
          <a:off x="7200900" y="3898900"/>
          <a:ext cx="3983888" cy="289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8769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3C397-3780-4BA1-8BB5-8F83F280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sz="4000" dirty="0">
                <a:solidFill>
                  <a:srgbClr val="434343"/>
                </a:solidFill>
              </a:rPr>
              <a:t>3. Structure et navigation (suite)</a:t>
            </a:r>
            <a:endParaRPr lang="fr-CA" dirty="0"/>
          </a:p>
        </p:txBody>
      </p:sp>
      <p:graphicFrame>
        <p:nvGraphicFramePr>
          <p:cNvPr id="5" name="Espace réservé du contenu 6">
            <a:extLst>
              <a:ext uri="{FF2B5EF4-FFF2-40B4-BE49-F238E27FC236}">
                <a16:creationId xmlns:a16="http://schemas.microsoft.com/office/drawing/2014/main" id="{93895D7C-787B-4FF9-85E7-202D10C34A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4444227"/>
              </p:ext>
            </p:extLst>
          </p:nvPr>
        </p:nvGraphicFramePr>
        <p:xfrm>
          <a:off x="6172200" y="2193925"/>
          <a:ext cx="53340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Espace réservé du contenu 6" descr="Une image contenant texte, carte&#10;&#10;Description générée automatiquement">
            <a:extLst>
              <a:ext uri="{FF2B5EF4-FFF2-40B4-BE49-F238E27FC236}">
                <a16:creationId xmlns:a16="http://schemas.microsoft.com/office/drawing/2014/main" id="{B08FFC0F-368C-4BA4-84C5-06BBE87E92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653422"/>
            <a:ext cx="5334000" cy="31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582FB-7B56-4756-BDA8-1FFFE38C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4. Design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367304-D295-4240-AC24-E8CF02814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798" y="2194559"/>
            <a:ext cx="10776501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On produit des maquettes graphiques présentant les interfaces à développer. Il existe différents types de maquettes, selon la nature et l’ampleur du site à produire (maquette filaires ou wireframes, maquette graphique et maquette fonctionnelles)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1ECF7F-71A0-433F-86A0-42CFDEFCD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104" y="6034933"/>
            <a:ext cx="4881374" cy="367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600" dirty="0">
                <a:solidFill>
                  <a:srgbClr val="434343"/>
                </a:solidFill>
              </a:rPr>
              <a:t>Exemples d’outils : </a:t>
            </a:r>
            <a:r>
              <a:rPr lang="fr-CA" sz="1600" u="sng" dirty="0" err="1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moqups</a:t>
            </a:r>
            <a:r>
              <a:rPr lang="fr-CA" sz="1600" dirty="0">
                <a:solidFill>
                  <a:srgbClr val="434343"/>
                </a:solidFill>
              </a:rPr>
              <a:t> / </a:t>
            </a:r>
            <a:r>
              <a:rPr lang="fr-CA" sz="1600" u="sng" dirty="0" err="1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balsamiq</a:t>
            </a:r>
            <a:r>
              <a:rPr lang="fr-CA" sz="1600" dirty="0">
                <a:solidFill>
                  <a:srgbClr val="434343"/>
                </a:solidFill>
              </a:rPr>
              <a:t> / </a:t>
            </a:r>
            <a:r>
              <a:rPr lang="fr-CA" sz="1600" u="sng" dirty="0" err="1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</a:t>
            </a:r>
            <a:endParaRPr lang="fr-CA" sz="16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03A04CC5-967E-4699-97E0-6B16E8161A40}"/>
              </a:ext>
            </a:extLst>
          </p:cNvPr>
          <p:cNvGrpSpPr/>
          <p:nvPr/>
        </p:nvGrpSpPr>
        <p:grpSpPr>
          <a:xfrm>
            <a:off x="729701" y="3673459"/>
            <a:ext cx="6471200" cy="2226816"/>
            <a:chOff x="183600" y="1748550"/>
            <a:chExt cx="8776801" cy="3020200"/>
          </a:xfrm>
        </p:grpSpPr>
        <p:pic>
          <p:nvPicPr>
            <p:cNvPr id="5" name="Google Shape;377;p39">
              <a:extLst>
                <a:ext uri="{FF2B5EF4-FFF2-40B4-BE49-F238E27FC236}">
                  <a16:creationId xmlns:a16="http://schemas.microsoft.com/office/drawing/2014/main" id="{8291753B-9CE1-44CD-A394-F056FD76E99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4389" r="3206"/>
            <a:stretch/>
          </p:blipFill>
          <p:spPr>
            <a:xfrm>
              <a:off x="4216150" y="1748550"/>
              <a:ext cx="4744251" cy="302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379;p39">
              <a:extLst>
                <a:ext uri="{FF2B5EF4-FFF2-40B4-BE49-F238E27FC236}">
                  <a16:creationId xmlns:a16="http://schemas.microsoft.com/office/drawing/2014/main" id="{DEE1B1B6-A092-4C22-BD33-B5F7368F3AB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3600" y="1748550"/>
              <a:ext cx="4113200" cy="28278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Google Shape;389;p40">
            <a:extLst>
              <a:ext uri="{FF2B5EF4-FFF2-40B4-BE49-F238E27FC236}">
                <a16:creationId xmlns:a16="http://schemas.microsoft.com/office/drawing/2014/main" id="{2320310F-0354-466E-8A84-1C04FE924FD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40900" y="3415225"/>
            <a:ext cx="3778001" cy="24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0;p40">
            <a:hlinkClick r:id="rId8"/>
            <a:extLst>
              <a:ext uri="{FF2B5EF4-FFF2-40B4-BE49-F238E27FC236}">
                <a16:creationId xmlns:a16="http://schemas.microsoft.com/office/drawing/2014/main" id="{81567C83-5692-4E4A-851D-469B4C607176}"/>
              </a:ext>
            </a:extLst>
          </p:cNvPr>
          <p:cNvSpPr txBox="1"/>
          <p:nvPr/>
        </p:nvSpPr>
        <p:spPr>
          <a:xfrm>
            <a:off x="7637275" y="5900275"/>
            <a:ext cx="21594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 dirty="0">
                <a:solidFill>
                  <a:srgbClr val="0097A7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image</a:t>
            </a:r>
            <a:endParaRPr dirty="0"/>
          </a:p>
        </p:txBody>
      </p:sp>
      <p:sp>
        <p:nvSpPr>
          <p:cNvPr id="10" name="Google Shape;378;p39">
            <a:extLst>
              <a:ext uri="{FF2B5EF4-FFF2-40B4-BE49-F238E27FC236}">
                <a16:creationId xmlns:a16="http://schemas.microsoft.com/office/drawing/2014/main" id="{BF7F7B8D-50CE-4D8F-825D-584EEE42AC68}"/>
              </a:ext>
            </a:extLst>
          </p:cNvPr>
          <p:cNvSpPr txBox="1"/>
          <p:nvPr/>
        </p:nvSpPr>
        <p:spPr>
          <a:xfrm>
            <a:off x="759181" y="5602975"/>
            <a:ext cx="6251220" cy="48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 dirty="0">
                <a:solidFill>
                  <a:srgbClr val="0097A7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image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6881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BAFBD-AB0A-4754-8FE0-AEA30B4C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5. Réalisation du site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DE7547-6008-4B32-B2C7-937F4CC5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b="1" dirty="0">
                <a:solidFill>
                  <a:srgbClr val="434343"/>
                </a:solidFill>
              </a:rPr>
              <a:t>Intégration des interfaces</a:t>
            </a:r>
            <a:r>
              <a:rPr lang="fr-CA" dirty="0">
                <a:solidFill>
                  <a:srgbClr val="434343"/>
                </a:solidFill>
              </a:rPr>
              <a:t>, avec les langages HTML et CSS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Création et connexion de la base de données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Programmation des fonctionnalités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Programmation de la gestion des contenus (avec ou sans utilisation d’une </a:t>
            </a:r>
            <a:r>
              <a:rPr lang="fr-CA" u="sng" dirty="0">
                <a:solidFill>
                  <a:schemeClr val="hlink"/>
                </a:solidFill>
                <a:hlinkClick r:id="rId2"/>
              </a:rPr>
              <a:t>CMS</a:t>
            </a:r>
            <a:r>
              <a:rPr lang="fr-CA" dirty="0">
                <a:solidFill>
                  <a:srgbClr val="434343"/>
                </a:solidFill>
              </a:rPr>
              <a:t> tel que </a:t>
            </a:r>
            <a:r>
              <a:rPr lang="fr-CA" u="sng" dirty="0">
                <a:solidFill>
                  <a:schemeClr val="hlink"/>
                </a:solidFill>
                <a:hlinkClick r:id="rId3"/>
              </a:rPr>
              <a:t>WordPress</a:t>
            </a:r>
            <a:r>
              <a:rPr lang="fr-CA" dirty="0">
                <a:solidFill>
                  <a:srgbClr val="434343"/>
                </a:solidFill>
              </a:rPr>
              <a:t>)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8712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0BBAB-5324-41C1-BD06-9875AA31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6. Hébergement, support et référencement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04811F-A560-4978-8F9D-23B3B1F7EF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solidFill>
                  <a:srgbClr val="434343"/>
                </a:solidFill>
              </a:rPr>
              <a:t>Hébergement </a:t>
            </a:r>
            <a:r>
              <a:rPr lang="fr-CA" dirty="0">
                <a:solidFill>
                  <a:srgbClr val="434343"/>
                </a:solidFill>
              </a:rPr>
              <a:t>: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Configuration de l’hébergement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Connexion du nom de domaine au serveur d’hébergement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CA" sz="14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solidFill>
                  <a:srgbClr val="434343"/>
                </a:solidFill>
              </a:rPr>
              <a:t>Support </a:t>
            </a:r>
            <a:r>
              <a:rPr lang="fr-CA" dirty="0">
                <a:solidFill>
                  <a:srgbClr val="434343"/>
                </a:solidFill>
              </a:rPr>
              <a:t>: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Garantie / Débogage (</a:t>
            </a:r>
            <a:r>
              <a:rPr lang="fr-CA" i="1" dirty="0">
                <a:solidFill>
                  <a:srgbClr val="434343"/>
                </a:solidFill>
              </a:rPr>
              <a:t>Fix</a:t>
            </a:r>
            <a:r>
              <a:rPr lang="fr-CA" dirty="0">
                <a:solidFill>
                  <a:srgbClr val="434343"/>
                </a:solidFill>
              </a:rPr>
              <a:t>)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Formation au utilisateurs de la plateforme</a:t>
            </a:r>
          </a:p>
          <a:p>
            <a:endParaRPr lang="fr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C7B975-1FD0-455D-B887-CF493FD1D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solidFill>
                  <a:srgbClr val="434343"/>
                </a:solidFill>
              </a:rPr>
              <a:t>Référencement</a:t>
            </a:r>
            <a:r>
              <a:rPr lang="fr-CA" dirty="0">
                <a:solidFill>
                  <a:srgbClr val="434343"/>
                </a:solidFill>
              </a:rPr>
              <a:t> :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Gestion des contenus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Campagne numérique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fr-CA" dirty="0">
                <a:solidFill>
                  <a:srgbClr val="434343"/>
                </a:solidFill>
              </a:rPr>
              <a:t>Médias sociaux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000516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</TotalTime>
  <Words>944</Words>
  <Application>Microsoft Office PowerPoint</Application>
  <PresentationFormat>Grand écran</PresentationFormat>
  <Paragraphs>180</Paragraphs>
  <Slides>23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Century Gothic</vt:lpstr>
      <vt:lpstr>Traînée de condensation</vt:lpstr>
      <vt:lpstr>Interfaces web</vt:lpstr>
      <vt:lpstr>Plan de la présentation</vt:lpstr>
      <vt:lpstr>Introduction</vt:lpstr>
      <vt:lpstr>Définitions</vt:lpstr>
      <vt:lpstr>Définitions</vt:lpstr>
      <vt:lpstr>Définitions</vt:lpstr>
      <vt:lpstr>Définitions</vt:lpstr>
      <vt:lpstr>Définitions</vt:lpstr>
      <vt:lpstr>Définitions</vt:lpstr>
      <vt:lpstr>Les types de sites Web</vt:lpstr>
      <vt:lpstr>Interfaces Web</vt:lpstr>
      <vt:lpstr>Interface web</vt:lpstr>
      <vt:lpstr>Anatomie d’une page web</vt:lpstr>
      <vt:lpstr>La structure vs la mise en forme et la mise en page</vt:lpstr>
      <vt:lpstr>Planification</vt:lpstr>
      <vt:lpstr>Étapes de conception de sites web</vt:lpstr>
      <vt:lpstr>1. Déterminer les objectifs et la clientèle du site (cible et message)</vt:lpstr>
      <vt:lpstr>2. Établir le contenu et les fonctionnalités </vt:lpstr>
      <vt:lpstr>3. Structure et navigation</vt:lpstr>
      <vt:lpstr>3. Structure et navigation (suite)</vt:lpstr>
      <vt:lpstr>4. Design graphique</vt:lpstr>
      <vt:lpstr>5. Réalisation du site Web</vt:lpstr>
      <vt:lpstr>6. Hébergement, support et référencement</vt:lpstr>
    </vt:vector>
  </TitlesOfParts>
  <Company>Cégep de Lévis-Lauzon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Martin Hardy</cp:lastModifiedBy>
  <cp:revision>60</cp:revision>
  <dcterms:created xsi:type="dcterms:W3CDTF">2020-03-02T15:43:02Z</dcterms:created>
  <dcterms:modified xsi:type="dcterms:W3CDTF">2022-10-31T19:00:10Z</dcterms:modified>
</cp:coreProperties>
</file>