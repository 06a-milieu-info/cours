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9"/>
  </p:notesMasterIdLst>
  <p:sldIdLst>
    <p:sldId id="256" r:id="rId5"/>
    <p:sldId id="268" r:id="rId6"/>
    <p:sldId id="264" r:id="rId7"/>
    <p:sldId id="258" r:id="rId8"/>
    <p:sldId id="262" r:id="rId9"/>
    <p:sldId id="263" r:id="rId10"/>
    <p:sldId id="265" r:id="rId11"/>
    <p:sldId id="259" r:id="rId12"/>
    <p:sldId id="269" r:id="rId13"/>
    <p:sldId id="266" r:id="rId14"/>
    <p:sldId id="260" r:id="rId15"/>
    <p:sldId id="270" r:id="rId16"/>
    <p:sldId id="267" r:id="rId17"/>
    <p:sldId id="261" r:id="rId18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33F563E3-3F6F-4029-97B4-E14895FCBFB0}">
          <p14:sldIdLst>
            <p14:sldId id="256"/>
          </p14:sldIdLst>
        </p14:section>
        <p14:section name="Section récapitulative" id="{92AEF9BB-F4B7-4EB3-B818-4D0EF3934760}">
          <p14:sldIdLst>
            <p14:sldId id="268"/>
          </p14:sldIdLst>
        </p14:section>
        <p14:section name="Les variables" id="{4AA2C02E-D540-4AB5-A3FC-3CEC7FB7A558}">
          <p14:sldIdLst>
            <p14:sldId id="264"/>
            <p14:sldId id="258"/>
            <p14:sldId id="262"/>
            <p14:sldId id="263"/>
          </p14:sldIdLst>
        </p14:section>
        <p14:section name="Structures conditionnelles" id="{062F6B1F-4136-45D0-A12B-6BA3A7273D14}">
          <p14:sldIdLst>
            <p14:sldId id="265"/>
            <p14:sldId id="259"/>
            <p14:sldId id="269"/>
          </p14:sldIdLst>
        </p14:section>
        <p14:section name="Structures it" id="{1CB15479-F6F2-4131-A52B-567BD53040E1}">
          <p14:sldIdLst>
            <p14:sldId id="266"/>
            <p14:sldId id="260"/>
            <p14:sldId id="270"/>
          </p14:sldIdLst>
        </p14:section>
        <p14:section name="Les fonctions personnalisées" id="{12CCC25A-A9D7-41AB-81A3-61BD6E04666A}">
          <p14:sldIdLst>
            <p14:sldId id="267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61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BF1254-DA95-4F34-9BE3-1B2B17F962EC}" v="34" dt="2022-12-05T14:32:34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4" autoAdjust="0"/>
    <p:restoredTop sz="94216" autoAdjust="0"/>
  </p:normalViewPr>
  <p:slideViewPr>
    <p:cSldViewPr snapToGrid="0">
      <p:cViewPr>
        <p:scale>
          <a:sx n="66" d="100"/>
          <a:sy n="66" d="100"/>
        </p:scale>
        <p:origin x="48" y="24"/>
      </p:cViewPr>
      <p:guideLst>
        <p:guide orient="horz" pos="799"/>
        <p:guide pos="6108"/>
      </p:guideLst>
    </p:cSldViewPr>
  </p:slideViewPr>
  <p:outlineViewPr>
    <p:cViewPr>
      <p:scale>
        <a:sx n="33" d="100"/>
        <a:sy n="33" d="100"/>
      </p:scale>
      <p:origin x="0" y="-20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7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Hardy" userId="18c45b91-9529-4376-afee-15439663c977" providerId="ADAL" clId="{1DBF1254-DA95-4F34-9BE3-1B2B17F962EC}"/>
    <pc:docChg chg="undo custSel addSld modSld modMainMaster modSection">
      <pc:chgData name="Martin Hardy" userId="18c45b91-9529-4376-afee-15439663c977" providerId="ADAL" clId="{1DBF1254-DA95-4F34-9BE3-1B2B17F962EC}" dt="2022-12-05T14:32:34.925" v="103"/>
      <pc:docMkLst>
        <pc:docMk/>
      </pc:docMkLst>
      <pc:sldChg chg="modTransition">
        <pc:chgData name="Martin Hardy" userId="18c45b91-9529-4376-afee-15439663c977" providerId="ADAL" clId="{1DBF1254-DA95-4F34-9BE3-1B2B17F962EC}" dt="2022-12-05T14:31:44.092" v="101"/>
        <pc:sldMkLst>
          <pc:docMk/>
          <pc:sldMk cId="3741011627" sldId="256"/>
        </pc:sldMkLst>
      </pc:sldChg>
      <pc:sldChg chg="addSp delSp modSp modTransition modAnim">
        <pc:chgData name="Martin Hardy" userId="18c45b91-9529-4376-afee-15439663c977" providerId="ADAL" clId="{1DBF1254-DA95-4F34-9BE3-1B2B17F962EC}" dt="2022-12-05T14:32:34.925" v="103"/>
        <pc:sldMkLst>
          <pc:docMk/>
          <pc:sldMk cId="3071041728" sldId="258"/>
        </pc:sldMkLst>
        <pc:spChg chg="del">
          <ac:chgData name="Martin Hardy" userId="18c45b91-9529-4376-afee-15439663c977" providerId="ADAL" clId="{1DBF1254-DA95-4F34-9BE3-1B2B17F962EC}" dt="2022-12-05T14:28:36.792" v="97" actId="931"/>
          <ac:spMkLst>
            <pc:docMk/>
            <pc:sldMk cId="3071041728" sldId="258"/>
            <ac:spMk id="17" creationId="{AD29C046-B364-ECCE-7279-BAFD470BE717}"/>
          </ac:spMkLst>
        </pc:spChg>
        <pc:picChg chg="add mod">
          <ac:chgData name="Martin Hardy" userId="18c45b91-9529-4376-afee-15439663c977" providerId="ADAL" clId="{1DBF1254-DA95-4F34-9BE3-1B2B17F962EC}" dt="2022-12-05T14:28:36.792" v="97" actId="931"/>
          <ac:picMkLst>
            <pc:docMk/>
            <pc:sldMk cId="3071041728" sldId="258"/>
            <ac:picMk id="8" creationId="{3749A9F7-5178-708F-6942-7AA5D77AD95B}"/>
          </ac:picMkLst>
        </pc:picChg>
      </pc:sldChg>
      <pc:sldChg chg="addSp delSp modSp mod modTransition modClrScheme chgLayout">
        <pc:chgData name="Martin Hardy" userId="18c45b91-9529-4376-afee-15439663c977" providerId="ADAL" clId="{1DBF1254-DA95-4F34-9BE3-1B2B17F962EC}" dt="2022-12-05T14:32:34.925" v="103"/>
        <pc:sldMkLst>
          <pc:docMk/>
          <pc:sldMk cId="2570582760" sldId="259"/>
        </pc:sldMkLst>
        <pc:spChg chg="mod ord">
          <ac:chgData name="Martin Hardy" userId="18c45b91-9529-4376-afee-15439663c977" providerId="ADAL" clId="{1DBF1254-DA95-4F34-9BE3-1B2B17F962EC}" dt="2022-12-05T13:14:43.904" v="18" actId="700"/>
          <ac:spMkLst>
            <pc:docMk/>
            <pc:sldMk cId="2570582760" sldId="259"/>
            <ac:spMk id="2" creationId="{69C26E16-A725-C6D9-4E72-D21814589CCD}"/>
          </ac:spMkLst>
        </pc:spChg>
        <pc:spChg chg="del mod ord">
          <ac:chgData name="Martin Hardy" userId="18c45b91-9529-4376-afee-15439663c977" providerId="ADAL" clId="{1DBF1254-DA95-4F34-9BE3-1B2B17F962EC}" dt="2022-12-05T13:14:43.904" v="18" actId="700"/>
          <ac:spMkLst>
            <pc:docMk/>
            <pc:sldMk cId="2570582760" sldId="259"/>
            <ac:spMk id="3" creationId="{1ED7C198-7F9F-DBBB-A87D-FB80752E4B5A}"/>
          </ac:spMkLst>
        </pc:spChg>
        <pc:spChg chg="add mod ord">
          <ac:chgData name="Martin Hardy" userId="18c45b91-9529-4376-afee-15439663c977" providerId="ADAL" clId="{1DBF1254-DA95-4F34-9BE3-1B2B17F962EC}" dt="2022-12-05T13:14:43.904" v="18" actId="700"/>
          <ac:spMkLst>
            <pc:docMk/>
            <pc:sldMk cId="2570582760" sldId="259"/>
            <ac:spMk id="4" creationId="{95940811-2EE9-5ADC-07C7-886D9CCE0BCE}"/>
          </ac:spMkLst>
        </pc:spChg>
        <pc:spChg chg="add mod ord">
          <ac:chgData name="Martin Hardy" userId="18c45b91-9529-4376-afee-15439663c977" providerId="ADAL" clId="{1DBF1254-DA95-4F34-9BE3-1B2B17F962EC}" dt="2022-12-05T13:14:43.904" v="18" actId="700"/>
          <ac:spMkLst>
            <pc:docMk/>
            <pc:sldMk cId="2570582760" sldId="259"/>
            <ac:spMk id="5" creationId="{A81DCC8C-1087-93CD-989F-4780BED1ABA1}"/>
          </ac:spMkLst>
        </pc:spChg>
      </pc:sldChg>
      <pc:sldChg chg="addSp modSp mod modTransition modClrScheme chgLayout">
        <pc:chgData name="Martin Hardy" userId="18c45b91-9529-4376-afee-15439663c977" providerId="ADAL" clId="{1DBF1254-DA95-4F34-9BE3-1B2B17F962EC}" dt="2022-12-05T14:32:34.925" v="103"/>
        <pc:sldMkLst>
          <pc:docMk/>
          <pc:sldMk cId="2986355740" sldId="260"/>
        </pc:sldMkLst>
        <pc:spChg chg="mod ord">
          <ac:chgData name="Martin Hardy" userId="18c45b91-9529-4376-afee-15439663c977" providerId="ADAL" clId="{1DBF1254-DA95-4F34-9BE3-1B2B17F962EC}" dt="2022-12-05T13:21:06.047" v="37" actId="700"/>
          <ac:spMkLst>
            <pc:docMk/>
            <pc:sldMk cId="2986355740" sldId="260"/>
            <ac:spMk id="2" creationId="{D5614FF0-9A0D-C8C5-3E93-225AE0213E9C}"/>
          </ac:spMkLst>
        </pc:spChg>
        <pc:spChg chg="mod ord">
          <ac:chgData name="Martin Hardy" userId="18c45b91-9529-4376-afee-15439663c977" providerId="ADAL" clId="{1DBF1254-DA95-4F34-9BE3-1B2B17F962EC}" dt="2022-12-05T13:21:06.047" v="37" actId="700"/>
          <ac:spMkLst>
            <pc:docMk/>
            <pc:sldMk cId="2986355740" sldId="260"/>
            <ac:spMk id="3" creationId="{905139E4-E82B-179B-CBAE-BF1B7E8C8D5F}"/>
          </ac:spMkLst>
        </pc:spChg>
        <pc:spChg chg="add mod ord">
          <ac:chgData name="Martin Hardy" userId="18c45b91-9529-4376-afee-15439663c977" providerId="ADAL" clId="{1DBF1254-DA95-4F34-9BE3-1B2B17F962EC}" dt="2022-12-05T13:21:06.047" v="37" actId="700"/>
          <ac:spMkLst>
            <pc:docMk/>
            <pc:sldMk cId="2986355740" sldId="260"/>
            <ac:spMk id="4" creationId="{CA70E997-D6C3-7A3C-A624-7E29D6C479FA}"/>
          </ac:spMkLst>
        </pc:spChg>
        <pc:spChg chg="add mod ord">
          <ac:chgData name="Martin Hardy" userId="18c45b91-9529-4376-afee-15439663c977" providerId="ADAL" clId="{1DBF1254-DA95-4F34-9BE3-1B2B17F962EC}" dt="2022-12-05T13:21:06.047" v="37" actId="700"/>
          <ac:spMkLst>
            <pc:docMk/>
            <pc:sldMk cId="2986355740" sldId="260"/>
            <ac:spMk id="5" creationId="{C8ECE8F9-0DB2-F4B5-1E64-02FB54D76E9F}"/>
          </ac:spMkLst>
        </pc:spChg>
        <pc:spChg chg="add mod ord">
          <ac:chgData name="Martin Hardy" userId="18c45b91-9529-4376-afee-15439663c977" providerId="ADAL" clId="{1DBF1254-DA95-4F34-9BE3-1B2B17F962EC}" dt="2022-12-05T13:21:06.047" v="37" actId="700"/>
          <ac:spMkLst>
            <pc:docMk/>
            <pc:sldMk cId="2986355740" sldId="260"/>
            <ac:spMk id="6" creationId="{92BA7788-344F-DBB3-9585-C67820BCBBB8}"/>
          </ac:spMkLst>
        </pc:spChg>
        <pc:spChg chg="add mod ord">
          <ac:chgData name="Martin Hardy" userId="18c45b91-9529-4376-afee-15439663c977" providerId="ADAL" clId="{1DBF1254-DA95-4F34-9BE3-1B2B17F962EC}" dt="2022-12-05T13:21:06.047" v="37" actId="700"/>
          <ac:spMkLst>
            <pc:docMk/>
            <pc:sldMk cId="2986355740" sldId="260"/>
            <ac:spMk id="7" creationId="{5E91A54B-4C32-797A-27AA-2E4478DEA5BC}"/>
          </ac:spMkLst>
        </pc:spChg>
        <pc:spChg chg="add mod ord">
          <ac:chgData name="Martin Hardy" userId="18c45b91-9529-4376-afee-15439663c977" providerId="ADAL" clId="{1DBF1254-DA95-4F34-9BE3-1B2B17F962EC}" dt="2022-12-05T13:21:06.047" v="37" actId="700"/>
          <ac:spMkLst>
            <pc:docMk/>
            <pc:sldMk cId="2986355740" sldId="260"/>
            <ac:spMk id="8" creationId="{D3438F66-4D62-0109-B4D9-E5735D113816}"/>
          </ac:spMkLst>
        </pc:spChg>
      </pc:sldChg>
      <pc:sldChg chg="modTransition">
        <pc:chgData name="Martin Hardy" userId="18c45b91-9529-4376-afee-15439663c977" providerId="ADAL" clId="{1DBF1254-DA95-4F34-9BE3-1B2B17F962EC}" dt="2022-12-05T14:32:34.925" v="103"/>
        <pc:sldMkLst>
          <pc:docMk/>
          <pc:sldMk cId="3557907962" sldId="261"/>
        </pc:sldMkLst>
      </pc:sldChg>
      <pc:sldChg chg="modTransition">
        <pc:chgData name="Martin Hardy" userId="18c45b91-9529-4376-afee-15439663c977" providerId="ADAL" clId="{1DBF1254-DA95-4F34-9BE3-1B2B17F962EC}" dt="2022-12-05T14:32:34.925" v="103"/>
        <pc:sldMkLst>
          <pc:docMk/>
          <pc:sldMk cId="814283930" sldId="262"/>
        </pc:sldMkLst>
      </pc:sldChg>
      <pc:sldChg chg="modTransition">
        <pc:chgData name="Martin Hardy" userId="18c45b91-9529-4376-afee-15439663c977" providerId="ADAL" clId="{1DBF1254-DA95-4F34-9BE3-1B2B17F962EC}" dt="2022-12-05T14:32:34.925" v="103"/>
        <pc:sldMkLst>
          <pc:docMk/>
          <pc:sldMk cId="1917519425" sldId="263"/>
        </pc:sldMkLst>
      </pc:sldChg>
      <pc:sldChg chg="modTransition">
        <pc:chgData name="Martin Hardy" userId="18c45b91-9529-4376-afee-15439663c977" providerId="ADAL" clId="{1DBF1254-DA95-4F34-9BE3-1B2B17F962EC}" dt="2022-12-05T14:31:44.092" v="101"/>
        <pc:sldMkLst>
          <pc:docMk/>
          <pc:sldMk cId="807347737" sldId="264"/>
        </pc:sldMkLst>
      </pc:sldChg>
      <pc:sldChg chg="modTransition">
        <pc:chgData name="Martin Hardy" userId="18c45b91-9529-4376-afee-15439663c977" providerId="ADAL" clId="{1DBF1254-DA95-4F34-9BE3-1B2B17F962EC}" dt="2022-12-05T14:31:44.092" v="101"/>
        <pc:sldMkLst>
          <pc:docMk/>
          <pc:sldMk cId="2129191081" sldId="265"/>
        </pc:sldMkLst>
      </pc:sldChg>
      <pc:sldChg chg="modSp mod modTransition">
        <pc:chgData name="Martin Hardy" userId="18c45b91-9529-4376-afee-15439663c977" providerId="ADAL" clId="{1DBF1254-DA95-4F34-9BE3-1B2B17F962EC}" dt="2022-12-05T14:31:44.092" v="101"/>
        <pc:sldMkLst>
          <pc:docMk/>
          <pc:sldMk cId="1019711970" sldId="266"/>
        </pc:sldMkLst>
        <pc:spChg chg="mod">
          <ac:chgData name="Martin Hardy" userId="18c45b91-9529-4376-afee-15439663c977" providerId="ADAL" clId="{1DBF1254-DA95-4F34-9BE3-1B2B17F962EC}" dt="2022-12-05T13:13:08.919" v="7" actId="20577"/>
          <ac:spMkLst>
            <pc:docMk/>
            <pc:sldMk cId="1019711970" sldId="266"/>
            <ac:spMk id="2" creationId="{3AE6B96C-EBF2-8E70-9152-72BCE7200A32}"/>
          </ac:spMkLst>
        </pc:spChg>
      </pc:sldChg>
      <pc:sldChg chg="modTransition">
        <pc:chgData name="Martin Hardy" userId="18c45b91-9529-4376-afee-15439663c977" providerId="ADAL" clId="{1DBF1254-DA95-4F34-9BE3-1B2B17F962EC}" dt="2022-12-05T14:31:44.092" v="101"/>
        <pc:sldMkLst>
          <pc:docMk/>
          <pc:sldMk cId="701303223" sldId="267"/>
        </pc:sldMkLst>
      </pc:sldChg>
      <pc:sldChg chg="modTransition">
        <pc:chgData name="Martin Hardy" userId="18c45b91-9529-4376-afee-15439663c977" providerId="ADAL" clId="{1DBF1254-DA95-4F34-9BE3-1B2B17F962EC}" dt="2022-12-05T14:31:44.092" v="101"/>
        <pc:sldMkLst>
          <pc:docMk/>
          <pc:sldMk cId="3799033472" sldId="268"/>
        </pc:sldMkLst>
      </pc:sldChg>
      <pc:sldChg chg="modSp add modTransition">
        <pc:chgData name="Martin Hardy" userId="18c45b91-9529-4376-afee-15439663c977" providerId="ADAL" clId="{1DBF1254-DA95-4F34-9BE3-1B2B17F962EC}" dt="2022-12-05T14:32:34.925" v="103"/>
        <pc:sldMkLst>
          <pc:docMk/>
          <pc:sldMk cId="3320964517" sldId="269"/>
        </pc:sldMkLst>
        <pc:spChg chg="mod">
          <ac:chgData name="Martin Hardy" userId="18c45b91-9529-4376-afee-15439663c977" providerId="ADAL" clId="{1DBF1254-DA95-4F34-9BE3-1B2B17F962EC}" dt="2022-12-05T13:14:03.670" v="17" actId="20577"/>
          <ac:spMkLst>
            <pc:docMk/>
            <pc:sldMk cId="3320964517" sldId="269"/>
            <ac:spMk id="2" creationId="{4C669FBF-0663-EFBC-222C-3862CC8B7420}"/>
          </ac:spMkLst>
        </pc:spChg>
      </pc:sldChg>
      <pc:sldChg chg="addSp delSp modSp new mod modTransition">
        <pc:chgData name="Martin Hardy" userId="18c45b91-9529-4376-afee-15439663c977" providerId="ADAL" clId="{1DBF1254-DA95-4F34-9BE3-1B2B17F962EC}" dt="2022-12-05T14:32:34.925" v="103"/>
        <pc:sldMkLst>
          <pc:docMk/>
          <pc:sldMk cId="1981220494" sldId="270"/>
        </pc:sldMkLst>
        <pc:spChg chg="add del">
          <ac:chgData name="Martin Hardy" userId="18c45b91-9529-4376-afee-15439663c977" providerId="ADAL" clId="{1DBF1254-DA95-4F34-9BE3-1B2B17F962EC}" dt="2022-12-05T14:03:24.783" v="51" actId="478"/>
          <ac:spMkLst>
            <pc:docMk/>
            <pc:sldMk cId="1981220494" sldId="270"/>
            <ac:spMk id="5" creationId="{C1995B40-DCEF-8C46-3CA9-0FFD5777415A}"/>
          </ac:spMkLst>
        </pc:spChg>
        <pc:spChg chg="add del mod">
          <ac:chgData name="Martin Hardy" userId="18c45b91-9529-4376-afee-15439663c977" providerId="ADAL" clId="{1DBF1254-DA95-4F34-9BE3-1B2B17F962EC}" dt="2022-12-05T14:04:52.003" v="57"/>
          <ac:spMkLst>
            <pc:docMk/>
            <pc:sldMk cId="1981220494" sldId="270"/>
            <ac:spMk id="6" creationId="{524601B9-3B40-C9B7-2070-7E8BD7B63944}"/>
          </ac:spMkLst>
        </pc:spChg>
        <pc:spChg chg="add del mod">
          <ac:chgData name="Martin Hardy" userId="18c45b91-9529-4376-afee-15439663c977" providerId="ADAL" clId="{1DBF1254-DA95-4F34-9BE3-1B2B17F962EC}" dt="2022-12-05T14:04:52.003" v="57"/>
          <ac:spMkLst>
            <pc:docMk/>
            <pc:sldMk cId="1981220494" sldId="270"/>
            <ac:spMk id="7" creationId="{9B8A14DD-EB3E-D44C-137B-2C38DE6620BF}"/>
          </ac:spMkLst>
        </pc:spChg>
        <pc:spChg chg="mod">
          <ac:chgData name="Martin Hardy" userId="18c45b91-9529-4376-afee-15439663c977" providerId="ADAL" clId="{1DBF1254-DA95-4F34-9BE3-1B2B17F962EC}" dt="2022-12-05T14:04:53.976" v="58" actId="1076"/>
          <ac:spMkLst>
            <pc:docMk/>
            <pc:sldMk cId="1981220494" sldId="270"/>
            <ac:spMk id="8" creationId="{CFFCBA28-A0D9-0AE5-774E-7A14F90BB4D9}"/>
          </ac:spMkLst>
        </pc:spChg>
        <pc:spChg chg="mod">
          <ac:chgData name="Martin Hardy" userId="18c45b91-9529-4376-afee-15439663c977" providerId="ADAL" clId="{1DBF1254-DA95-4F34-9BE3-1B2B17F962EC}" dt="2022-12-05T14:06:36.618" v="82" actId="164"/>
          <ac:spMkLst>
            <pc:docMk/>
            <pc:sldMk cId="1981220494" sldId="270"/>
            <ac:spMk id="9" creationId="{EC0D61F5-CCA1-517F-425D-B6AA1E5CDB52}"/>
          </ac:spMkLst>
        </pc:spChg>
        <pc:spChg chg="mod">
          <ac:chgData name="Martin Hardy" userId="18c45b91-9529-4376-afee-15439663c977" providerId="ADAL" clId="{1DBF1254-DA95-4F34-9BE3-1B2B17F962EC}" dt="2022-12-05T14:06:36.618" v="82" actId="164"/>
          <ac:spMkLst>
            <pc:docMk/>
            <pc:sldMk cId="1981220494" sldId="270"/>
            <ac:spMk id="10" creationId="{A233F356-3557-DF45-B02A-C9F26F0F6EB9}"/>
          </ac:spMkLst>
        </pc:spChg>
        <pc:spChg chg="add mod ord">
          <ac:chgData name="Martin Hardy" userId="18c45b91-9529-4376-afee-15439663c977" providerId="ADAL" clId="{1DBF1254-DA95-4F34-9BE3-1B2B17F962EC}" dt="2022-12-05T14:06:36.618" v="82" actId="164"/>
          <ac:spMkLst>
            <pc:docMk/>
            <pc:sldMk cId="1981220494" sldId="270"/>
            <ac:spMk id="11" creationId="{7FA0627A-5B83-7EBD-121C-6E63CD27B8FD}"/>
          </ac:spMkLst>
        </pc:spChg>
        <pc:spChg chg="add mod">
          <ac:chgData name="Martin Hardy" userId="18c45b91-9529-4376-afee-15439663c977" providerId="ADAL" clId="{1DBF1254-DA95-4F34-9BE3-1B2B17F962EC}" dt="2022-12-05T14:06:36.618" v="82" actId="164"/>
          <ac:spMkLst>
            <pc:docMk/>
            <pc:sldMk cId="1981220494" sldId="270"/>
            <ac:spMk id="14" creationId="{3D23F935-E642-71C5-CDA9-C175FEBCDDE9}"/>
          </ac:spMkLst>
        </pc:spChg>
        <pc:grpChg chg="add mod">
          <ac:chgData name="Martin Hardy" userId="18c45b91-9529-4376-afee-15439663c977" providerId="ADAL" clId="{1DBF1254-DA95-4F34-9BE3-1B2B17F962EC}" dt="2022-12-05T14:06:43.282" v="85" actId="1076"/>
          <ac:grpSpMkLst>
            <pc:docMk/>
            <pc:sldMk cId="1981220494" sldId="270"/>
            <ac:grpSpMk id="15" creationId="{0029B4EF-612B-8C0F-8D9F-01D821366B86}"/>
          </ac:grpSpMkLst>
        </pc:grpChg>
        <pc:picChg chg="add mod">
          <ac:chgData name="Martin Hardy" userId="18c45b91-9529-4376-afee-15439663c977" providerId="ADAL" clId="{1DBF1254-DA95-4F34-9BE3-1B2B17F962EC}" dt="2022-12-05T14:06:36.618" v="82" actId="164"/>
          <ac:picMkLst>
            <pc:docMk/>
            <pc:sldMk cId="1981220494" sldId="270"/>
            <ac:picMk id="13" creationId="{1D1AADB9-6AB1-D60F-73E1-3FC1985B0DC1}"/>
          </ac:picMkLst>
        </pc:picChg>
      </pc:sldChg>
      <pc:sldMasterChg chg="addSp modSp mod addSldLayout modSldLayout">
        <pc:chgData name="Martin Hardy" userId="18c45b91-9529-4376-afee-15439663c977" providerId="ADAL" clId="{1DBF1254-DA95-4F34-9BE3-1B2B17F962EC}" dt="2022-12-05T14:09:27.168" v="92"/>
        <pc:sldMasterMkLst>
          <pc:docMk/>
          <pc:sldMasterMk cId="2148115787" sldId="2147483684"/>
        </pc:sldMasterMkLst>
        <pc:spChg chg="mod">
          <ac:chgData name="Martin Hardy" userId="18c45b91-9529-4376-afee-15439663c977" providerId="ADAL" clId="{1DBF1254-DA95-4F34-9BE3-1B2B17F962EC}" dt="2022-12-05T13:17:58.230" v="22" actId="14100"/>
          <ac:spMkLst>
            <pc:docMk/>
            <pc:sldMasterMk cId="2148115787" sldId="2147483684"/>
            <ac:spMk id="2" creationId="{00000000-0000-0000-0000-000000000000}"/>
          </ac:spMkLst>
        </pc:spChg>
        <pc:spChg chg="mod">
          <ac:chgData name="Martin Hardy" userId="18c45b91-9529-4376-afee-15439663c977" providerId="ADAL" clId="{1DBF1254-DA95-4F34-9BE3-1B2B17F962EC}" dt="2022-12-05T13:16:21.290" v="21"/>
          <ac:spMkLst>
            <pc:docMk/>
            <pc:sldMasterMk cId="2148115787" sldId="2147483684"/>
            <ac:spMk id="3" creationId="{00000000-0000-0000-0000-000000000000}"/>
          </ac:spMkLst>
        </pc:spChg>
        <pc:spChg chg="mod">
          <ac:chgData name="Martin Hardy" userId="18c45b91-9529-4376-afee-15439663c977" providerId="ADAL" clId="{1DBF1254-DA95-4F34-9BE3-1B2B17F962EC}" dt="2022-12-05T13:24:25.691" v="48" actId="1076"/>
          <ac:spMkLst>
            <pc:docMk/>
            <pc:sldMasterMk cId="2148115787" sldId="2147483684"/>
            <ac:spMk id="5" creationId="{00000000-0000-0000-0000-000000000000}"/>
          </ac:spMkLst>
        </pc:spChg>
        <pc:spChg chg="mod ord">
          <ac:chgData name="Martin Hardy" userId="18c45b91-9529-4376-afee-15439663c977" providerId="ADAL" clId="{1DBF1254-DA95-4F34-9BE3-1B2B17F962EC}" dt="2022-12-05T13:24:01.367" v="45" actId="166"/>
          <ac:spMkLst>
            <pc:docMk/>
            <pc:sldMasterMk cId="2148115787" sldId="2147483684"/>
            <ac:spMk id="6" creationId="{00000000-0000-0000-0000-000000000000}"/>
          </ac:spMkLst>
        </pc:spChg>
        <pc:spChg chg="add mod">
          <ac:chgData name="Martin Hardy" userId="18c45b91-9529-4376-afee-15439663c977" providerId="ADAL" clId="{1DBF1254-DA95-4F34-9BE3-1B2B17F962EC}" dt="2022-12-05T13:24:14.152" v="46" actId="14861"/>
          <ac:spMkLst>
            <pc:docMk/>
            <pc:sldMasterMk cId="2148115787" sldId="2147483684"/>
            <ac:spMk id="11" creationId="{29C81816-3906-ABB1-4777-94B84844945C}"/>
          </ac:spMkLst>
        </pc:spChg>
        <pc:picChg chg="add mod">
          <ac:chgData name="Martin Hardy" userId="18c45b91-9529-4376-afee-15439663c977" providerId="ADAL" clId="{1DBF1254-DA95-4F34-9BE3-1B2B17F962EC}" dt="2022-12-05T13:18:27.375" v="27" actId="14100"/>
          <ac:picMkLst>
            <pc:docMk/>
            <pc:sldMasterMk cId="2148115787" sldId="2147483684"/>
            <ac:picMk id="9" creationId="{915A4CA3-D48F-CC45-ADD2-F0E27BF3A5BF}"/>
          </ac:picMkLst>
        </pc:picChg>
        <pc:picChg chg="add mod">
          <ac:chgData name="Martin Hardy" userId="18c45b91-9529-4376-afee-15439663c977" providerId="ADAL" clId="{1DBF1254-DA95-4F34-9BE3-1B2B17F962EC}" dt="2022-12-05T14:09:27.168" v="92"/>
          <ac:picMkLst>
            <pc:docMk/>
            <pc:sldMasterMk cId="2148115787" sldId="2147483684"/>
            <ac:picMk id="12" creationId="{F356AB00-18D4-FA10-F263-4415BF0CF481}"/>
          </ac:picMkLst>
        </pc:picChg>
        <pc:sldLayoutChg chg="addSp delSp modSp mod">
          <pc:chgData name="Martin Hardy" userId="18c45b91-9529-4376-afee-15439663c977" providerId="ADAL" clId="{1DBF1254-DA95-4F34-9BE3-1B2B17F962EC}" dt="2022-12-05T14:09:24.369" v="91" actId="21"/>
          <pc:sldLayoutMkLst>
            <pc:docMk/>
            <pc:sldMasterMk cId="2148115787" sldId="2147483684"/>
            <pc:sldLayoutMk cId="3865345136" sldId="2147483686"/>
          </pc:sldLayoutMkLst>
          <pc:picChg chg="add del mod">
            <ac:chgData name="Martin Hardy" userId="18c45b91-9529-4376-afee-15439663c977" providerId="ADAL" clId="{1DBF1254-DA95-4F34-9BE3-1B2B17F962EC}" dt="2022-12-05T14:09:24.369" v="91" actId="21"/>
            <ac:picMkLst>
              <pc:docMk/>
              <pc:sldMasterMk cId="2148115787" sldId="2147483684"/>
              <pc:sldLayoutMk cId="3865345136" sldId="2147483686"/>
              <ac:picMk id="5" creationId="{639878AC-9021-18E2-DA1E-306B7C1BDEBB}"/>
            </ac:picMkLst>
          </pc:picChg>
        </pc:sldLayoutChg>
        <pc:sldLayoutChg chg="modSp mod">
          <pc:chgData name="Martin Hardy" userId="18c45b91-9529-4376-afee-15439663c977" providerId="ADAL" clId="{1DBF1254-DA95-4F34-9BE3-1B2B17F962EC}" dt="2022-12-05T13:18:47.544" v="28" actId="14100"/>
          <pc:sldLayoutMkLst>
            <pc:docMk/>
            <pc:sldMasterMk cId="2148115787" sldId="2147483684"/>
            <pc:sldLayoutMk cId="3417202956" sldId="2147483689"/>
          </pc:sldLayoutMkLst>
          <pc:spChg chg="mod">
            <ac:chgData name="Martin Hardy" userId="18c45b91-9529-4376-afee-15439663c977" providerId="ADAL" clId="{1DBF1254-DA95-4F34-9BE3-1B2B17F962EC}" dt="2022-12-05T13:18:47.544" v="28" actId="14100"/>
            <ac:spMkLst>
              <pc:docMk/>
              <pc:sldMasterMk cId="2148115787" sldId="2147483684"/>
              <pc:sldLayoutMk cId="3417202956" sldId="2147483689"/>
              <ac:spMk id="10" creationId="{00000000-0000-0000-0000-000000000000}"/>
            </ac:spMkLst>
          </pc:spChg>
        </pc:sldLayoutChg>
        <pc:sldLayoutChg chg="addSp delSp modSp add mod modTransition">
          <pc:chgData name="Martin Hardy" userId="18c45b91-9529-4376-afee-15439663c977" providerId="ADAL" clId="{1DBF1254-DA95-4F34-9BE3-1B2B17F962EC}" dt="2022-12-05T13:20:50.338" v="36" actId="11529"/>
          <pc:sldLayoutMkLst>
            <pc:docMk/>
            <pc:sldMasterMk cId="2148115787" sldId="2147483684"/>
            <pc:sldLayoutMk cId="639818301" sldId="2147483694"/>
          </pc:sldLayoutMkLst>
          <pc:spChg chg="mod">
            <ac:chgData name="Martin Hardy" userId="18c45b91-9529-4376-afee-15439663c977" providerId="ADAL" clId="{1DBF1254-DA95-4F34-9BE3-1B2B17F962EC}" dt="2022-12-05T13:19:41.745" v="31" actId="14100"/>
            <ac:spMkLst>
              <pc:docMk/>
              <pc:sldMasterMk cId="2148115787" sldId="2147483684"/>
              <pc:sldLayoutMk cId="639818301" sldId="2147483694"/>
              <ac:spMk id="3" creationId="{00000000-0000-0000-0000-000000000000}"/>
            </ac:spMkLst>
          </pc:spChg>
          <pc:spChg chg="mod">
            <ac:chgData name="Martin Hardy" userId="18c45b91-9529-4376-afee-15439663c977" providerId="ADAL" clId="{1DBF1254-DA95-4F34-9BE3-1B2B17F962EC}" dt="2022-12-05T13:19:41.745" v="31" actId="14100"/>
            <ac:spMkLst>
              <pc:docMk/>
              <pc:sldMasterMk cId="2148115787" sldId="2147483684"/>
              <pc:sldLayoutMk cId="639818301" sldId="2147483694"/>
              <ac:spMk id="4" creationId="{00000000-0000-0000-0000-000000000000}"/>
            </ac:spMkLst>
          </pc:spChg>
          <pc:spChg chg="mod">
            <ac:chgData name="Martin Hardy" userId="18c45b91-9529-4376-afee-15439663c977" providerId="ADAL" clId="{1DBF1254-DA95-4F34-9BE3-1B2B17F962EC}" dt="2022-12-05T13:19:53.375" v="32" actId="1076"/>
            <ac:spMkLst>
              <pc:docMk/>
              <pc:sldMasterMk cId="2148115787" sldId="2147483684"/>
              <pc:sldLayoutMk cId="639818301" sldId="2147483694"/>
              <ac:spMk id="5" creationId="{00000000-0000-0000-0000-000000000000}"/>
            </ac:spMkLst>
          </pc:spChg>
          <pc:spChg chg="mod">
            <ac:chgData name="Martin Hardy" userId="18c45b91-9529-4376-afee-15439663c977" providerId="ADAL" clId="{1DBF1254-DA95-4F34-9BE3-1B2B17F962EC}" dt="2022-12-05T13:19:53.375" v="32" actId="1076"/>
            <ac:spMkLst>
              <pc:docMk/>
              <pc:sldMasterMk cId="2148115787" sldId="2147483684"/>
              <pc:sldLayoutMk cId="639818301" sldId="2147483694"/>
              <ac:spMk id="6" creationId="{00000000-0000-0000-0000-000000000000}"/>
            </ac:spMkLst>
          </pc:spChg>
          <pc:spChg chg="add del">
            <ac:chgData name="Martin Hardy" userId="18c45b91-9529-4376-afee-15439663c977" providerId="ADAL" clId="{1DBF1254-DA95-4F34-9BE3-1B2B17F962EC}" dt="2022-12-05T13:20:27.883" v="33" actId="11529"/>
            <ac:spMkLst>
              <pc:docMk/>
              <pc:sldMasterMk cId="2148115787" sldId="2147483684"/>
              <pc:sldLayoutMk cId="639818301" sldId="2147483694"/>
              <ac:spMk id="7" creationId="{8D7246D4-AB69-CB0D-28BF-522A8E544274}"/>
            </ac:spMkLst>
          </pc:spChg>
          <pc:spChg chg="add mod">
            <ac:chgData name="Martin Hardy" userId="18c45b91-9529-4376-afee-15439663c977" providerId="ADAL" clId="{1DBF1254-DA95-4F34-9BE3-1B2B17F962EC}" dt="2022-12-05T13:20:37.257" v="35" actId="14100"/>
            <ac:spMkLst>
              <pc:docMk/>
              <pc:sldMasterMk cId="2148115787" sldId="2147483684"/>
              <pc:sldLayoutMk cId="639818301" sldId="2147483694"/>
              <ac:spMk id="8" creationId="{7842DA4A-1D96-F7DD-C8ED-F65E8021C359}"/>
            </ac:spMkLst>
          </pc:spChg>
          <pc:spChg chg="add del">
            <ac:chgData name="Martin Hardy" userId="18c45b91-9529-4376-afee-15439663c977" providerId="ADAL" clId="{1DBF1254-DA95-4F34-9BE3-1B2B17F962EC}" dt="2022-12-05T13:20:50.338" v="36" actId="11529"/>
            <ac:spMkLst>
              <pc:docMk/>
              <pc:sldMasterMk cId="2148115787" sldId="2147483684"/>
              <pc:sldLayoutMk cId="639818301" sldId="2147483694"/>
              <ac:spMk id="9" creationId="{0E73000A-A99A-4658-A5BA-2F11F221B86E}"/>
            </ac:spMkLst>
          </pc:spChg>
          <pc:spChg chg="add mod">
            <ac:chgData name="Martin Hardy" userId="18c45b91-9529-4376-afee-15439663c977" providerId="ADAL" clId="{1DBF1254-DA95-4F34-9BE3-1B2B17F962EC}" dt="2022-12-05T13:20:50.338" v="36" actId="11529"/>
            <ac:spMkLst>
              <pc:docMk/>
              <pc:sldMasterMk cId="2148115787" sldId="2147483684"/>
              <pc:sldLayoutMk cId="639818301" sldId="2147483694"/>
              <ac:spMk id="13" creationId="{BC8F1EF1-43C3-3338-BB72-CE48413332F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287E9-9618-47E2-937A-8A9769ACC131}" type="datetimeFigureOut">
              <a:rPr lang="fr-CA" smtClean="0"/>
              <a:t>2022-12-05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F6756-1D10-4D20-90E0-3FFD3DBB1DB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523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08D43E6-B0EA-4DA6-B410-BBFBE9673D8A}" type="datetime1">
              <a:rPr lang="fr-CA" smtClean="0"/>
              <a:t>2022-12-05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1084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427BE76-CE88-4251-A6F5-FA4949EE9666}" type="datetime1">
              <a:rPr lang="fr-CA" smtClean="0"/>
              <a:t>2022-12-05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65345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18472A0-B607-4716-B7FF-AA1354E7A9A5}" type="datetime1">
              <a:rPr lang="fr-CA" smtClean="0"/>
              <a:t>2022-12-05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0164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661F23B-7598-4225-ADF7-25C8DB7000ED}" type="datetime1">
              <a:rPr lang="fr-CA" smtClean="0"/>
              <a:t>2022-12-05</a:t>
            </a:fld>
            <a:endParaRPr lang="fr-CA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84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2818150" y="286603"/>
            <a:ext cx="8337529" cy="145075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fr-FR" noProof="0" dirty="0"/>
              <a:t>Cliquez pour modifier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8C29BE9-9FF1-4842-9425-EC23071527C4}" type="datetime1">
              <a:rPr lang="fr-CA" smtClean="0"/>
              <a:t>2022-12-05</a:t>
            </a:fld>
            <a:endParaRPr lang="fr-CA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12" name="Espace réservé au numéro de diapositiv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172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3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2818150" y="286603"/>
            <a:ext cx="8337529" cy="145075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2905094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2905094" cy="2910821"/>
          </a:xfrm>
        </p:spPr>
        <p:txBody>
          <a:bodyPr rtlCol="0"/>
          <a:lstStyle/>
          <a:p>
            <a:pPr lvl="0" rtl="0"/>
            <a:r>
              <a:rPr lang="fr-FR" noProof="0" dirty="0"/>
              <a:t>Cliquez pour modifier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8250585" y="2057400"/>
            <a:ext cx="2905094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8250585" y="2958273"/>
            <a:ext cx="2905094" cy="2910821"/>
          </a:xfrm>
        </p:spPr>
        <p:txBody>
          <a:bodyPr rtlCol="0"/>
          <a:lstStyle/>
          <a:p>
            <a:pPr lvl="0" rtl="0"/>
            <a:r>
              <a:rPr lang="fr-FR" noProof="0" dirty="0"/>
              <a:t>Cliquez pour modifier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A06F7CD-2852-4721-BEBE-3BF8E9760FA4}" type="datetime1">
              <a:rPr lang="fr-CA" smtClean="0"/>
              <a:t>2022-12-05</a:t>
            </a:fld>
            <a:endParaRPr lang="fr-CA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12" name="Espace réservé au numéro de diapositiv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842DA4A-1D96-F7DD-C8ED-F65E8021C3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1388" y="2958167"/>
            <a:ext cx="2905094" cy="2910821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C8F1EF1-43C3-3338-BB72-CE48413332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1388" y="2057400"/>
            <a:ext cx="2905125" cy="7366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9818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EBF7C03-4E60-40B7-8FF7-A59D454E9D05}" type="datetime1">
              <a:rPr lang="fr-CA" smtClean="0"/>
              <a:t>2022-12-05</a:t>
            </a:fld>
            <a:endParaRPr lang="fr-CA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343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AA1B361-F8D3-407A-BDD1-BE260B39895E}" type="datetime1">
              <a:rPr lang="fr-CA" smtClean="0"/>
              <a:t>2022-12-05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0651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fld id="{CAFF32CA-AFA5-47D3-9786-B4C501B4D76F}" type="datetime1">
              <a:rPr lang="fr-CA" smtClean="0"/>
              <a:t>2022-12-05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CA"/>
              <a:t>Introduction à la programmation (semaine 05)</a:t>
            </a:r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4676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E31DE8B-EF07-4F03-AB66-E341CDB5E457}" type="datetime1">
              <a:rPr lang="fr-CA" smtClean="0"/>
              <a:t>2022-12-05</a:t>
            </a:fld>
            <a:endParaRPr lang="fr-CA"/>
          </a:p>
        </p:txBody>
      </p:sp>
      <p:sp>
        <p:nvSpPr>
          <p:cNvPr id="6" name="Espace réservé au pied de page 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EEC44025-5DEB-4C9A-A8FA-2E7105E05C3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6563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" Target="../slides/slid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848130" y="286603"/>
            <a:ext cx="8307549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custGeom>
            <a:avLst/>
            <a:gdLst>
              <a:gd name="connsiteX0" fmla="*/ 0 w 10058400"/>
              <a:gd name="connsiteY0" fmla="*/ 0 h 3760891"/>
              <a:gd name="connsiteX1" fmla="*/ 591671 w 10058400"/>
              <a:gd name="connsiteY1" fmla="*/ 0 h 3760891"/>
              <a:gd name="connsiteX2" fmla="*/ 1183341 w 10058400"/>
              <a:gd name="connsiteY2" fmla="*/ 0 h 3760891"/>
              <a:gd name="connsiteX3" fmla="*/ 1976180 w 10058400"/>
              <a:gd name="connsiteY3" fmla="*/ 0 h 3760891"/>
              <a:gd name="connsiteX4" fmla="*/ 2567850 w 10058400"/>
              <a:gd name="connsiteY4" fmla="*/ 0 h 3760891"/>
              <a:gd name="connsiteX5" fmla="*/ 2958353 w 10058400"/>
              <a:gd name="connsiteY5" fmla="*/ 0 h 3760891"/>
              <a:gd name="connsiteX6" fmla="*/ 3248272 w 10058400"/>
              <a:gd name="connsiteY6" fmla="*/ 0 h 3760891"/>
              <a:gd name="connsiteX7" fmla="*/ 3538190 w 10058400"/>
              <a:gd name="connsiteY7" fmla="*/ 0 h 3760891"/>
              <a:gd name="connsiteX8" fmla="*/ 3928693 w 10058400"/>
              <a:gd name="connsiteY8" fmla="*/ 0 h 3760891"/>
              <a:gd name="connsiteX9" fmla="*/ 4319195 w 10058400"/>
              <a:gd name="connsiteY9" fmla="*/ 0 h 3760891"/>
              <a:gd name="connsiteX10" fmla="*/ 5112034 w 10058400"/>
              <a:gd name="connsiteY10" fmla="*/ 0 h 3760891"/>
              <a:gd name="connsiteX11" fmla="*/ 5703704 w 10058400"/>
              <a:gd name="connsiteY11" fmla="*/ 0 h 3760891"/>
              <a:gd name="connsiteX12" fmla="*/ 6496543 w 10058400"/>
              <a:gd name="connsiteY12" fmla="*/ 0 h 3760891"/>
              <a:gd name="connsiteX13" fmla="*/ 7188798 w 10058400"/>
              <a:gd name="connsiteY13" fmla="*/ 0 h 3760891"/>
              <a:gd name="connsiteX14" fmla="*/ 7780468 w 10058400"/>
              <a:gd name="connsiteY14" fmla="*/ 0 h 3760891"/>
              <a:gd name="connsiteX15" fmla="*/ 8271555 w 10058400"/>
              <a:gd name="connsiteY15" fmla="*/ 0 h 3760891"/>
              <a:gd name="connsiteX16" fmla="*/ 8863225 w 10058400"/>
              <a:gd name="connsiteY16" fmla="*/ 0 h 3760891"/>
              <a:gd name="connsiteX17" fmla="*/ 10058400 w 10058400"/>
              <a:gd name="connsiteY17" fmla="*/ 0 h 3760891"/>
              <a:gd name="connsiteX18" fmla="*/ 10058400 w 10058400"/>
              <a:gd name="connsiteY18" fmla="*/ 499661 h 3760891"/>
              <a:gd name="connsiteX19" fmla="*/ 10058400 w 10058400"/>
              <a:gd name="connsiteY19" fmla="*/ 999322 h 3760891"/>
              <a:gd name="connsiteX20" fmla="*/ 10058400 w 10058400"/>
              <a:gd name="connsiteY20" fmla="*/ 1423766 h 3760891"/>
              <a:gd name="connsiteX21" fmla="*/ 10058400 w 10058400"/>
              <a:gd name="connsiteY21" fmla="*/ 1923427 h 3760891"/>
              <a:gd name="connsiteX22" fmla="*/ 10058400 w 10058400"/>
              <a:gd name="connsiteY22" fmla="*/ 2535915 h 3760891"/>
              <a:gd name="connsiteX23" fmla="*/ 10058400 w 10058400"/>
              <a:gd name="connsiteY23" fmla="*/ 3073185 h 3760891"/>
              <a:gd name="connsiteX24" fmla="*/ 10058400 w 10058400"/>
              <a:gd name="connsiteY24" fmla="*/ 3760891 h 3760891"/>
              <a:gd name="connsiteX25" fmla="*/ 9567313 w 10058400"/>
              <a:gd name="connsiteY25" fmla="*/ 3760891 h 3760891"/>
              <a:gd name="connsiteX26" fmla="*/ 9176811 w 10058400"/>
              <a:gd name="connsiteY26" fmla="*/ 3760891 h 3760891"/>
              <a:gd name="connsiteX27" fmla="*/ 8886892 w 10058400"/>
              <a:gd name="connsiteY27" fmla="*/ 3760891 h 3760891"/>
              <a:gd name="connsiteX28" fmla="*/ 8596974 w 10058400"/>
              <a:gd name="connsiteY28" fmla="*/ 3760891 h 3760891"/>
              <a:gd name="connsiteX29" fmla="*/ 8307055 w 10058400"/>
              <a:gd name="connsiteY29" fmla="*/ 3760891 h 3760891"/>
              <a:gd name="connsiteX30" fmla="*/ 7815968 w 10058400"/>
              <a:gd name="connsiteY30" fmla="*/ 3760891 h 3760891"/>
              <a:gd name="connsiteX31" fmla="*/ 7224298 w 10058400"/>
              <a:gd name="connsiteY31" fmla="*/ 3760891 h 3760891"/>
              <a:gd name="connsiteX32" fmla="*/ 6632627 w 10058400"/>
              <a:gd name="connsiteY32" fmla="*/ 3760891 h 3760891"/>
              <a:gd name="connsiteX33" fmla="*/ 6242125 w 10058400"/>
              <a:gd name="connsiteY33" fmla="*/ 3760891 h 3760891"/>
              <a:gd name="connsiteX34" fmla="*/ 5952206 w 10058400"/>
              <a:gd name="connsiteY34" fmla="*/ 3760891 h 3760891"/>
              <a:gd name="connsiteX35" fmla="*/ 5159368 w 10058400"/>
              <a:gd name="connsiteY35" fmla="*/ 3760891 h 3760891"/>
              <a:gd name="connsiteX36" fmla="*/ 4467113 w 10058400"/>
              <a:gd name="connsiteY36" fmla="*/ 3760891 h 3760891"/>
              <a:gd name="connsiteX37" fmla="*/ 3875442 w 10058400"/>
              <a:gd name="connsiteY37" fmla="*/ 3760891 h 3760891"/>
              <a:gd name="connsiteX38" fmla="*/ 3082604 w 10058400"/>
              <a:gd name="connsiteY38" fmla="*/ 3760891 h 3760891"/>
              <a:gd name="connsiteX39" fmla="*/ 2390349 w 10058400"/>
              <a:gd name="connsiteY39" fmla="*/ 3760891 h 3760891"/>
              <a:gd name="connsiteX40" fmla="*/ 1798679 w 10058400"/>
              <a:gd name="connsiteY40" fmla="*/ 3760891 h 3760891"/>
              <a:gd name="connsiteX41" fmla="*/ 1408176 w 10058400"/>
              <a:gd name="connsiteY41" fmla="*/ 3760891 h 3760891"/>
              <a:gd name="connsiteX42" fmla="*/ 615337 w 10058400"/>
              <a:gd name="connsiteY42" fmla="*/ 3760891 h 3760891"/>
              <a:gd name="connsiteX43" fmla="*/ 0 w 10058400"/>
              <a:gd name="connsiteY43" fmla="*/ 3760891 h 3760891"/>
              <a:gd name="connsiteX44" fmla="*/ 0 w 10058400"/>
              <a:gd name="connsiteY44" fmla="*/ 3261230 h 3760891"/>
              <a:gd name="connsiteX45" fmla="*/ 0 w 10058400"/>
              <a:gd name="connsiteY45" fmla="*/ 2799177 h 3760891"/>
              <a:gd name="connsiteX46" fmla="*/ 0 w 10058400"/>
              <a:gd name="connsiteY46" fmla="*/ 2261907 h 3760891"/>
              <a:gd name="connsiteX47" fmla="*/ 0 w 10058400"/>
              <a:gd name="connsiteY47" fmla="*/ 1762246 h 3760891"/>
              <a:gd name="connsiteX48" fmla="*/ 0 w 10058400"/>
              <a:gd name="connsiteY48" fmla="*/ 1149758 h 3760891"/>
              <a:gd name="connsiteX49" fmla="*/ 0 w 10058400"/>
              <a:gd name="connsiteY49" fmla="*/ 650097 h 3760891"/>
              <a:gd name="connsiteX50" fmla="*/ 0 w 10058400"/>
              <a:gd name="connsiteY50" fmla="*/ 0 h 376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058400" h="3760891" fill="none" extrusionOk="0">
                <a:moveTo>
                  <a:pt x="0" y="0"/>
                </a:moveTo>
                <a:cubicBezTo>
                  <a:pt x="260439" y="-60909"/>
                  <a:pt x="384886" y="35394"/>
                  <a:pt x="591671" y="0"/>
                </a:cubicBezTo>
                <a:cubicBezTo>
                  <a:pt x="798456" y="-35394"/>
                  <a:pt x="917506" y="47201"/>
                  <a:pt x="1183341" y="0"/>
                </a:cubicBezTo>
                <a:cubicBezTo>
                  <a:pt x="1449176" y="-47201"/>
                  <a:pt x="1585079" y="4874"/>
                  <a:pt x="1976180" y="0"/>
                </a:cubicBezTo>
                <a:cubicBezTo>
                  <a:pt x="2367281" y="-4874"/>
                  <a:pt x="2434877" y="8875"/>
                  <a:pt x="2567850" y="0"/>
                </a:cubicBezTo>
                <a:cubicBezTo>
                  <a:pt x="2700823" y="-8875"/>
                  <a:pt x="2776686" y="13152"/>
                  <a:pt x="2958353" y="0"/>
                </a:cubicBezTo>
                <a:cubicBezTo>
                  <a:pt x="3140020" y="-13152"/>
                  <a:pt x="3150238" y="13609"/>
                  <a:pt x="3248272" y="0"/>
                </a:cubicBezTo>
                <a:cubicBezTo>
                  <a:pt x="3346306" y="-13609"/>
                  <a:pt x="3415555" y="21995"/>
                  <a:pt x="3538190" y="0"/>
                </a:cubicBezTo>
                <a:cubicBezTo>
                  <a:pt x="3660825" y="-21995"/>
                  <a:pt x="3746882" y="43024"/>
                  <a:pt x="3928693" y="0"/>
                </a:cubicBezTo>
                <a:cubicBezTo>
                  <a:pt x="4110504" y="-43024"/>
                  <a:pt x="4165718" y="37015"/>
                  <a:pt x="4319195" y="0"/>
                </a:cubicBezTo>
                <a:cubicBezTo>
                  <a:pt x="4472672" y="-37015"/>
                  <a:pt x="4872749" y="28265"/>
                  <a:pt x="5112034" y="0"/>
                </a:cubicBezTo>
                <a:cubicBezTo>
                  <a:pt x="5351319" y="-28265"/>
                  <a:pt x="5541951" y="13954"/>
                  <a:pt x="5703704" y="0"/>
                </a:cubicBezTo>
                <a:cubicBezTo>
                  <a:pt x="5865457" y="-13954"/>
                  <a:pt x="6333547" y="5365"/>
                  <a:pt x="6496543" y="0"/>
                </a:cubicBezTo>
                <a:cubicBezTo>
                  <a:pt x="6659539" y="-5365"/>
                  <a:pt x="6926188" y="60300"/>
                  <a:pt x="7188798" y="0"/>
                </a:cubicBezTo>
                <a:cubicBezTo>
                  <a:pt x="7451409" y="-60300"/>
                  <a:pt x="7573171" y="19653"/>
                  <a:pt x="7780468" y="0"/>
                </a:cubicBezTo>
                <a:cubicBezTo>
                  <a:pt x="7987765" y="-19653"/>
                  <a:pt x="8074188" y="27738"/>
                  <a:pt x="8271555" y="0"/>
                </a:cubicBezTo>
                <a:cubicBezTo>
                  <a:pt x="8468922" y="-27738"/>
                  <a:pt x="8580267" y="39825"/>
                  <a:pt x="8863225" y="0"/>
                </a:cubicBezTo>
                <a:cubicBezTo>
                  <a:pt x="9146183" y="-39825"/>
                  <a:pt x="9726917" y="59717"/>
                  <a:pt x="10058400" y="0"/>
                </a:cubicBezTo>
                <a:cubicBezTo>
                  <a:pt x="10059426" y="214935"/>
                  <a:pt x="10036989" y="319326"/>
                  <a:pt x="10058400" y="499661"/>
                </a:cubicBezTo>
                <a:cubicBezTo>
                  <a:pt x="10079811" y="679996"/>
                  <a:pt x="10026274" y="794948"/>
                  <a:pt x="10058400" y="999322"/>
                </a:cubicBezTo>
                <a:cubicBezTo>
                  <a:pt x="10090526" y="1203696"/>
                  <a:pt x="10033104" y="1219333"/>
                  <a:pt x="10058400" y="1423766"/>
                </a:cubicBezTo>
                <a:cubicBezTo>
                  <a:pt x="10083696" y="1628199"/>
                  <a:pt x="10035555" y="1801064"/>
                  <a:pt x="10058400" y="1923427"/>
                </a:cubicBezTo>
                <a:cubicBezTo>
                  <a:pt x="10081245" y="2045790"/>
                  <a:pt x="10032640" y="2386657"/>
                  <a:pt x="10058400" y="2535915"/>
                </a:cubicBezTo>
                <a:cubicBezTo>
                  <a:pt x="10084160" y="2685173"/>
                  <a:pt x="10056685" y="2835810"/>
                  <a:pt x="10058400" y="3073185"/>
                </a:cubicBezTo>
                <a:cubicBezTo>
                  <a:pt x="10060115" y="3310560"/>
                  <a:pt x="9990516" y="3429505"/>
                  <a:pt x="10058400" y="3760891"/>
                </a:cubicBezTo>
                <a:cubicBezTo>
                  <a:pt x="9923999" y="3812729"/>
                  <a:pt x="9700404" y="3753353"/>
                  <a:pt x="9567313" y="3760891"/>
                </a:cubicBezTo>
                <a:cubicBezTo>
                  <a:pt x="9434222" y="3768429"/>
                  <a:pt x="9261587" y="3720825"/>
                  <a:pt x="9176811" y="3760891"/>
                </a:cubicBezTo>
                <a:cubicBezTo>
                  <a:pt x="9092035" y="3800957"/>
                  <a:pt x="9022463" y="3738681"/>
                  <a:pt x="8886892" y="3760891"/>
                </a:cubicBezTo>
                <a:cubicBezTo>
                  <a:pt x="8751321" y="3783101"/>
                  <a:pt x="8693134" y="3730684"/>
                  <a:pt x="8596974" y="3760891"/>
                </a:cubicBezTo>
                <a:cubicBezTo>
                  <a:pt x="8500814" y="3791098"/>
                  <a:pt x="8396663" y="3752302"/>
                  <a:pt x="8307055" y="3760891"/>
                </a:cubicBezTo>
                <a:cubicBezTo>
                  <a:pt x="8217447" y="3769480"/>
                  <a:pt x="7969217" y="3706681"/>
                  <a:pt x="7815968" y="3760891"/>
                </a:cubicBezTo>
                <a:cubicBezTo>
                  <a:pt x="7662719" y="3815101"/>
                  <a:pt x="7377557" y="3717419"/>
                  <a:pt x="7224298" y="3760891"/>
                </a:cubicBezTo>
                <a:cubicBezTo>
                  <a:pt x="7071039" y="3804363"/>
                  <a:pt x="6856917" y="3755614"/>
                  <a:pt x="6632627" y="3760891"/>
                </a:cubicBezTo>
                <a:cubicBezTo>
                  <a:pt x="6408337" y="3766168"/>
                  <a:pt x="6389491" y="3737206"/>
                  <a:pt x="6242125" y="3760891"/>
                </a:cubicBezTo>
                <a:cubicBezTo>
                  <a:pt x="6094759" y="3784576"/>
                  <a:pt x="6070919" y="3758707"/>
                  <a:pt x="5952206" y="3760891"/>
                </a:cubicBezTo>
                <a:cubicBezTo>
                  <a:pt x="5833493" y="3763075"/>
                  <a:pt x="5543175" y="3725322"/>
                  <a:pt x="5159368" y="3760891"/>
                </a:cubicBezTo>
                <a:cubicBezTo>
                  <a:pt x="4775561" y="3796460"/>
                  <a:pt x="4661033" y="3685041"/>
                  <a:pt x="4467113" y="3760891"/>
                </a:cubicBezTo>
                <a:cubicBezTo>
                  <a:pt x="4273193" y="3836741"/>
                  <a:pt x="4030729" y="3691858"/>
                  <a:pt x="3875442" y="3760891"/>
                </a:cubicBezTo>
                <a:cubicBezTo>
                  <a:pt x="3720155" y="3829924"/>
                  <a:pt x="3423509" y="3748054"/>
                  <a:pt x="3082604" y="3760891"/>
                </a:cubicBezTo>
                <a:cubicBezTo>
                  <a:pt x="2741699" y="3773728"/>
                  <a:pt x="2709014" y="3687149"/>
                  <a:pt x="2390349" y="3760891"/>
                </a:cubicBezTo>
                <a:cubicBezTo>
                  <a:pt x="2071684" y="3834633"/>
                  <a:pt x="2070033" y="3736566"/>
                  <a:pt x="1798679" y="3760891"/>
                </a:cubicBezTo>
                <a:cubicBezTo>
                  <a:pt x="1527325" y="3785216"/>
                  <a:pt x="1509650" y="3736490"/>
                  <a:pt x="1408176" y="3760891"/>
                </a:cubicBezTo>
                <a:cubicBezTo>
                  <a:pt x="1306702" y="3785292"/>
                  <a:pt x="774630" y="3754263"/>
                  <a:pt x="615337" y="3760891"/>
                </a:cubicBezTo>
                <a:cubicBezTo>
                  <a:pt x="456044" y="3767519"/>
                  <a:pt x="273050" y="3755075"/>
                  <a:pt x="0" y="3760891"/>
                </a:cubicBezTo>
                <a:cubicBezTo>
                  <a:pt x="-54243" y="3589336"/>
                  <a:pt x="37458" y="3505236"/>
                  <a:pt x="0" y="3261230"/>
                </a:cubicBezTo>
                <a:cubicBezTo>
                  <a:pt x="-37458" y="3017224"/>
                  <a:pt x="10828" y="2932909"/>
                  <a:pt x="0" y="2799177"/>
                </a:cubicBezTo>
                <a:cubicBezTo>
                  <a:pt x="-10828" y="2665445"/>
                  <a:pt x="44036" y="2435924"/>
                  <a:pt x="0" y="2261907"/>
                </a:cubicBezTo>
                <a:cubicBezTo>
                  <a:pt x="-44036" y="2087890"/>
                  <a:pt x="22838" y="1875348"/>
                  <a:pt x="0" y="1762246"/>
                </a:cubicBezTo>
                <a:cubicBezTo>
                  <a:pt x="-22838" y="1649144"/>
                  <a:pt x="7980" y="1329038"/>
                  <a:pt x="0" y="1149758"/>
                </a:cubicBezTo>
                <a:cubicBezTo>
                  <a:pt x="-7980" y="970478"/>
                  <a:pt x="52385" y="773325"/>
                  <a:pt x="0" y="650097"/>
                </a:cubicBezTo>
                <a:cubicBezTo>
                  <a:pt x="-52385" y="526869"/>
                  <a:pt x="36356" y="260574"/>
                  <a:pt x="0" y="0"/>
                </a:cubicBezTo>
                <a:close/>
              </a:path>
              <a:path w="10058400" h="3760891" stroke="0" extrusionOk="0">
                <a:moveTo>
                  <a:pt x="0" y="0"/>
                </a:moveTo>
                <a:cubicBezTo>
                  <a:pt x="239592" y="-37672"/>
                  <a:pt x="500671" y="2246"/>
                  <a:pt x="692255" y="0"/>
                </a:cubicBezTo>
                <a:cubicBezTo>
                  <a:pt x="883839" y="-2246"/>
                  <a:pt x="1126401" y="10671"/>
                  <a:pt x="1485093" y="0"/>
                </a:cubicBezTo>
                <a:cubicBezTo>
                  <a:pt x="1843785" y="-10671"/>
                  <a:pt x="1694683" y="41638"/>
                  <a:pt x="1875596" y="0"/>
                </a:cubicBezTo>
                <a:cubicBezTo>
                  <a:pt x="2056509" y="-41638"/>
                  <a:pt x="2072073" y="33407"/>
                  <a:pt x="2266098" y="0"/>
                </a:cubicBezTo>
                <a:cubicBezTo>
                  <a:pt x="2460123" y="-33407"/>
                  <a:pt x="2521100" y="11637"/>
                  <a:pt x="2656601" y="0"/>
                </a:cubicBezTo>
                <a:cubicBezTo>
                  <a:pt x="2792102" y="-11637"/>
                  <a:pt x="3031106" y="61802"/>
                  <a:pt x="3348856" y="0"/>
                </a:cubicBezTo>
                <a:cubicBezTo>
                  <a:pt x="3666607" y="-61802"/>
                  <a:pt x="3806001" y="20573"/>
                  <a:pt x="3940526" y="0"/>
                </a:cubicBezTo>
                <a:cubicBezTo>
                  <a:pt x="4075051" y="-20573"/>
                  <a:pt x="4262341" y="25918"/>
                  <a:pt x="4431613" y="0"/>
                </a:cubicBezTo>
                <a:cubicBezTo>
                  <a:pt x="4600885" y="-25918"/>
                  <a:pt x="4868965" y="16690"/>
                  <a:pt x="5023283" y="0"/>
                </a:cubicBezTo>
                <a:cubicBezTo>
                  <a:pt x="5177601" y="-16690"/>
                  <a:pt x="5546657" y="51815"/>
                  <a:pt x="5816122" y="0"/>
                </a:cubicBezTo>
                <a:cubicBezTo>
                  <a:pt x="6085587" y="-51815"/>
                  <a:pt x="6168365" y="23515"/>
                  <a:pt x="6508376" y="0"/>
                </a:cubicBezTo>
                <a:cubicBezTo>
                  <a:pt x="6848387" y="-23515"/>
                  <a:pt x="7006026" y="11099"/>
                  <a:pt x="7200631" y="0"/>
                </a:cubicBezTo>
                <a:cubicBezTo>
                  <a:pt x="7395237" y="-11099"/>
                  <a:pt x="7406853" y="24932"/>
                  <a:pt x="7490550" y="0"/>
                </a:cubicBezTo>
                <a:cubicBezTo>
                  <a:pt x="7574247" y="-24932"/>
                  <a:pt x="7791544" y="2824"/>
                  <a:pt x="7881052" y="0"/>
                </a:cubicBezTo>
                <a:cubicBezTo>
                  <a:pt x="7970560" y="-2824"/>
                  <a:pt x="8113208" y="14562"/>
                  <a:pt x="8271555" y="0"/>
                </a:cubicBezTo>
                <a:cubicBezTo>
                  <a:pt x="8429902" y="-14562"/>
                  <a:pt x="8694161" y="13763"/>
                  <a:pt x="8863225" y="0"/>
                </a:cubicBezTo>
                <a:cubicBezTo>
                  <a:pt x="9032289" y="-13763"/>
                  <a:pt x="9097200" y="43023"/>
                  <a:pt x="9253728" y="0"/>
                </a:cubicBezTo>
                <a:cubicBezTo>
                  <a:pt x="9410256" y="-43023"/>
                  <a:pt x="9765651" y="68566"/>
                  <a:pt x="10058400" y="0"/>
                </a:cubicBezTo>
                <a:cubicBezTo>
                  <a:pt x="10114328" y="182403"/>
                  <a:pt x="10004960" y="361480"/>
                  <a:pt x="10058400" y="612488"/>
                </a:cubicBezTo>
                <a:cubicBezTo>
                  <a:pt x="10111840" y="863496"/>
                  <a:pt x="10016577" y="909074"/>
                  <a:pt x="10058400" y="1187367"/>
                </a:cubicBezTo>
                <a:cubicBezTo>
                  <a:pt x="10100223" y="1465660"/>
                  <a:pt x="10051081" y="1461292"/>
                  <a:pt x="10058400" y="1649419"/>
                </a:cubicBezTo>
                <a:cubicBezTo>
                  <a:pt x="10065719" y="1837546"/>
                  <a:pt x="10016108" y="1965195"/>
                  <a:pt x="10058400" y="2261907"/>
                </a:cubicBezTo>
                <a:cubicBezTo>
                  <a:pt x="10100692" y="2558619"/>
                  <a:pt x="10027930" y="2641759"/>
                  <a:pt x="10058400" y="2836786"/>
                </a:cubicBezTo>
                <a:cubicBezTo>
                  <a:pt x="10088870" y="3031813"/>
                  <a:pt x="10056776" y="3090886"/>
                  <a:pt x="10058400" y="3298839"/>
                </a:cubicBezTo>
                <a:cubicBezTo>
                  <a:pt x="10060024" y="3506792"/>
                  <a:pt x="10016339" y="3531938"/>
                  <a:pt x="10058400" y="3760891"/>
                </a:cubicBezTo>
                <a:cubicBezTo>
                  <a:pt x="9913331" y="3791223"/>
                  <a:pt x="9543314" y="3733202"/>
                  <a:pt x="9366145" y="3760891"/>
                </a:cubicBezTo>
                <a:cubicBezTo>
                  <a:pt x="9188976" y="3788580"/>
                  <a:pt x="8913713" y="3676071"/>
                  <a:pt x="8573307" y="3760891"/>
                </a:cubicBezTo>
                <a:cubicBezTo>
                  <a:pt x="8232901" y="3845711"/>
                  <a:pt x="8074163" y="3732509"/>
                  <a:pt x="7881052" y="3760891"/>
                </a:cubicBezTo>
                <a:cubicBezTo>
                  <a:pt x="7687942" y="3789273"/>
                  <a:pt x="7659968" y="3754170"/>
                  <a:pt x="7490550" y="3760891"/>
                </a:cubicBezTo>
                <a:cubicBezTo>
                  <a:pt x="7321132" y="3767612"/>
                  <a:pt x="7069615" y="3713449"/>
                  <a:pt x="6697711" y="3760891"/>
                </a:cubicBezTo>
                <a:cubicBezTo>
                  <a:pt x="6325807" y="3808333"/>
                  <a:pt x="6245624" y="3692672"/>
                  <a:pt x="6005456" y="3760891"/>
                </a:cubicBezTo>
                <a:cubicBezTo>
                  <a:pt x="5765288" y="3829110"/>
                  <a:pt x="5643757" y="3747805"/>
                  <a:pt x="5313202" y="3760891"/>
                </a:cubicBezTo>
                <a:cubicBezTo>
                  <a:pt x="4982647" y="3773977"/>
                  <a:pt x="5102875" y="3754100"/>
                  <a:pt x="4922699" y="3760891"/>
                </a:cubicBezTo>
                <a:cubicBezTo>
                  <a:pt x="4742523" y="3767682"/>
                  <a:pt x="4343274" y="3725716"/>
                  <a:pt x="4129861" y="3760891"/>
                </a:cubicBezTo>
                <a:cubicBezTo>
                  <a:pt x="3916448" y="3796066"/>
                  <a:pt x="3859886" y="3735715"/>
                  <a:pt x="3739358" y="3760891"/>
                </a:cubicBezTo>
                <a:cubicBezTo>
                  <a:pt x="3618830" y="3786067"/>
                  <a:pt x="3480626" y="3741030"/>
                  <a:pt x="3248272" y="3760891"/>
                </a:cubicBezTo>
                <a:cubicBezTo>
                  <a:pt x="3015918" y="3780752"/>
                  <a:pt x="2874658" y="3710077"/>
                  <a:pt x="2757185" y="3760891"/>
                </a:cubicBezTo>
                <a:cubicBezTo>
                  <a:pt x="2639712" y="3811705"/>
                  <a:pt x="2536273" y="3728900"/>
                  <a:pt x="2467266" y="3760891"/>
                </a:cubicBezTo>
                <a:cubicBezTo>
                  <a:pt x="2398259" y="3792882"/>
                  <a:pt x="2206417" y="3716445"/>
                  <a:pt x="2076764" y="3760891"/>
                </a:cubicBezTo>
                <a:cubicBezTo>
                  <a:pt x="1947111" y="3805337"/>
                  <a:pt x="1909519" y="3750557"/>
                  <a:pt x="1786845" y="3760891"/>
                </a:cubicBezTo>
                <a:cubicBezTo>
                  <a:pt x="1664171" y="3771225"/>
                  <a:pt x="1525024" y="3722929"/>
                  <a:pt x="1295759" y="3760891"/>
                </a:cubicBezTo>
                <a:cubicBezTo>
                  <a:pt x="1066494" y="3798853"/>
                  <a:pt x="813640" y="3678745"/>
                  <a:pt x="603504" y="3760891"/>
                </a:cubicBezTo>
                <a:cubicBezTo>
                  <a:pt x="393369" y="3843037"/>
                  <a:pt x="256744" y="3705400"/>
                  <a:pt x="0" y="3760891"/>
                </a:cubicBezTo>
                <a:cubicBezTo>
                  <a:pt x="-22708" y="3632852"/>
                  <a:pt x="49821" y="3362494"/>
                  <a:pt x="0" y="3148403"/>
                </a:cubicBezTo>
                <a:cubicBezTo>
                  <a:pt x="-49821" y="2934312"/>
                  <a:pt x="14577" y="2839658"/>
                  <a:pt x="0" y="2611133"/>
                </a:cubicBezTo>
                <a:cubicBezTo>
                  <a:pt x="-14577" y="2382608"/>
                  <a:pt x="26850" y="2244902"/>
                  <a:pt x="0" y="2073863"/>
                </a:cubicBezTo>
                <a:cubicBezTo>
                  <a:pt x="-26850" y="1902824"/>
                  <a:pt x="62741" y="1718560"/>
                  <a:pt x="0" y="1536593"/>
                </a:cubicBezTo>
                <a:cubicBezTo>
                  <a:pt x="-62741" y="1354626"/>
                  <a:pt x="59034" y="1239895"/>
                  <a:pt x="0" y="1036931"/>
                </a:cubicBezTo>
                <a:cubicBezTo>
                  <a:pt x="-59034" y="833967"/>
                  <a:pt x="2454" y="704949"/>
                  <a:pt x="0" y="462052"/>
                </a:cubicBezTo>
                <a:cubicBezTo>
                  <a:pt x="-2454" y="219155"/>
                  <a:pt x="48797" y="181285"/>
                  <a:pt x="0" y="0"/>
                </a:cubicBezTo>
                <a:close/>
              </a:path>
            </a:pathLst>
          </a:custGeom>
          <a:ln w="38100">
            <a:solidFill>
              <a:schemeClr val="accent3"/>
            </a:solidFill>
            <a:extLst>
              <a:ext uri="{C807C97D-BFC1-408E-A445-0C87EB9F89A2}">
                <ask:lineSketchStyleProps xmlns:ask="http://schemas.microsoft.com/office/drawing/2018/sketchyshapes" sd="394915352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1EC92E9F-284F-48A6-8274-A6365EE9031C}" type="datetime1">
              <a:rPr lang="fr-CA" smtClean="0"/>
              <a:t>2022-12-05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CA" dirty="0"/>
              <a:t>Introduction à la programmation (semaine 05)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que 8" descr="Programmeur avec un remplissage uni">
            <a:extLst>
              <a:ext uri="{FF2B5EF4-FFF2-40B4-BE49-F238E27FC236}">
                <a16:creationId xmlns:a16="http://schemas.microsoft.com/office/drawing/2014/main" id="{915A4CA3-D48F-CC45-ADD2-F0E27BF3A5B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3531" y="346982"/>
            <a:ext cx="1450757" cy="145075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C81816-3906-ABB1-4777-94B84844945C}"/>
              </a:ext>
            </a:extLst>
          </p:cNvPr>
          <p:cNvSpPr/>
          <p:nvPr userDrawn="1"/>
        </p:nvSpPr>
        <p:spPr>
          <a:xfrm>
            <a:off x="11395815" y="409405"/>
            <a:ext cx="519396" cy="457201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411990" y="501481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C44025-5DEB-4C9A-A8FA-2E7105E05C35}" type="slidenum">
              <a:rPr lang="fr-CA" smtClean="0"/>
              <a:t>‹N°›</a:t>
            </a:fld>
            <a:endParaRPr lang="fr-CA" dirty="0"/>
          </a:p>
        </p:txBody>
      </p:sp>
      <p:pic>
        <p:nvPicPr>
          <p:cNvPr id="12" name="Graphique 11" descr="Maison avec un remplissage uni">
            <a:hlinkClick r:id="rId14" action="ppaction://hlinksldjump"/>
            <a:extLst>
              <a:ext uri="{FF2B5EF4-FFF2-40B4-BE49-F238E27FC236}">
                <a16:creationId xmlns:a16="http://schemas.microsoft.com/office/drawing/2014/main" id="{F356AB00-18D4-FA10-F263-4415BF0CF48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11990" y="5312229"/>
            <a:ext cx="556863" cy="55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1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4" r:id="rId6"/>
    <p:sldLayoutId id="2147483690" r:id="rId7"/>
    <p:sldLayoutId id="2147483691" r:id="rId8"/>
    <p:sldLayoutId id="2147483692" r:id="rId9"/>
    <p:sldLayoutId id="214748369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3086B-EEF3-775E-BFAB-2D46368AB5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Introduction à</a:t>
            </a:r>
            <a:r>
              <a:rPr lang="fr-CA" baseline="0" dirty="0"/>
              <a:t> la programmation</a:t>
            </a:r>
            <a:endParaRPr lang="fr-C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690D80-738B-A2FC-074F-50EA3438C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Formateur : Martin Hardy</a:t>
            </a:r>
          </a:p>
        </p:txBody>
      </p:sp>
    </p:spTree>
    <p:extLst>
      <p:ext uri="{BB962C8B-B14F-4D97-AF65-F5344CB8AC3E}">
        <p14:creationId xmlns:p14="http://schemas.microsoft.com/office/powerpoint/2010/main" val="3741011627"/>
      </p:ext>
    </p:extLst>
  </p:cSld>
  <p:clrMapOvr>
    <a:masterClrMapping/>
  </p:clrMapOvr>
  <p:transition spd="slow">
    <p:push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6A8F1-9089-9FC0-2B43-93B16230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 de la présentation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oom de résumé 4">
                <a:extLst>
                  <a:ext uri="{FF2B5EF4-FFF2-40B4-BE49-F238E27FC236}">
                    <a16:creationId xmlns:a16="http://schemas.microsoft.com/office/drawing/2014/main" id="{5D617779-F1AD-C31B-AC8A-DB83472E6AC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01478598"/>
                  </p:ext>
                </p:extLst>
              </p:nvPr>
            </p:nvGraphicFramePr>
            <p:xfrm>
              <a:off x="1096963" y="2108200"/>
              <a:ext cx="10058400" cy="3760788"/>
            </p:xfrm>
            <a:graphic>
              <a:graphicData uri="http://schemas.microsoft.com/office/powerpoint/2016/summaryzoom">
                <psuz:summaryZm>
                  <psuz:summaryZmObj sectionId="{4AA2C02E-D540-4AB5-A3FC-3CEC7FB7A558}">
                    <psuz:zmPr id="{492735F5-F3FA-4743-9651-A9458B0D5410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964158" y="131627"/>
                          <a:ext cx="3008630" cy="16923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62F6B1F-4136-45D0-A12B-6BA3A7273D14}">
                    <psuz:zmPr id="{F1AD9BF6-1DD3-486E-82A2-2D1278E4BFBD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085612" y="131627"/>
                          <a:ext cx="3008630" cy="16923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CB15479-F6F2-4131-A52B-567BD53040E1}">
                    <psuz:zmPr id="{ABA39124-A2C3-4DC5-8009-FD804130F8DC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964158" y="1936806"/>
                          <a:ext cx="3008630" cy="16923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2CCC25A-A9D7-41AB-81A3-61BD6E04666A}">
                    <psuz:zmPr id="{9B1C4873-40F2-46F8-9523-93760679DCDE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085612" y="1936806"/>
                          <a:ext cx="3008630" cy="16923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oom de résumé 4">
                <a:extLst>
                  <a:ext uri="{FF2B5EF4-FFF2-40B4-BE49-F238E27FC236}">
                    <a16:creationId xmlns:a16="http://schemas.microsoft.com/office/drawing/2014/main" id="{5D617779-F1AD-C31B-AC8A-DB83472E6AC0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096963" y="2108200"/>
                <a:ext cx="10058400" cy="3760788"/>
                <a:chOff x="1096963" y="2108200"/>
                <a:chExt cx="10058400" cy="3760788"/>
              </a:xfrm>
            </p:grpSpPr>
            <p:pic>
              <p:nvPicPr>
                <p:cNvPr id="7" name="Image 7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061121" y="2239827"/>
                  <a:ext cx="3008630" cy="169235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Image 8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82575" y="2239827"/>
                  <a:ext cx="3008630" cy="169235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Image 9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61121" y="4045006"/>
                  <a:ext cx="3008630" cy="169235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Image 10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82575" y="4045006"/>
                  <a:ext cx="3008630" cy="169235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7FAF7FD-05DB-3C25-0BA3-B3DCFE58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9D00-7095-4161-8118-F906CA42C97F}" type="datetime1">
              <a:rPr lang="fr-CA" smtClean="0"/>
              <a:t>2022-12-05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344967-C6A6-16E0-4F54-7978CEE8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5FC1B4-BD51-3371-D1BA-56CEC768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9033472"/>
      </p:ext>
    </p:extLst>
  </p:cSld>
  <p:clrMapOvr>
    <a:masterClrMapping/>
  </p:clrMapOvr>
  <p:transition spd="slow">
    <p:push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560C0C-9989-3625-2B61-60197538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variables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5E9116-B288-274D-70B3-B63FBFB7F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Globales vs locales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8352B6-96DE-8374-5AF9-8029BA2D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D550C-8B80-4C9E-9916-080B6F59B4DB}" type="datetime1">
              <a:rPr lang="fr-CA" smtClean="0"/>
              <a:t>2022-12-05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D26335-4F64-8C98-78B1-2929E027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1941B7-1963-7F3A-C4A6-31064823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7347737"/>
      </p:ext>
    </p:extLst>
  </p:cSld>
  <p:clrMapOvr>
    <a:masterClrMapping/>
  </p:clrMapOvr>
  <p:transition spd="slow">
    <p:push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CDF4EC-6801-BAD2-626E-BA5CB1A4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Variables | Types de données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42895A-850B-45F0-5606-A676194BC6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String</a:t>
            </a:r>
          </a:p>
          <a:p>
            <a:r>
              <a:rPr lang="fr-CA" dirty="0" err="1"/>
              <a:t>Bool</a:t>
            </a:r>
            <a:endParaRPr lang="fr-CA" dirty="0"/>
          </a:p>
          <a:p>
            <a:r>
              <a:rPr lang="fr-CA" dirty="0"/>
              <a:t>Int</a:t>
            </a:r>
          </a:p>
          <a:p>
            <a:r>
              <a:rPr lang="fr-CA" dirty="0"/>
              <a:t>Double</a:t>
            </a:r>
          </a:p>
          <a:p>
            <a:endParaRPr lang="fr-CA" dirty="0"/>
          </a:p>
        </p:txBody>
      </p:sp>
      <p:pic>
        <p:nvPicPr>
          <p:cNvPr id="8" name="Espace réservé du contenu 7" descr="Réseau constitué de lignes et de points connectés">
            <a:extLst>
              <a:ext uri="{FF2B5EF4-FFF2-40B4-BE49-F238E27FC236}">
                <a16:creationId xmlns:a16="http://schemas.microsoft.com/office/drawing/2014/main" id="{3749A9F7-5178-708F-6942-7AA5D77AD9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981" y="2120900"/>
            <a:ext cx="3748088" cy="3748088"/>
          </a:xfr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E80230E-B484-9C32-7098-293335B7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82B9-2E34-44D9-8CD9-16F8FE0B793F}" type="datetime1">
              <a:rPr lang="fr-CA" smtClean="0"/>
              <a:t>2022-12-05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468A97-5D16-E2B1-5344-FBC20F88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F9E2C7-4C51-D00E-F63A-BF33271C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104172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CDF4EC-6801-BAD2-626E-BA5CB1A4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Variables | Globales vs locales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9585C2-B0B5-023F-FBF9-2150955C0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Locale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F0E9CD9-2B54-57EB-20FB-0B56FC2E79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dirty="0"/>
              <a:t>Durée de vie : </a:t>
            </a:r>
          </a:p>
          <a:p>
            <a:pPr lvl="1"/>
            <a:r>
              <a:rPr lang="fr-CA" dirty="0"/>
              <a:t>Éphémère dans la fonction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DFA1018-7F3F-D152-DB3F-08830CF49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/>
              <a:t>globale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62819-C72B-2815-985D-4E277198B9E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CA" dirty="0"/>
              <a:t>Durée de vie:</a:t>
            </a:r>
          </a:p>
          <a:p>
            <a:pPr lvl="1"/>
            <a:r>
              <a:rPr lang="fr-CA" dirty="0"/>
              <a:t>Toujours disponible tant que session ouverte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CC5CFDB-EB77-C287-D557-530ED7CB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112C-8AE3-454B-934F-9D85DE1C4966}" type="datetime1">
              <a:rPr lang="fr-CA" smtClean="0"/>
              <a:t>2022-12-05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249DFED-39C8-FD5B-91DE-197F4FAF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9C1C501-2A38-F1F7-A345-944FDEC9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4283930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CDF4EC-6801-BAD2-626E-BA5CB1A4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Variables | Globales vs locales (suite)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9585C2-B0B5-023F-FBF9-2150955C0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Locale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F0E9CD9-2B54-57EB-20FB-0B56FC2E79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dirty="0"/>
              <a:t>Durée de vie : </a:t>
            </a:r>
          </a:p>
          <a:p>
            <a:pPr lvl="1"/>
            <a:r>
              <a:rPr lang="fr-CA" dirty="0"/>
              <a:t>Éphémère dans la fonction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DFA1018-7F3F-D152-DB3F-08830CF49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/>
              <a:t>globale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62819-C72B-2815-985D-4E277198B9E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CA" dirty="0"/>
              <a:t>Durée de vie:</a:t>
            </a:r>
          </a:p>
          <a:p>
            <a:pPr lvl="1"/>
            <a:r>
              <a:rPr lang="fr-CA" dirty="0"/>
              <a:t>Toujours disponible tant que session ouverte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DA25691-7C9B-29E1-E497-38971C3E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5F9B-2B6E-4BE5-831F-C8F8ADBD6378}" type="datetime1">
              <a:rPr lang="fr-CA" smtClean="0"/>
              <a:t>2022-12-05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F0597C8-5C7E-B235-3FEB-7D6FEE02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58C3E78-EAF2-3480-80F4-666A77A5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7519425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C87A35-7E56-38A0-6792-D115CCF98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Structures conditionnelles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00A0DD1-089B-294B-F3AB-A8369B183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Pour | TANTQUE | Répéter…TANTQUE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0A77BE-56B1-6109-9F0C-7A2307DC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0DF3-A17C-42AE-BA8C-93D585540588}" type="datetime1">
              <a:rPr lang="fr-CA" smtClean="0"/>
              <a:t>2022-12-05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642917-B1FF-2A22-07E6-62B3A2D2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72D795-7B3E-B392-A006-AC9D1BC2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29191081"/>
      </p:ext>
    </p:extLst>
  </p:cSld>
  <p:clrMapOvr>
    <a:masterClrMapping/>
  </p:clrMapOvr>
  <p:transition spd="slow">
    <p:push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26E16-A725-C6D9-4E72-D2181458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IF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940811-2EE9-5ADC-07C7-886D9CCE0B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81DCC8C-1087-93CD-989F-4780BED1AB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4201C76-B3C9-1B75-179D-7C64613E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A858-CEE4-497A-8F1D-D847E1B6E26B}" type="datetime1">
              <a:rPr lang="fr-CA" smtClean="0"/>
              <a:t>2022-12-05</a:t>
            </a:fld>
            <a:endParaRPr lang="fr-CA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1D898110-50F1-E18D-F4C3-D25E6D0C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67D737B-E98C-64BC-543D-E05E1556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0582760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669FBF-0663-EFBC-222C-3862CC8B7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SWITCH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B65422-D256-17DF-73C0-974477707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D8F5DA-3DF9-FA82-F510-E9543983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2CEF-D16A-4789-9D40-1BD103D7E2E4}" type="datetime1">
              <a:rPr lang="fr-CA" smtClean="0"/>
              <a:t>2022-12-05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F0CE12-B834-BA63-1E98-D81DF219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708FF3-1E96-D4BE-706C-DE6BA81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20964517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E6B96C-EBF2-8E70-9152-72BCE720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Structures itératives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45FFC9-076D-2E7E-233E-1BE2FBE7B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3B953F9-A25A-2D9C-0E3E-AF05E265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BEF2-D3A2-40C7-8D36-21943628C243}" type="datetime1">
              <a:rPr lang="fr-CA" smtClean="0"/>
              <a:t>2022-12-05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CA94E6-B962-5916-3CCB-0D2FAD62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418FB3-9736-3373-4EF8-6F7BA17E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19711970"/>
      </p:ext>
    </p:extLst>
  </p:cSld>
  <p:clrMapOvr>
    <a:masterClrMapping/>
  </p:clrMapOvr>
  <p:transition spd="slow">
    <p:push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614FF0-9A0D-C8C5-3E93-225AE021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Structures itératives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70E997-D6C3-7A3C-A624-7E29D6C47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5139E4-E82B-179B-CBAE-BF1B7E8C8D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dirty="0"/>
              <a:t>FOR</a:t>
            </a:r>
          </a:p>
          <a:p>
            <a:r>
              <a:rPr lang="fr-CA" dirty="0"/>
              <a:t>WHILE</a:t>
            </a:r>
          </a:p>
          <a:p>
            <a:r>
              <a:rPr lang="fr-CA" dirty="0"/>
              <a:t>DO…WHILE</a:t>
            </a:r>
          </a:p>
          <a:p>
            <a:r>
              <a:rPr lang="fr-CA" dirty="0"/>
              <a:t>FOR…EACH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8ECE8F9-0DB2-F4B5-1E64-02FB54D76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2BA7788-344F-DBB3-9585-C67820BCBBB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5E91A54B-4C32-797A-27AA-2E4478DEA5B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D3438F66-4D62-0109-B4D9-E5735D1138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48AB7CA-9C2E-EC20-F970-C790F797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1157-131A-44BF-889E-0E1AD0A2605E}" type="datetime1">
              <a:rPr lang="fr-CA" smtClean="0"/>
              <a:t>2022-12-05</a:t>
            </a:fld>
            <a:endParaRPr lang="fr-CA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D1E99AB-2D20-2C4D-7DDB-A78C9BF4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6CEED47-E557-8133-7535-B2BBE654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6355740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E3D8F5-9214-C912-BB35-F0613DE4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1B361-F8D3-407A-BDD1-BE260B39895E}" type="datetime1">
              <a:rPr lang="fr-CA" smtClean="0"/>
              <a:t>2022-12-05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AD1BCD-0637-158D-0145-FBD5FFEA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E2E371-4FD9-AE65-CE39-89E3378E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12</a:t>
            </a:fld>
            <a:endParaRPr lang="fr-CA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CFFCBA28-A0D9-0AE5-774E-7A14F90BB4D9}"/>
              </a:ext>
            </a:extLst>
          </p:cNvPr>
          <p:cNvSpPr/>
          <p:nvPr/>
        </p:nvSpPr>
        <p:spPr>
          <a:xfrm>
            <a:off x="4974043" y="1680483"/>
            <a:ext cx="942010" cy="1353002"/>
          </a:xfrm>
          <a:custGeom>
            <a:avLst/>
            <a:gdLst>
              <a:gd name="connsiteX0" fmla="*/ 265509 w 942010"/>
              <a:gd name="connsiteY0" fmla="*/ 0 h 1353002"/>
              <a:gd name="connsiteX1" fmla="*/ 942010 w 942010"/>
              <a:gd name="connsiteY1" fmla="*/ 676501 h 1353002"/>
              <a:gd name="connsiteX2" fmla="*/ 265509 w 942010"/>
              <a:gd name="connsiteY2" fmla="*/ 1353002 h 1353002"/>
              <a:gd name="connsiteX3" fmla="*/ 2184 w 942010"/>
              <a:gd name="connsiteY3" fmla="*/ 1299839 h 1353002"/>
              <a:gd name="connsiteX4" fmla="*/ 0 w 942010"/>
              <a:gd name="connsiteY4" fmla="*/ 1298654 h 1353002"/>
              <a:gd name="connsiteX5" fmla="*/ 61203 w 942010"/>
              <a:gd name="connsiteY5" fmla="*/ 1279655 h 1353002"/>
              <a:gd name="connsiteX6" fmla="*/ 474379 w 942010"/>
              <a:gd name="connsiteY6" fmla="*/ 656317 h 1353002"/>
              <a:gd name="connsiteX7" fmla="*/ 176116 w 942010"/>
              <a:gd name="connsiteY7" fmla="*/ 95352 h 1353002"/>
              <a:gd name="connsiteX8" fmla="*/ 63387 w 942010"/>
              <a:gd name="connsiteY8" fmla="*/ 34165 h 1353002"/>
              <a:gd name="connsiteX9" fmla="*/ 129171 w 942010"/>
              <a:gd name="connsiteY9" fmla="*/ 13744 h 1353002"/>
              <a:gd name="connsiteX10" fmla="*/ 265509 w 942010"/>
              <a:gd name="connsiteY10" fmla="*/ 0 h 13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2010" h="1353002">
                <a:moveTo>
                  <a:pt x="265509" y="0"/>
                </a:moveTo>
                <a:cubicBezTo>
                  <a:pt x="639130" y="0"/>
                  <a:pt x="942010" y="302880"/>
                  <a:pt x="942010" y="676501"/>
                </a:cubicBezTo>
                <a:cubicBezTo>
                  <a:pt x="942010" y="1050122"/>
                  <a:pt x="639130" y="1353002"/>
                  <a:pt x="265509" y="1353002"/>
                </a:cubicBezTo>
                <a:cubicBezTo>
                  <a:pt x="172104" y="1353002"/>
                  <a:pt x="83120" y="1334072"/>
                  <a:pt x="2184" y="1299839"/>
                </a:cubicBezTo>
                <a:lnTo>
                  <a:pt x="0" y="1298654"/>
                </a:lnTo>
                <a:lnTo>
                  <a:pt x="61203" y="1279655"/>
                </a:lnTo>
                <a:cubicBezTo>
                  <a:pt x="304009" y="1176957"/>
                  <a:pt x="474379" y="936533"/>
                  <a:pt x="474379" y="656317"/>
                </a:cubicBezTo>
                <a:cubicBezTo>
                  <a:pt x="474379" y="422804"/>
                  <a:pt x="356067" y="216924"/>
                  <a:pt x="176116" y="95352"/>
                </a:cubicBezTo>
                <a:lnTo>
                  <a:pt x="63387" y="34165"/>
                </a:lnTo>
                <a:lnTo>
                  <a:pt x="129171" y="13744"/>
                </a:lnTo>
                <a:cubicBezTo>
                  <a:pt x="173209" y="4733"/>
                  <a:pt x="218807" y="0"/>
                  <a:pt x="265509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A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029B4EF-612B-8C0F-8D9F-01D821366B86}"/>
              </a:ext>
            </a:extLst>
          </p:cNvPr>
          <p:cNvGrpSpPr/>
          <p:nvPr/>
        </p:nvGrpSpPr>
        <p:grpSpPr>
          <a:xfrm>
            <a:off x="753259" y="962025"/>
            <a:ext cx="1195978" cy="1353003"/>
            <a:chOff x="1538514" y="319314"/>
            <a:chExt cx="1988457" cy="198845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A0627A-5B83-7EBD-121C-6E63CD27B8FD}"/>
                </a:ext>
              </a:extLst>
            </p:cNvPr>
            <p:cNvSpPr/>
            <p:nvPr/>
          </p:nvSpPr>
          <p:spPr>
            <a:xfrm>
              <a:off x="1538514" y="319314"/>
              <a:ext cx="1988457" cy="198845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A233F356-3557-DF45-B02A-C9F26F0F6EB9}"/>
                </a:ext>
              </a:extLst>
            </p:cNvPr>
            <p:cNvSpPr/>
            <p:nvPr/>
          </p:nvSpPr>
          <p:spPr>
            <a:xfrm>
              <a:off x="2525695" y="725554"/>
              <a:ext cx="885371" cy="1264489"/>
            </a:xfrm>
            <a:custGeom>
              <a:avLst/>
              <a:gdLst>
                <a:gd name="connsiteX0" fmla="*/ 474379 w 885371"/>
                <a:gd name="connsiteY0" fmla="*/ 0 h 1264489"/>
                <a:gd name="connsiteX1" fmla="*/ 587108 w 885371"/>
                <a:gd name="connsiteY1" fmla="*/ 61187 h 1264489"/>
                <a:gd name="connsiteX2" fmla="*/ 885371 w 885371"/>
                <a:gd name="connsiteY2" fmla="*/ 622152 h 1264489"/>
                <a:gd name="connsiteX3" fmla="*/ 472195 w 885371"/>
                <a:gd name="connsiteY3" fmla="*/ 1245490 h 1264489"/>
                <a:gd name="connsiteX4" fmla="*/ 410992 w 885371"/>
                <a:gd name="connsiteY4" fmla="*/ 1264489 h 1264489"/>
                <a:gd name="connsiteX5" fmla="*/ 298263 w 885371"/>
                <a:gd name="connsiteY5" fmla="*/ 1203301 h 1264489"/>
                <a:gd name="connsiteX6" fmla="*/ 0 w 885371"/>
                <a:gd name="connsiteY6" fmla="*/ 642336 h 1264489"/>
                <a:gd name="connsiteX7" fmla="*/ 413176 w 885371"/>
                <a:gd name="connsiteY7" fmla="*/ 18998 h 1264489"/>
                <a:gd name="connsiteX8" fmla="*/ 474379 w 885371"/>
                <a:gd name="connsiteY8" fmla="*/ 0 h 126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5371" h="1264489">
                  <a:moveTo>
                    <a:pt x="474379" y="0"/>
                  </a:moveTo>
                  <a:lnTo>
                    <a:pt x="587108" y="61187"/>
                  </a:lnTo>
                  <a:cubicBezTo>
                    <a:pt x="767059" y="182759"/>
                    <a:pt x="885371" y="388639"/>
                    <a:pt x="885371" y="622152"/>
                  </a:cubicBezTo>
                  <a:cubicBezTo>
                    <a:pt x="885371" y="902368"/>
                    <a:pt x="715001" y="1142792"/>
                    <a:pt x="472195" y="1245490"/>
                  </a:cubicBezTo>
                  <a:lnTo>
                    <a:pt x="410992" y="1264489"/>
                  </a:lnTo>
                  <a:lnTo>
                    <a:pt x="298263" y="1203301"/>
                  </a:lnTo>
                  <a:cubicBezTo>
                    <a:pt x="118313" y="1081729"/>
                    <a:pt x="0" y="875849"/>
                    <a:pt x="0" y="642336"/>
                  </a:cubicBezTo>
                  <a:cubicBezTo>
                    <a:pt x="0" y="362120"/>
                    <a:pt x="170370" y="121696"/>
                    <a:pt x="413176" y="18998"/>
                  </a:cubicBezTo>
                  <a:lnTo>
                    <a:pt x="474379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EC0D61F5-CCA1-517F-425D-B6AA1E5CDB52}"/>
                </a:ext>
              </a:extLst>
            </p:cNvPr>
            <p:cNvSpPr/>
            <p:nvPr/>
          </p:nvSpPr>
          <p:spPr>
            <a:xfrm>
              <a:off x="1745521" y="637041"/>
              <a:ext cx="942010" cy="1353002"/>
            </a:xfrm>
            <a:custGeom>
              <a:avLst/>
              <a:gdLst>
                <a:gd name="connsiteX0" fmla="*/ 676501 w 942010"/>
                <a:gd name="connsiteY0" fmla="*/ 0 h 1353002"/>
                <a:gd name="connsiteX1" fmla="*/ 939826 w 942010"/>
                <a:gd name="connsiteY1" fmla="*/ 53163 h 1353002"/>
                <a:gd name="connsiteX2" fmla="*/ 942010 w 942010"/>
                <a:gd name="connsiteY2" fmla="*/ 54349 h 1353002"/>
                <a:gd name="connsiteX3" fmla="*/ 880807 w 942010"/>
                <a:gd name="connsiteY3" fmla="*/ 73347 h 1353002"/>
                <a:gd name="connsiteX4" fmla="*/ 467631 w 942010"/>
                <a:gd name="connsiteY4" fmla="*/ 696685 h 1353002"/>
                <a:gd name="connsiteX5" fmla="*/ 765894 w 942010"/>
                <a:gd name="connsiteY5" fmla="*/ 1257650 h 1353002"/>
                <a:gd name="connsiteX6" fmla="*/ 878623 w 942010"/>
                <a:gd name="connsiteY6" fmla="*/ 1318838 h 1353002"/>
                <a:gd name="connsiteX7" fmla="*/ 812839 w 942010"/>
                <a:gd name="connsiteY7" fmla="*/ 1339258 h 1353002"/>
                <a:gd name="connsiteX8" fmla="*/ 676501 w 942010"/>
                <a:gd name="connsiteY8" fmla="*/ 1353002 h 1353002"/>
                <a:gd name="connsiteX9" fmla="*/ 0 w 942010"/>
                <a:gd name="connsiteY9" fmla="*/ 676501 h 1353002"/>
                <a:gd name="connsiteX10" fmla="*/ 676501 w 942010"/>
                <a:gd name="connsiteY10" fmla="*/ 0 h 135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2010" h="1353002">
                  <a:moveTo>
                    <a:pt x="676501" y="0"/>
                  </a:moveTo>
                  <a:cubicBezTo>
                    <a:pt x="769906" y="0"/>
                    <a:pt x="858890" y="18930"/>
                    <a:pt x="939826" y="53163"/>
                  </a:cubicBezTo>
                  <a:lnTo>
                    <a:pt x="942010" y="54349"/>
                  </a:lnTo>
                  <a:lnTo>
                    <a:pt x="880807" y="73347"/>
                  </a:lnTo>
                  <a:cubicBezTo>
                    <a:pt x="638001" y="176045"/>
                    <a:pt x="467631" y="416469"/>
                    <a:pt x="467631" y="696685"/>
                  </a:cubicBezTo>
                  <a:cubicBezTo>
                    <a:pt x="467631" y="930198"/>
                    <a:pt x="585944" y="1136078"/>
                    <a:pt x="765894" y="1257650"/>
                  </a:cubicBezTo>
                  <a:lnTo>
                    <a:pt x="878623" y="1318838"/>
                  </a:lnTo>
                  <a:lnTo>
                    <a:pt x="812839" y="1339258"/>
                  </a:lnTo>
                  <a:cubicBezTo>
                    <a:pt x="768801" y="1348270"/>
                    <a:pt x="723204" y="1353002"/>
                    <a:pt x="676501" y="1353002"/>
                  </a:cubicBezTo>
                  <a:cubicBezTo>
                    <a:pt x="302880" y="1353002"/>
                    <a:pt x="0" y="1050122"/>
                    <a:pt x="0" y="676501"/>
                  </a:cubicBezTo>
                  <a:cubicBezTo>
                    <a:pt x="0" y="302880"/>
                    <a:pt x="302880" y="0"/>
                    <a:pt x="676501" y="0"/>
                  </a:cubicBez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  <p:pic>
          <p:nvPicPr>
            <p:cNvPr id="13" name="Graphique 12" descr="Avion avec un remplissage uni">
              <a:extLst>
                <a:ext uri="{FF2B5EF4-FFF2-40B4-BE49-F238E27FC236}">
                  <a16:creationId xmlns:a16="http://schemas.microsoft.com/office/drawing/2014/main" id="{1D1AADB9-6AB1-D60F-73E1-3FC1985B0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48856" y="736703"/>
              <a:ext cx="1153677" cy="1153677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D23F935-E642-71C5-CDA9-C175FEBCDDE9}"/>
                </a:ext>
              </a:extLst>
            </p:cNvPr>
            <p:cNvSpPr/>
            <p:nvPr/>
          </p:nvSpPr>
          <p:spPr>
            <a:xfrm>
              <a:off x="2144432" y="851876"/>
              <a:ext cx="74090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5400" b="1" cap="none" spc="0" dirty="0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pattFill prst="narHorz">
                    <a:fgClr>
                      <a:schemeClr val="accent3"/>
                    </a:fgClr>
                    <a:bgClr>
                      <a:schemeClr val="accent3">
                        <a:lumMod val="40000"/>
                        <a:lumOff val="60000"/>
                      </a:schemeClr>
                    </a:bgClr>
                  </a:patt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</a:rPr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1220494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11EEA3-1609-9BE3-7F38-F33B5FB9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fonctions personnalisées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228927-D3CD-FD4C-F010-2F5629BBD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167324-C040-8226-43CE-4256F54DF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0C4-F51B-43E1-8853-EF87BE34D3A0}" type="datetime1">
              <a:rPr lang="fr-CA" smtClean="0"/>
              <a:t>2022-12-05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E0F26D-6840-CC10-E40B-A76F4B7A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D0B83C-C101-849A-D170-B72F0BF4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1303223"/>
      </p:ext>
    </p:extLst>
  </p:cSld>
  <p:clrMapOvr>
    <a:masterClrMapping/>
  </p:clrMapOvr>
  <p:transition spd="slow">
    <p:push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18EB04-FFFA-AF5D-A290-3AF4D176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Créer</a:t>
            </a:r>
            <a:r>
              <a:rPr lang="fr-CA" baseline="0" dirty="0"/>
              <a:t> des fonctions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038F1E-7D30-82AF-9A75-549C3DD66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sz="28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Syntaxe</a:t>
            </a:r>
            <a:endParaRPr lang="fr-CA" sz="2800" dirty="0">
              <a:effectLst/>
            </a:endParaRPr>
          </a:p>
          <a:p>
            <a:r>
              <a:rPr lang="fr-CA" dirty="0"/>
              <a:t>Retour</a:t>
            </a:r>
            <a:r>
              <a:rPr lang="fr-CA" baseline="0" dirty="0"/>
              <a:t> ou pas</a:t>
            </a:r>
          </a:p>
          <a:p>
            <a:r>
              <a:rPr lang="fr-CA" baseline="0" dirty="0"/>
              <a:t>PUBLIC vs PRIVATE</a:t>
            </a:r>
          </a:p>
          <a:p>
            <a:r>
              <a:rPr lang="fr-CA" baseline="0" dirty="0"/>
              <a:t>Paramètres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BAF462-B3A5-5D2C-2438-FF864D56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30E08-7023-43E4-AF86-6945AC55CF54}" type="datetime1">
              <a:rPr lang="fr-CA" smtClean="0"/>
              <a:t>2022-12-05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A234F9-CC49-3637-25E1-36EE50F7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Introduction à la programmation (semaine 05)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D3559F-FD5D-1B02-C8AF-DFA264FA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4025-5DEB-4C9A-A8FA-2E7105E05C35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57907962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étrospective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Échantillon de couleur" id="{8CE5DCAB-6224-4FD7-82A1-7DCF49B3AA0E}" vid="{60D5A99F-DF39-45DC-A60D-6107DC284F7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EB6865E11D1848943DDBFB4C131CC0" ma:contentTypeVersion="35" ma:contentTypeDescription="Create a new document." ma:contentTypeScope="" ma:versionID="77f70df0a1fe06fa65507c1e6e61130f">
  <xsd:schema xmlns:xsd="http://www.w3.org/2001/XMLSchema" xmlns:xs="http://www.w3.org/2001/XMLSchema" xmlns:p="http://schemas.microsoft.com/office/2006/metadata/properties" xmlns:ns3="3d4bfd71-a509-4a46-b79b-223889cb9231" xmlns:ns4="58059bb0-76b1-465a-8ab7-447a45efa62d" targetNamespace="http://schemas.microsoft.com/office/2006/metadata/properties" ma:root="true" ma:fieldsID="fe00cf7f11fefead60d507e6a6c10237" ns3:_="" ns4:_="">
    <xsd:import namespace="3d4bfd71-a509-4a46-b79b-223889cb9231"/>
    <xsd:import namespace="58059bb0-76b1-465a-8ab7-447a45efa62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4bfd71-a509-4a46-b79b-223889cb92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NotebookType" ma:index="22" nillable="true" ma:displayName="Notebook Type" ma:internalName="NotebookType">
      <xsd:simpleType>
        <xsd:restriction base="dms:Text"/>
      </xsd:simpleType>
    </xsd:element>
    <xsd:element name="FolderType" ma:index="23" nillable="true" ma:displayName="Folder Type" ma:internalName="FolderType">
      <xsd:simpleType>
        <xsd:restriction base="dms:Text"/>
      </xsd:simpleType>
    </xsd:element>
    <xsd:element name="CultureName" ma:index="24" nillable="true" ma:displayName="Culture Name" ma:internalName="CultureName">
      <xsd:simpleType>
        <xsd:restriction base="dms:Text"/>
      </xsd:simpleType>
    </xsd:element>
    <xsd:element name="AppVersion" ma:index="25" nillable="true" ma:displayName="App Version" ma:internalName="AppVersion">
      <xsd:simpleType>
        <xsd:restriction base="dms:Text"/>
      </xsd:simpleType>
    </xsd:element>
    <xsd:element name="TeamsChannelId" ma:index="26" nillable="true" ma:displayName="Teams Channel Id" ma:internalName="TeamsChannelId">
      <xsd:simpleType>
        <xsd:restriction base="dms:Text"/>
      </xsd:simpleType>
    </xsd:element>
    <xsd:element name="Owner" ma:index="27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8" nillable="true" ma:displayName="Math Settings" ma:internalName="Math_Settings">
      <xsd:simpleType>
        <xsd:restriction base="dms:Text"/>
      </xsd:simpleType>
    </xsd:element>
    <xsd:element name="DefaultSectionNames" ma:index="2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0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1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2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3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6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7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8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9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40" nillable="true" ma:displayName="Is Collaboration Space Locked" ma:internalName="Is_Collaboration_Space_Locked">
      <xsd:simpleType>
        <xsd:restriction base="dms:Boolean"/>
      </xsd:simpleType>
    </xsd:element>
    <xsd:element name="IsNotebookLocked" ma:index="41" nillable="true" ma:displayName="Is Notebook Locked" ma:internalName="IsNotebookLocked">
      <xsd:simpleType>
        <xsd:restriction base="dms:Boolean"/>
      </xsd:simpleType>
    </xsd:element>
    <xsd:element name="Teams_Channel_Section_Location" ma:index="42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059bb0-76b1-465a-8ab7-447a45efa62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MS_Mappings xmlns="3d4bfd71-a509-4a46-b79b-223889cb9231" xsi:nil="true"/>
    <Has_Teacher_Only_SectionGroup xmlns="3d4bfd71-a509-4a46-b79b-223889cb9231" xsi:nil="true"/>
    <NotebookType xmlns="3d4bfd71-a509-4a46-b79b-223889cb9231" xsi:nil="true"/>
    <AppVersion xmlns="3d4bfd71-a509-4a46-b79b-223889cb9231" xsi:nil="true"/>
    <TeamsChannelId xmlns="3d4bfd71-a509-4a46-b79b-223889cb9231" xsi:nil="true"/>
    <Invited_Teachers xmlns="3d4bfd71-a509-4a46-b79b-223889cb9231" xsi:nil="true"/>
    <IsNotebookLocked xmlns="3d4bfd71-a509-4a46-b79b-223889cb9231" xsi:nil="true"/>
    <Is_Collaboration_Space_Locked xmlns="3d4bfd71-a509-4a46-b79b-223889cb9231" xsi:nil="true"/>
    <Teams_Channel_Section_Location xmlns="3d4bfd71-a509-4a46-b79b-223889cb9231" xsi:nil="true"/>
    <Self_Registration_Enabled xmlns="3d4bfd71-a509-4a46-b79b-223889cb9231" xsi:nil="true"/>
    <Teachers xmlns="3d4bfd71-a509-4a46-b79b-223889cb9231">
      <UserInfo>
        <DisplayName/>
        <AccountId xsi:nil="true"/>
        <AccountType/>
      </UserInfo>
    </Teachers>
    <Invited_Students xmlns="3d4bfd71-a509-4a46-b79b-223889cb9231" xsi:nil="true"/>
    <Templates xmlns="3d4bfd71-a509-4a46-b79b-223889cb9231" xsi:nil="true"/>
    <CultureName xmlns="3d4bfd71-a509-4a46-b79b-223889cb9231" xsi:nil="true"/>
    <Students xmlns="3d4bfd71-a509-4a46-b79b-223889cb9231">
      <UserInfo>
        <DisplayName/>
        <AccountId xsi:nil="true"/>
        <AccountType/>
      </UserInfo>
    </Students>
    <DefaultSectionNames xmlns="3d4bfd71-a509-4a46-b79b-223889cb9231" xsi:nil="true"/>
    <FolderType xmlns="3d4bfd71-a509-4a46-b79b-223889cb9231" xsi:nil="true"/>
    <Math_Settings xmlns="3d4bfd71-a509-4a46-b79b-223889cb9231" xsi:nil="true"/>
    <Owner xmlns="3d4bfd71-a509-4a46-b79b-223889cb9231">
      <UserInfo>
        <DisplayName/>
        <AccountId xsi:nil="true"/>
        <AccountType/>
      </UserInfo>
    </Owner>
    <Student_Groups xmlns="3d4bfd71-a509-4a46-b79b-223889cb9231">
      <UserInfo>
        <DisplayName/>
        <AccountId xsi:nil="true"/>
        <AccountType/>
      </UserInfo>
    </Student_Groups>
    <Distribution_Groups xmlns="3d4bfd71-a509-4a46-b79b-223889cb9231" xsi:nil="true"/>
  </documentManagement>
</p:properties>
</file>

<file path=customXml/itemProps1.xml><?xml version="1.0" encoding="utf-8"?>
<ds:datastoreItem xmlns:ds="http://schemas.openxmlformats.org/officeDocument/2006/customXml" ds:itemID="{58EFC2A8-D87B-4712-AB52-1856AB4995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A404BB-CD37-4967-8518-130E142B3F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4bfd71-a509-4a46-b79b-223889cb9231"/>
    <ds:schemaRef ds:uri="58059bb0-76b1-465a-8ab7-447a45efa6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B6708C-B0F8-4D9A-A02A-77FA123CB0F6}">
  <ds:schemaRefs>
    <ds:schemaRef ds:uri="3d4bfd71-a509-4a46-b79b-223889cb9231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58059bb0-76b1-465a-8ab7-447a45efa62d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Thèeme choisi</Template>
  <TotalTime>232</TotalTime>
  <Words>247</Words>
  <Application>Microsoft Office PowerPoint</Application>
  <PresentationFormat>Grand écran</PresentationFormat>
  <Paragraphs>80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Calibri</vt:lpstr>
      <vt:lpstr>Georgia Pro Cond Light</vt:lpstr>
      <vt:lpstr>Speak Pro</vt:lpstr>
      <vt:lpstr>RetrospectVTI</vt:lpstr>
      <vt:lpstr>Introduction à la programmation</vt:lpstr>
      <vt:lpstr>Plan de la présentation</vt:lpstr>
      <vt:lpstr>Les variables</vt:lpstr>
      <vt:lpstr>Variables | Types de données</vt:lpstr>
      <vt:lpstr>Variables | Globales vs locales</vt:lpstr>
      <vt:lpstr>Variables | Globales vs locales (suite)</vt:lpstr>
      <vt:lpstr>Structures conditionnelles</vt:lpstr>
      <vt:lpstr>IF</vt:lpstr>
      <vt:lpstr>SWITCH</vt:lpstr>
      <vt:lpstr>Structures itératives</vt:lpstr>
      <vt:lpstr>Structures itératives</vt:lpstr>
      <vt:lpstr>Présentation PowerPoint</vt:lpstr>
      <vt:lpstr>Les fonctions personnalisées</vt:lpstr>
      <vt:lpstr>Créer des fonctions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à la programmation</dc:title>
  <dc:creator>Martin Hardy</dc:creator>
  <cp:lastModifiedBy>Martin Hardy</cp:lastModifiedBy>
  <cp:revision>1</cp:revision>
  <dcterms:created xsi:type="dcterms:W3CDTF">2022-12-02T17:20:37Z</dcterms:created>
  <dcterms:modified xsi:type="dcterms:W3CDTF">2022-12-05T14:32:44Z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0x010100E3EB6865E11D1848943DDBFB4C131CC0</vt:lpwstr>
  </property>
</Properties>
</file>