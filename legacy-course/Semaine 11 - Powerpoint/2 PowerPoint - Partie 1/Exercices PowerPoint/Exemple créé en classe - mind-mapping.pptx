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1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8" d="100"/>
          <a:sy n="68" d="100"/>
        </p:scale>
        <p:origin x="516" y="66"/>
      </p:cViewPr>
      <p:guideLst>
        <p:guide orient="horz" pos="504"/>
        <p:guide pos="13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E36381-1FBC-828A-0D20-804A00EDA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107BABF-855D-6488-674F-171ABFA73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70E33E-7A11-13EC-49A0-5FB4F213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F5022D-B535-05A1-DE3C-3CBC523A4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3E54A1-471E-FDDD-8C4A-BE499404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130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13B32-5F9B-AA39-34AB-5930EEE6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4DA33B-F3CE-1201-08DD-30F4442B0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1916DD-8C94-C126-0F82-90BFDB2C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24A1FE-281B-C152-04CA-599102214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88F3EA-5546-89A5-A170-B5FAF62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786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B4F339-6388-0C3C-BA58-2BA53B789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EE842C-63AB-6F5C-E67B-F6246EF5B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9AE950-5317-E93E-33BD-88BFC10B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EF76DC-7FB0-C1F9-EED2-C2FB880C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7EFEB9-A911-0F86-EA98-4E4C5678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113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5A8D9E-4818-6B20-F724-29D3A4EC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F7ED75-7D46-14D3-4828-8422551BE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517889-B98E-7586-33F0-00268C379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BB3E16-D146-0955-1FDA-764E2DAFE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31E867-6B55-DDE0-4A6E-A4F5DE40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EFBDF8-749A-B6DC-4E57-80F3EB33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4352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468D19-B45A-3E5A-2A96-0C6B080E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F09054-99F9-E046-34C5-DFCACD043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059AEA-7DC1-098F-8DB6-5930EA4EF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C1F7D5E-37AC-9731-F290-F7667DC700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DA2BFB-D85B-B05C-46A1-8F87B216D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2E814D0-E568-EF42-9C4C-516660FA1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BE02FD-8D80-F3B6-7911-92944D4D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98B957-8848-ED7C-FB0B-8BB2DE06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4730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D1BB5E-A6B3-0B5F-6805-0F746B2B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8213B1-8F01-227E-997E-63E023A5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9238F5-4463-2F24-311B-F18B558A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5C7EBA-8D84-21DE-DC7B-82F98BAD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838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BC2674-8912-0CF6-C3B0-CEC7261E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F004E4D-DBB4-8C54-046E-789A7E05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49CA6D-10C1-EAB7-4187-E24C9559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961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5F45B-A263-325C-88D1-492A7A66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C1BF35-6174-CD13-8153-63F4CF17A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8950CE-776E-C975-7482-6208857BC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1EFEF6-EBF0-3BDA-B45B-8ECE0917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5A6D32-22C4-942C-E4EE-F41D4103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A7E2F0-2B29-9133-F6DD-D3CADF9F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432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9D9BBD-961B-5B44-80A8-B0CEE531B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BE81B9A-164D-0BD0-D597-B8EE17B4B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83BD51-BB83-5135-C112-4FC5A6804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BD556B-83D5-A8EC-2333-334EFE72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5A4B7D-61E2-6035-B434-9A797FDA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7400C7-21A7-CECC-2E0C-A91F4BA5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724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36C586-8D64-EF1F-FC22-FC685A26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DCFBF2-6AC5-812E-3D93-7F1E40091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9F83B9-C55E-2D56-3FC9-23C2AAFAD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1AC2DE-7AD8-3CD0-B933-22B3EDE4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6AAB0D-99BB-CD11-55E2-B18EFA34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7890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3EDFD5-9D91-AAC1-4A61-EF0EA3E3C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954F1A-F33A-4138-3E9B-67F66644E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908FCD-1589-F7E9-445C-5535F803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593D80-2117-7528-7576-97F916E5D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37D2E3-B785-A043-43AB-BF8B92896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828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4D1D9F2-EDF6-4672-8874-C782C9E24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6165CB-2C62-3F77-E623-446EF01FB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6A494D-4474-B5E2-6922-88D4506D1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339D2-9BBF-4B98-880E-D7B73820C377}" type="datetimeFigureOut">
              <a:rPr lang="fr-CA" smtClean="0"/>
              <a:t>2022-12-02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2AFAB0-A799-13D3-E2EF-8FE5248CF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C202EA-E397-FC84-8972-B379F5FA3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CC413-C737-4E8C-9F47-D57C5C28983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7765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F4579C25-2D27-41FE-5F95-2018035D82B8}"/>
              </a:ext>
            </a:extLst>
          </p:cNvPr>
          <p:cNvSpPr/>
          <p:nvPr/>
        </p:nvSpPr>
        <p:spPr>
          <a:xfrm>
            <a:off x="4296850" y="2336751"/>
            <a:ext cx="1799150" cy="179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Programmation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2198068-A075-7A81-3CD5-AC1BE755A698}"/>
              </a:ext>
            </a:extLst>
          </p:cNvPr>
          <p:cNvSpPr/>
          <p:nvPr/>
        </p:nvSpPr>
        <p:spPr>
          <a:xfrm>
            <a:off x="6630952" y="3713870"/>
            <a:ext cx="1799150" cy="179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Structures conditionnelles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885F044-7298-7D99-F043-D1E0AB9EFA78}"/>
              </a:ext>
            </a:extLst>
          </p:cNvPr>
          <p:cNvSpPr/>
          <p:nvPr/>
        </p:nvSpPr>
        <p:spPr>
          <a:xfrm>
            <a:off x="6630953" y="801080"/>
            <a:ext cx="1799150" cy="179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Fonctions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186C153-B1B1-1F03-FB54-D29276414A23}"/>
              </a:ext>
            </a:extLst>
          </p:cNvPr>
          <p:cNvSpPr/>
          <p:nvPr/>
        </p:nvSpPr>
        <p:spPr>
          <a:xfrm>
            <a:off x="2037776" y="1126928"/>
            <a:ext cx="1799150" cy="179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Variables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DDD1360-D837-70AA-E6ED-2C11F501828B}"/>
              </a:ext>
            </a:extLst>
          </p:cNvPr>
          <p:cNvSpPr txBox="1"/>
          <p:nvPr/>
        </p:nvSpPr>
        <p:spPr>
          <a:xfrm>
            <a:off x="377454" y="3226089"/>
            <a:ext cx="1294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Types de données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67F2114-BFE1-A71E-16C1-58B8D88D37CC}"/>
              </a:ext>
            </a:extLst>
          </p:cNvPr>
          <p:cNvSpPr/>
          <p:nvPr/>
        </p:nvSpPr>
        <p:spPr>
          <a:xfrm>
            <a:off x="3196396" y="4276578"/>
            <a:ext cx="1799150" cy="1799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Structures itératives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12FA193-745C-52FC-03BD-50B322E58125}"/>
              </a:ext>
            </a:extLst>
          </p:cNvPr>
          <p:cNvSpPr txBox="1"/>
          <p:nvPr/>
        </p:nvSpPr>
        <p:spPr>
          <a:xfrm>
            <a:off x="8771280" y="3611415"/>
            <a:ext cx="129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IF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7DBE6A5-6F83-2069-DB58-FBF9A2D3BE08}"/>
              </a:ext>
            </a:extLst>
          </p:cNvPr>
          <p:cNvSpPr txBox="1"/>
          <p:nvPr/>
        </p:nvSpPr>
        <p:spPr>
          <a:xfrm>
            <a:off x="8771280" y="4655238"/>
            <a:ext cx="1294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SWITCH CASE</a:t>
            </a:r>
          </a:p>
        </p:txBody>
      </p:sp>
      <p:cxnSp>
        <p:nvCxnSpPr>
          <p:cNvPr id="14" name="Connecteur : en arc 13">
            <a:extLst>
              <a:ext uri="{FF2B5EF4-FFF2-40B4-BE49-F238E27FC236}">
                <a16:creationId xmlns:a16="http://schemas.microsoft.com/office/drawing/2014/main" id="{1949001E-234D-0CDA-1F5B-5DA83A4BD0F2}"/>
              </a:ext>
            </a:extLst>
          </p:cNvPr>
          <p:cNvCxnSpPr>
            <a:cxnSpLocks/>
            <a:stCxn id="5" idx="7"/>
            <a:endCxn id="7" idx="2"/>
          </p:cNvCxnSpPr>
          <p:nvPr/>
        </p:nvCxnSpPr>
        <p:spPr>
          <a:xfrm rot="5400000" flipH="1" flipV="1">
            <a:off x="5781950" y="1751227"/>
            <a:ext cx="899575" cy="7984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 : en arc 14">
            <a:extLst>
              <a:ext uri="{FF2B5EF4-FFF2-40B4-BE49-F238E27FC236}">
                <a16:creationId xmlns:a16="http://schemas.microsoft.com/office/drawing/2014/main" id="{91BD4DF9-87AB-5F3A-4689-4088E9BD0451}"/>
              </a:ext>
            </a:extLst>
          </p:cNvPr>
          <p:cNvCxnSpPr>
            <a:cxnSpLocks/>
          </p:cNvCxnSpPr>
          <p:nvPr/>
        </p:nvCxnSpPr>
        <p:spPr>
          <a:xfrm rot="10800000">
            <a:off x="3196396" y="2600230"/>
            <a:ext cx="1100454" cy="5978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rc 15">
            <a:extLst>
              <a:ext uri="{FF2B5EF4-FFF2-40B4-BE49-F238E27FC236}">
                <a16:creationId xmlns:a16="http://schemas.microsoft.com/office/drawing/2014/main" id="{CE75E9B4-A3F7-B308-0621-409A9BA2BC30}"/>
              </a:ext>
            </a:extLst>
          </p:cNvPr>
          <p:cNvCxnSpPr>
            <a:cxnSpLocks/>
            <a:stCxn id="5" idx="4"/>
            <a:endCxn id="10" idx="7"/>
          </p:cNvCxnSpPr>
          <p:nvPr/>
        </p:nvCxnSpPr>
        <p:spPr>
          <a:xfrm rot="5400000">
            <a:off x="4762168" y="4105800"/>
            <a:ext cx="404156" cy="46435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 : en arc 16">
            <a:extLst>
              <a:ext uri="{FF2B5EF4-FFF2-40B4-BE49-F238E27FC236}">
                <a16:creationId xmlns:a16="http://schemas.microsoft.com/office/drawing/2014/main" id="{74D5B688-E1AA-A8E6-77F2-82192DFA6A07}"/>
              </a:ext>
            </a:extLst>
          </p:cNvPr>
          <p:cNvCxnSpPr>
            <a:cxnSpLocks/>
            <a:stCxn id="5" idx="5"/>
            <a:endCxn id="6" idx="2"/>
          </p:cNvCxnSpPr>
          <p:nvPr/>
        </p:nvCxnSpPr>
        <p:spPr>
          <a:xfrm rot="16200000" flipH="1">
            <a:off x="5861225" y="3843717"/>
            <a:ext cx="741023" cy="79843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rc 24">
            <a:extLst>
              <a:ext uri="{FF2B5EF4-FFF2-40B4-BE49-F238E27FC236}">
                <a16:creationId xmlns:a16="http://schemas.microsoft.com/office/drawing/2014/main" id="{80FDB7B7-15D2-EEC3-95F6-3B65816152F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0800000" flipV="1">
            <a:off x="1024568" y="2026503"/>
            <a:ext cx="1013208" cy="119958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A8885A3A-0E83-B171-2F2F-BC96B1CA5E34}"/>
              </a:ext>
            </a:extLst>
          </p:cNvPr>
          <p:cNvSpPr txBox="1"/>
          <p:nvPr/>
        </p:nvSpPr>
        <p:spPr>
          <a:xfrm>
            <a:off x="1036260" y="4921722"/>
            <a:ext cx="129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FOR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D3F56BB-F078-A93B-99B7-CD309111F059}"/>
              </a:ext>
            </a:extLst>
          </p:cNvPr>
          <p:cNvSpPr txBox="1"/>
          <p:nvPr/>
        </p:nvSpPr>
        <p:spPr>
          <a:xfrm>
            <a:off x="1084465" y="5609978"/>
            <a:ext cx="129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WHILE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7B3DEF2-AB7A-FD50-2E2D-1F26DCA0579E}"/>
              </a:ext>
            </a:extLst>
          </p:cNvPr>
          <p:cNvSpPr txBox="1"/>
          <p:nvPr/>
        </p:nvSpPr>
        <p:spPr>
          <a:xfrm>
            <a:off x="1936477" y="6296719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FOR…EACH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4DF2CE4-359B-4A00-4BB6-13605D0CA2A3}"/>
              </a:ext>
            </a:extLst>
          </p:cNvPr>
          <p:cNvSpPr txBox="1"/>
          <p:nvPr/>
        </p:nvSpPr>
        <p:spPr>
          <a:xfrm>
            <a:off x="3941844" y="6296719"/>
            <a:ext cx="1580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DO…WHILE</a:t>
            </a:r>
          </a:p>
        </p:txBody>
      </p:sp>
    </p:spTree>
    <p:extLst>
      <p:ext uri="{BB962C8B-B14F-4D97-AF65-F5344CB8AC3E}">
        <p14:creationId xmlns:p14="http://schemas.microsoft.com/office/powerpoint/2010/main" val="300321272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EB6865E11D1848943DDBFB4C131CC0" ma:contentTypeVersion="35" ma:contentTypeDescription="Create a new document." ma:contentTypeScope="" ma:versionID="77f70df0a1fe06fa65507c1e6e61130f">
  <xsd:schema xmlns:xsd="http://www.w3.org/2001/XMLSchema" xmlns:xs="http://www.w3.org/2001/XMLSchema" xmlns:p="http://schemas.microsoft.com/office/2006/metadata/properties" xmlns:ns3="3d4bfd71-a509-4a46-b79b-223889cb9231" xmlns:ns4="58059bb0-76b1-465a-8ab7-447a45efa62d" targetNamespace="http://schemas.microsoft.com/office/2006/metadata/properties" ma:root="true" ma:fieldsID="fe00cf7f11fefead60d507e6a6c10237" ns3:_="" ns4:_="">
    <xsd:import namespace="3d4bfd71-a509-4a46-b79b-223889cb9231"/>
    <xsd:import namespace="58059bb0-76b1-465a-8ab7-447a45efa62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bfd71-a509-4a46-b79b-223889cb92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NotebookType" ma:index="22" nillable="true" ma:displayName="Notebook Type" ma:internalName="NotebookType">
      <xsd:simpleType>
        <xsd:restriction base="dms:Text"/>
      </xsd:simpleType>
    </xsd:element>
    <xsd:element name="FolderType" ma:index="23" nillable="true" ma:displayName="Folder Type" ma:internalName="FolderType">
      <xsd:simpleType>
        <xsd:restriction base="dms:Text"/>
      </xsd:simpleType>
    </xsd:element>
    <xsd:element name="CultureName" ma:index="24" nillable="true" ma:displayName="Culture Name" ma:internalName="CultureName">
      <xsd:simpleType>
        <xsd:restriction base="dms:Text"/>
      </xsd:simpleType>
    </xsd:element>
    <xsd:element name="AppVersion" ma:index="25" nillable="true" ma:displayName="App Version" ma:internalName="AppVersion">
      <xsd:simpleType>
        <xsd:restriction base="dms:Text"/>
      </xsd:simpleType>
    </xsd:element>
    <xsd:element name="TeamsChannelId" ma:index="26" nillable="true" ma:displayName="Teams Channel Id" ma:internalName="TeamsChannelId">
      <xsd:simpleType>
        <xsd:restriction base="dms:Text"/>
      </xsd:simpleType>
    </xsd:element>
    <xsd:element name="Owner" ma:index="2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8" nillable="true" ma:displayName="Math Settings" ma:internalName="Math_Settings">
      <xsd:simpleType>
        <xsd:restriction base="dms:Text"/>
      </xsd:simpleType>
    </xsd:element>
    <xsd:element name="DefaultSectionNames" ma:index="2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0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31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2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3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6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7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8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9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40" nillable="true" ma:displayName="Is Collaboration Space Locked" ma:internalName="Is_Collaboration_Space_Locked">
      <xsd:simpleType>
        <xsd:restriction base="dms:Boolean"/>
      </xsd:simpleType>
    </xsd:element>
    <xsd:element name="IsNotebookLocked" ma:index="41" nillable="true" ma:displayName="Is Notebook Locked" ma:internalName="IsNotebookLocked">
      <xsd:simpleType>
        <xsd:restriction base="dms:Boolean"/>
      </xsd:simpleType>
    </xsd:element>
    <xsd:element name="Teams_Channel_Section_Location" ma:index="42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59bb0-76b1-465a-8ab7-447a45efa62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MS_Mappings xmlns="3d4bfd71-a509-4a46-b79b-223889cb9231" xsi:nil="true"/>
    <Has_Teacher_Only_SectionGroup xmlns="3d4bfd71-a509-4a46-b79b-223889cb9231" xsi:nil="true"/>
    <NotebookType xmlns="3d4bfd71-a509-4a46-b79b-223889cb9231" xsi:nil="true"/>
    <AppVersion xmlns="3d4bfd71-a509-4a46-b79b-223889cb9231" xsi:nil="true"/>
    <TeamsChannelId xmlns="3d4bfd71-a509-4a46-b79b-223889cb9231" xsi:nil="true"/>
    <Invited_Teachers xmlns="3d4bfd71-a509-4a46-b79b-223889cb9231" xsi:nil="true"/>
    <IsNotebookLocked xmlns="3d4bfd71-a509-4a46-b79b-223889cb9231" xsi:nil="true"/>
    <Is_Collaboration_Space_Locked xmlns="3d4bfd71-a509-4a46-b79b-223889cb9231" xsi:nil="true"/>
    <Teams_Channel_Section_Location xmlns="3d4bfd71-a509-4a46-b79b-223889cb9231" xsi:nil="true"/>
    <Self_Registration_Enabled xmlns="3d4bfd71-a509-4a46-b79b-223889cb9231" xsi:nil="true"/>
    <Teachers xmlns="3d4bfd71-a509-4a46-b79b-223889cb9231">
      <UserInfo>
        <DisplayName/>
        <AccountId xsi:nil="true"/>
        <AccountType/>
      </UserInfo>
    </Teachers>
    <Invited_Students xmlns="3d4bfd71-a509-4a46-b79b-223889cb9231" xsi:nil="true"/>
    <Templates xmlns="3d4bfd71-a509-4a46-b79b-223889cb9231" xsi:nil="true"/>
    <CultureName xmlns="3d4bfd71-a509-4a46-b79b-223889cb9231" xsi:nil="true"/>
    <Students xmlns="3d4bfd71-a509-4a46-b79b-223889cb9231">
      <UserInfo>
        <DisplayName/>
        <AccountId xsi:nil="true"/>
        <AccountType/>
      </UserInfo>
    </Students>
    <DefaultSectionNames xmlns="3d4bfd71-a509-4a46-b79b-223889cb9231" xsi:nil="true"/>
    <FolderType xmlns="3d4bfd71-a509-4a46-b79b-223889cb9231" xsi:nil="true"/>
    <Math_Settings xmlns="3d4bfd71-a509-4a46-b79b-223889cb9231" xsi:nil="true"/>
    <Owner xmlns="3d4bfd71-a509-4a46-b79b-223889cb9231">
      <UserInfo>
        <DisplayName/>
        <AccountId xsi:nil="true"/>
        <AccountType/>
      </UserInfo>
    </Owner>
    <Student_Groups xmlns="3d4bfd71-a509-4a46-b79b-223889cb9231">
      <UserInfo>
        <DisplayName/>
        <AccountId xsi:nil="true"/>
        <AccountType/>
      </UserInfo>
    </Student_Groups>
    <Distribution_Groups xmlns="3d4bfd71-a509-4a46-b79b-223889cb9231" xsi:nil="true"/>
  </documentManagement>
</p:properties>
</file>

<file path=customXml/itemProps1.xml><?xml version="1.0" encoding="utf-8"?>
<ds:datastoreItem xmlns:ds="http://schemas.openxmlformats.org/officeDocument/2006/customXml" ds:itemID="{417AD017-4F6D-4A35-93E3-5BE1D03AC5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4bfd71-a509-4a46-b79b-223889cb9231"/>
    <ds:schemaRef ds:uri="58059bb0-76b1-465a-8ab7-447a45efa6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960B39-1695-4A22-8567-A40315077F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224573-2384-4F1A-A8F9-10C6C5098271}">
  <ds:schemaRefs>
    <ds:schemaRef ds:uri="http://purl.org/dc/terms/"/>
    <ds:schemaRef ds:uri="http://www.w3.org/XML/1998/namespace"/>
    <ds:schemaRef ds:uri="3d4bfd71-a509-4a46-b79b-223889cb9231"/>
    <ds:schemaRef ds:uri="http://schemas.microsoft.com/office/2006/metadata/properties"/>
    <ds:schemaRef ds:uri="http://schemas.microsoft.com/office/2006/documentManagement/types"/>
    <ds:schemaRef ds:uri="58059bb0-76b1-465a-8ab7-447a45efa62d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21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Martin Hardy</dc:creator>
  <cp:lastModifiedBy>Martin Hardy</cp:lastModifiedBy>
  <cp:revision>1</cp:revision>
  <dcterms:created xsi:type="dcterms:W3CDTF">2022-12-02T17:03:57Z</dcterms:created>
  <dcterms:modified xsi:type="dcterms:W3CDTF">2022-12-02T19:45:16Z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0x010100E3EB6865E11D1848943DDBFB4C131CC0</vt:lpwstr>
  </property>
</Properties>
</file>