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700" r:id="rId3"/>
    <p:sldMasterId id="2147483737" r:id="rId4"/>
  </p:sldMasterIdLst>
  <p:sldIdLst>
    <p:sldId id="257" r:id="rId5"/>
    <p:sldId id="303" r:id="rId6"/>
    <p:sldId id="304" r:id="rId7"/>
    <p:sldId id="287" r:id="rId8"/>
    <p:sldId id="289" r:id="rId9"/>
    <p:sldId id="277" r:id="rId10"/>
    <p:sldId id="313" r:id="rId11"/>
    <p:sldId id="263" r:id="rId12"/>
    <p:sldId id="314" r:id="rId13"/>
    <p:sldId id="264" r:id="rId14"/>
    <p:sldId id="265" r:id="rId15"/>
    <p:sldId id="296" r:id="rId16"/>
    <p:sldId id="315" r:id="rId17"/>
    <p:sldId id="316" r:id="rId18"/>
    <p:sldId id="258" r:id="rId19"/>
    <p:sldId id="286" r:id="rId20"/>
    <p:sldId id="307" r:id="rId21"/>
    <p:sldId id="308" r:id="rId22"/>
    <p:sldId id="290" r:id="rId23"/>
    <p:sldId id="293" r:id="rId24"/>
    <p:sldId id="299" r:id="rId25"/>
    <p:sldId id="309" r:id="rId26"/>
    <p:sldId id="310" r:id="rId27"/>
    <p:sldId id="311" r:id="rId28"/>
    <p:sldId id="312" r:id="rId29"/>
    <p:sldId id="273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B8E1E-14FB-4A0D-A9AF-B2829FD5B6E6}" v="4" dt="2024-09-16T18:38:02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Hardy" userId="18c45b91-9529-4376-afee-15439663c977" providerId="ADAL" clId="{FB31EEB9-871F-4623-8C58-5A69C1F1397D}"/>
    <pc:docChg chg="undo custSel addSld delSld modSld sldOrd delMainMaster modMainMaster modShowInfo">
      <pc:chgData name="Martin Hardy" userId="18c45b91-9529-4376-afee-15439663c977" providerId="ADAL" clId="{FB31EEB9-871F-4623-8C58-5A69C1F1397D}" dt="2022-09-11T12:59:01.740" v="738" actId="2744"/>
      <pc:docMkLst>
        <pc:docMk/>
      </pc:docMkLst>
      <pc:sldChg chg="modSp mod">
        <pc:chgData name="Martin Hardy" userId="18c45b91-9529-4376-afee-15439663c977" providerId="ADAL" clId="{FB31EEB9-871F-4623-8C58-5A69C1F1397D}" dt="2022-09-06T20:11:36.682" v="562" actId="6549"/>
        <pc:sldMkLst>
          <pc:docMk/>
          <pc:sldMk cId="2281852327" sldId="257"/>
        </pc:sldMkLst>
        <pc:spChg chg="mod">
          <ac:chgData name="Martin Hardy" userId="18c45b91-9529-4376-afee-15439663c977" providerId="ADAL" clId="{FB31EEB9-871F-4623-8C58-5A69C1F1397D}" dt="2022-09-06T20:11:36.682" v="562" actId="6549"/>
          <ac:spMkLst>
            <pc:docMk/>
            <pc:sldMk cId="2281852327" sldId="257"/>
            <ac:spMk id="3" creationId="{7A40A975-3DD2-42E4-80DA-D70600175824}"/>
          </ac:spMkLst>
        </pc:spChg>
      </pc:sldChg>
      <pc:sldChg chg="modSp add mod">
        <pc:chgData name="Martin Hardy" userId="18c45b91-9529-4376-afee-15439663c977" providerId="ADAL" clId="{FB31EEB9-871F-4623-8C58-5A69C1F1397D}" dt="2022-09-06T19:04:22.254" v="227" actId="6549"/>
        <pc:sldMkLst>
          <pc:docMk/>
          <pc:sldMk cId="436769087" sldId="258"/>
        </pc:sldMkLst>
        <pc:spChg chg="mod">
          <ac:chgData name="Martin Hardy" userId="18c45b91-9529-4376-afee-15439663c977" providerId="ADAL" clId="{FB31EEB9-871F-4623-8C58-5A69C1F1397D}" dt="2022-09-06T19:04:22.254" v="227" actId="6549"/>
          <ac:spMkLst>
            <pc:docMk/>
            <pc:sldMk cId="436769087" sldId="258"/>
            <ac:spMk id="4" creationId="{95943749-239C-43CB-AF93-4954CABE46C2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638555495" sldId="258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36769087" sldId="259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597818438" sldId="260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119517671" sldId="26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675740629" sldId="262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800569950" sldId="263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324242622" sldId="264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950874491" sldId="266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82424432" sldId="267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725802250" sldId="268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572054632" sldId="269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52014604" sldId="270"/>
        </pc:sldMkLst>
      </pc:sldChg>
      <pc:sldChg chg="delSp modSp add mod">
        <pc:chgData name="Martin Hardy" userId="18c45b91-9529-4376-afee-15439663c977" providerId="ADAL" clId="{FB31EEB9-871F-4623-8C58-5A69C1F1397D}" dt="2022-09-06T19:07:28.405" v="260" actId="478"/>
        <pc:sldMkLst>
          <pc:docMk/>
          <pc:sldMk cId="572054632" sldId="270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572054632" sldId="270"/>
            <ac:spMk id="3" creationId="{62D3DED9-8C6C-4205-AA46-F4ACD191766B}"/>
          </ac:spMkLst>
        </pc:spChg>
        <pc:spChg chg="mod">
          <ac:chgData name="Martin Hardy" userId="18c45b91-9529-4376-afee-15439663c977" providerId="ADAL" clId="{FB31EEB9-871F-4623-8C58-5A69C1F1397D}" dt="2022-09-06T19:07:25.896" v="259" actId="20577"/>
          <ac:spMkLst>
            <pc:docMk/>
            <pc:sldMk cId="572054632" sldId="270"/>
            <ac:spMk id="4" creationId="{95943749-239C-43CB-AF93-4954CABE46C2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572054632" sldId="270"/>
            <ac:spMk id="5" creationId="{AE6B9066-88B4-4E51-A43B-31B99EDC4F15}"/>
          </ac:spMkLst>
        </pc:spChg>
        <pc:spChg chg="del">
          <ac:chgData name="Martin Hardy" userId="18c45b91-9529-4376-afee-15439663c977" providerId="ADAL" clId="{FB31EEB9-871F-4623-8C58-5A69C1F1397D}" dt="2022-09-06T19:07:28.405" v="260" actId="478"/>
          <ac:spMkLst>
            <pc:docMk/>
            <pc:sldMk cId="572054632" sldId="270"/>
            <ac:spMk id="7" creationId="{E340BB6E-335A-4FD9-BAD0-8635F3DFFD9C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202264003" sldId="27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034388267" sldId="272"/>
        </pc:sldMkLst>
      </pc:sldChg>
      <pc:sldChg chg="modSp mod">
        <pc:chgData name="Martin Hardy" userId="18c45b91-9529-4376-afee-15439663c977" providerId="ADAL" clId="{FB31EEB9-871F-4623-8C58-5A69C1F1397D}" dt="2022-09-06T18:20:06.957" v="37" actId="20577"/>
        <pc:sldMkLst>
          <pc:docMk/>
          <pc:sldMk cId="2369871575" sldId="273"/>
        </pc:sldMkLst>
        <pc:spChg chg="mod">
          <ac:chgData name="Martin Hardy" userId="18c45b91-9529-4376-afee-15439663c977" providerId="ADAL" clId="{FB31EEB9-871F-4623-8C58-5A69C1F1397D}" dt="2022-09-06T18:20:06.957" v="37" actId="20577"/>
          <ac:spMkLst>
            <pc:docMk/>
            <pc:sldMk cId="2369871575" sldId="273"/>
            <ac:spMk id="3" creationId="{7A40A975-3DD2-42E4-80DA-D70600175824}"/>
          </ac:spMkLst>
        </pc:sp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607558254" sldId="274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4267202015" sldId="275"/>
        </pc:sldMkLst>
      </pc:sldChg>
      <pc:sldChg chg="modSp add mod">
        <pc:chgData name="Martin Hardy" userId="18c45b91-9529-4376-afee-15439663c977" providerId="ADAL" clId="{FB31EEB9-871F-4623-8C58-5A69C1F1397D}" dt="2022-09-06T19:04:14.002" v="224" actId="20577"/>
        <pc:sldMkLst>
          <pc:docMk/>
          <pc:sldMk cId="842991506" sldId="276"/>
        </pc:sldMkLst>
        <pc:spChg chg="mod">
          <ac:chgData name="Martin Hardy" userId="18c45b91-9529-4376-afee-15439663c977" providerId="ADAL" clId="{FB31EEB9-871F-4623-8C58-5A69C1F1397D}" dt="2022-09-06T19:04:14.002" v="224" actId="20577"/>
          <ac:spMkLst>
            <pc:docMk/>
            <pc:sldMk cId="842991506" sldId="276"/>
            <ac:spMk id="5" creationId="{EB843271-A768-4AB4-92F3-46C70E5D601F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842991506" sldId="276"/>
            <ac:spMk id="6" creationId="{7AF93DD5-8C57-4A51-B8E3-065B77766CD3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842991506" sldId="276"/>
            <ac:spMk id="9" creationId="{CDE0EA86-B51D-44D8-9D47-1D824BD83F84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42:21.175" v="372" actId="108"/>
        <pc:sldMkLst>
          <pc:docMk/>
          <pc:sldMk cId="1886529869" sldId="277"/>
        </pc:sldMkLst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1886529869" sldId="277"/>
            <ac:spMk id="2" creationId="{161654A6-921B-4E46-9695-C130D28EADFD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1886529869" sldId="277"/>
            <ac:spMk id="4" creationId="{1E26A941-C539-469E-8333-5A22F22AD575}"/>
          </ac:spMkLst>
        </pc:spChg>
        <pc:spChg chg="add del mod">
          <ac:chgData name="Martin Hardy" userId="18c45b91-9529-4376-afee-15439663c977" providerId="ADAL" clId="{FB31EEB9-871F-4623-8C58-5A69C1F1397D}" dt="2022-09-06T19:35:57.688" v="312"/>
          <ac:spMkLst>
            <pc:docMk/>
            <pc:sldMk cId="1886529869" sldId="277"/>
            <ac:spMk id="6" creationId="{EA3E4BB0-FBD9-67DF-B5BA-E1C104ACCAF1}"/>
          </ac:spMkLst>
        </pc:spChg>
        <pc:spChg chg="add del mod">
          <ac:chgData name="Martin Hardy" userId="18c45b91-9529-4376-afee-15439663c977" providerId="ADAL" clId="{FB31EEB9-871F-4623-8C58-5A69C1F1397D}" dt="2022-09-06T19:36:55.178" v="318"/>
          <ac:spMkLst>
            <pc:docMk/>
            <pc:sldMk cId="1886529869" sldId="277"/>
            <ac:spMk id="9" creationId="{B4F935FC-2256-33EE-696D-820008855835}"/>
          </ac:spMkLst>
        </pc:spChg>
        <pc:spChg chg="mod">
          <ac:chgData name="Martin Hardy" userId="18c45b91-9529-4376-afee-15439663c977" providerId="ADAL" clId="{FB31EEB9-871F-4623-8C58-5A69C1F1397D}" dt="2022-09-06T19:36:05.298" v="315" actId="1076"/>
          <ac:spMkLst>
            <pc:docMk/>
            <pc:sldMk cId="1886529869" sldId="277"/>
            <ac:spMk id="12" creationId="{391E4A5F-4081-4DC1-8F2C-F86D38945C4A}"/>
          </ac:spMkLst>
        </pc:spChg>
        <pc:picChg chg="del mod">
          <ac:chgData name="Martin Hardy" userId="18c45b91-9529-4376-afee-15439663c977" providerId="ADAL" clId="{FB31EEB9-871F-4623-8C58-5A69C1F1397D}" dt="2022-09-06T19:35:37.153" v="311" actId="478"/>
          <ac:picMkLst>
            <pc:docMk/>
            <pc:sldMk cId="1886529869" sldId="277"/>
            <ac:picMk id="3" creationId="{CFD44D24-56DD-45EA-9F23-8C7CAA68A883}"/>
          </ac:picMkLst>
        </pc:picChg>
        <pc:picChg chg="add del mod">
          <ac:chgData name="Martin Hardy" userId="18c45b91-9529-4376-afee-15439663c977" providerId="ADAL" clId="{FB31EEB9-871F-4623-8C58-5A69C1F1397D}" dt="2022-09-06T19:36:39.586" v="317" actId="478"/>
          <ac:picMkLst>
            <pc:docMk/>
            <pc:sldMk cId="1886529869" sldId="277"/>
            <ac:picMk id="7" creationId="{3C6EE45B-F908-F52D-F5B9-96DA1037FCE9}"/>
          </ac:picMkLst>
        </pc:picChg>
        <pc:picChg chg="add mod">
          <ac:chgData name="Martin Hardy" userId="18c45b91-9529-4376-afee-15439663c977" providerId="ADAL" clId="{FB31EEB9-871F-4623-8C58-5A69C1F1397D}" dt="2022-09-06T19:42:21.175" v="372" actId="108"/>
          <ac:picMkLst>
            <pc:docMk/>
            <pc:sldMk cId="1886529869" sldId="277"/>
            <ac:picMk id="10" creationId="{5B9EAD7F-EFA4-B776-2C85-E128B57487C9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262234525" sldId="282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58:16.717" v="485" actId="207"/>
        <pc:sldMkLst>
          <pc:docMk/>
          <pc:sldMk cId="2425671808" sldId="284"/>
        </pc:sldMkLst>
        <pc:spChg chg="add del mod">
          <ac:chgData name="Martin Hardy" userId="18c45b91-9529-4376-afee-15439663c977" providerId="ADAL" clId="{FB31EEB9-871F-4623-8C58-5A69C1F1397D}" dt="2022-09-06T19:40:43.791" v="360"/>
          <ac:spMkLst>
            <pc:docMk/>
            <pc:sldMk cId="2425671808" sldId="284"/>
            <ac:spMk id="3" creationId="{E9302224-8B30-F21C-B8E6-A10FBCCCFF5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425671808" sldId="284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425671808" sldId="284"/>
            <ac:spMk id="5" creationId="{761E3710-A748-47CC-89BB-D62BDB1CEC1B}"/>
          </ac:spMkLst>
        </pc:spChg>
        <pc:spChg chg="mod topLvl">
          <ac:chgData name="Martin Hardy" userId="18c45b91-9529-4376-afee-15439663c977" providerId="ADAL" clId="{FB31EEB9-871F-4623-8C58-5A69C1F1397D}" dt="2022-09-06T19:58:16.717" v="485" actId="207"/>
          <ac:spMkLst>
            <pc:docMk/>
            <pc:sldMk cId="2425671808" sldId="284"/>
            <ac:spMk id="13" creationId="{620471B2-0DDC-46BC-A69E-BA7373653F57}"/>
          </ac:spMkLst>
        </pc:spChg>
        <pc:grpChg chg="del">
          <ac:chgData name="Martin Hardy" userId="18c45b91-9529-4376-afee-15439663c977" providerId="ADAL" clId="{FB31EEB9-871F-4623-8C58-5A69C1F1397D}" dt="2022-09-06T19:56:57.500" v="461" actId="478"/>
          <ac:grpSpMkLst>
            <pc:docMk/>
            <pc:sldMk cId="2425671808" sldId="284"/>
            <ac:grpSpMk id="11" creationId="{54283458-139C-429B-9122-4E030161C956}"/>
          </ac:grpSpMkLst>
        </pc:grpChg>
        <pc:picChg chg="add mod">
          <ac:chgData name="Martin Hardy" userId="18c45b91-9529-4376-afee-15439663c977" providerId="ADAL" clId="{FB31EEB9-871F-4623-8C58-5A69C1F1397D}" dt="2022-09-06T19:42:40.119" v="380" actId="108"/>
          <ac:picMkLst>
            <pc:docMk/>
            <pc:sldMk cId="2425671808" sldId="284"/>
            <ac:picMk id="6" creationId="{D7DA712C-717B-C73D-8E35-6135E483CB91}"/>
          </ac:picMkLst>
        </pc:picChg>
        <pc:picChg chg="del topLvl">
          <ac:chgData name="Martin Hardy" userId="18c45b91-9529-4376-afee-15439663c977" providerId="ADAL" clId="{FB31EEB9-871F-4623-8C58-5A69C1F1397D}" dt="2022-09-06T19:56:57.500" v="461" actId="478"/>
          <ac:picMkLst>
            <pc:docMk/>
            <pc:sldMk cId="2425671808" sldId="284"/>
            <ac:picMk id="12" creationId="{A862CC79-D720-498F-9AFD-F783392124DD}"/>
          </ac:picMkLst>
        </pc:picChg>
        <pc:picChg chg="del mod">
          <ac:chgData name="Martin Hardy" userId="18c45b91-9529-4376-afee-15439663c977" providerId="ADAL" clId="{FB31EEB9-871F-4623-8C58-5A69C1F1397D}" dt="2022-09-06T19:40:35.081" v="359" actId="478"/>
          <ac:picMkLst>
            <pc:docMk/>
            <pc:sldMk cId="2425671808" sldId="284"/>
            <ac:picMk id="15" creationId="{9DC9E7A7-D506-4E42-BDA4-BA2C7F5C0EBE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06133087" sldId="285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957505724" sldId="286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23.927" v="373" actId="108"/>
        <pc:sldMkLst>
          <pc:docMk/>
          <pc:sldMk cId="3643553050" sldId="286"/>
        </pc:sldMkLst>
        <pc:spChg chg="add del mod">
          <ac:chgData name="Martin Hardy" userId="18c45b91-9529-4376-afee-15439663c977" providerId="ADAL" clId="{FB31EEB9-871F-4623-8C58-5A69C1F1397D}" dt="2022-09-06T19:37:23.147" v="322"/>
          <ac:spMkLst>
            <pc:docMk/>
            <pc:sldMk cId="3643553050" sldId="286"/>
            <ac:spMk id="7" creationId="{4F3A5A7E-5C9E-0149-0800-C74D392005D2}"/>
          </ac:spMkLst>
        </pc:spChg>
        <pc:picChg chg="del">
          <ac:chgData name="Martin Hardy" userId="18c45b91-9529-4376-afee-15439663c977" providerId="ADAL" clId="{FB31EEB9-871F-4623-8C58-5A69C1F1397D}" dt="2022-09-06T19:37:13.803" v="321" actId="478"/>
          <ac:picMkLst>
            <pc:docMk/>
            <pc:sldMk cId="3643553050" sldId="286"/>
            <ac:picMk id="6" creationId="{FF787307-C504-4996-AE3C-BDD94648F55E}"/>
          </ac:picMkLst>
        </pc:picChg>
        <pc:picChg chg="add mod">
          <ac:chgData name="Martin Hardy" userId="18c45b91-9529-4376-afee-15439663c977" providerId="ADAL" clId="{FB31EEB9-871F-4623-8C58-5A69C1F1397D}" dt="2022-09-06T19:42:23.927" v="373" actId="108"/>
          <ac:picMkLst>
            <pc:docMk/>
            <pc:sldMk cId="3643553050" sldId="286"/>
            <ac:picMk id="8" creationId="{D286D066-1433-885F-34BE-F612D752C2F9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698988620" sldId="287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33:09.739" v="302" actId="108"/>
        <pc:sldMkLst>
          <pc:docMk/>
          <pc:sldMk cId="2954660565" sldId="287"/>
        </pc:sldMkLst>
        <pc:spChg chg="add del mod">
          <ac:chgData name="Martin Hardy" userId="18c45b91-9529-4376-afee-15439663c977" providerId="ADAL" clId="{FB31EEB9-871F-4623-8C58-5A69C1F1397D}" dt="2022-09-06T19:32:54.077" v="301"/>
          <ac:spMkLst>
            <pc:docMk/>
            <pc:sldMk cId="2954660565" sldId="287"/>
            <ac:spMk id="7" creationId="{860E3B26-3FF3-999A-7C5D-31EE4449181D}"/>
          </ac:spMkLst>
        </pc:spChg>
        <pc:picChg chg="del">
          <ac:chgData name="Martin Hardy" userId="18c45b91-9529-4376-afee-15439663c977" providerId="ADAL" clId="{FB31EEB9-871F-4623-8C58-5A69C1F1397D}" dt="2022-09-06T19:32:26.680" v="300" actId="478"/>
          <ac:picMkLst>
            <pc:docMk/>
            <pc:sldMk cId="2954660565" sldId="287"/>
            <ac:picMk id="6" creationId="{A2179336-9C7A-4AEC-937A-B15333AED9CD}"/>
          </ac:picMkLst>
        </pc:picChg>
        <pc:picChg chg="add mod">
          <ac:chgData name="Martin Hardy" userId="18c45b91-9529-4376-afee-15439663c977" providerId="ADAL" clId="{FB31EEB9-871F-4623-8C58-5A69C1F1397D}" dt="2022-09-06T19:33:09.739" v="302" actId="108"/>
          <ac:picMkLst>
            <pc:docMk/>
            <pc:sldMk cId="2954660565" sldId="287"/>
            <ac:picMk id="8" creationId="{4824D8DF-706E-700B-1EFF-23C01ABD6685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55:57.027" v="433" actId="20577"/>
        <pc:sldMkLst>
          <pc:docMk/>
          <pc:sldMk cId="1474727850" sldId="288"/>
        </pc:sldMkLst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1474727850" sldId="288"/>
            <ac:spMk id="2" creationId="{6F5441EB-209E-471D-A7B7-D422F075FF04}"/>
          </ac:spMkLst>
        </pc:spChg>
        <pc:spChg chg="add del mod">
          <ac:chgData name="Martin Hardy" userId="18c45b91-9529-4376-afee-15439663c977" providerId="ADAL" clId="{FB31EEB9-871F-4623-8C58-5A69C1F1397D}" dt="2022-09-06T19:35:01.226" v="306"/>
          <ac:spMkLst>
            <pc:docMk/>
            <pc:sldMk cId="1474727850" sldId="288"/>
            <ac:spMk id="4" creationId="{B0DADEB5-2305-2C4D-BF65-90FA21E7F056}"/>
          </ac:spMkLst>
        </pc:spChg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1474727850" sldId="288"/>
            <ac:spMk id="5" creationId="{1DFBB768-D330-4ED9-A790-6ADD9B6D01ED}"/>
          </ac:spMkLst>
        </pc:spChg>
        <pc:spChg chg="mod topLvl">
          <ac:chgData name="Martin Hardy" userId="18c45b91-9529-4376-afee-15439663c977" providerId="ADAL" clId="{FB31EEB9-871F-4623-8C58-5A69C1F1397D}" dt="2022-09-06T19:55:57.027" v="433" actId="20577"/>
          <ac:spMkLst>
            <pc:docMk/>
            <pc:sldMk cId="1474727850" sldId="288"/>
            <ac:spMk id="11" creationId="{B94B2B2F-E5A9-43AD-A5F4-C4DCBBDFFB44}"/>
          </ac:spMkLst>
        </pc:spChg>
        <pc:grpChg chg="del">
          <ac:chgData name="Martin Hardy" userId="18c45b91-9529-4376-afee-15439663c977" providerId="ADAL" clId="{FB31EEB9-871F-4623-8C58-5A69C1F1397D}" dt="2022-09-06T19:55:26.956" v="407" actId="478"/>
          <ac:grpSpMkLst>
            <pc:docMk/>
            <pc:sldMk cId="1474727850" sldId="288"/>
            <ac:grpSpMk id="9" creationId="{302EC5EF-7E7E-40C2-B65B-AF11C5203708}"/>
          </ac:grpSpMkLst>
        </pc:grpChg>
        <pc:picChg chg="add mod">
          <ac:chgData name="Martin Hardy" userId="18c45b91-9529-4376-afee-15439663c977" providerId="ADAL" clId="{FB31EEB9-871F-4623-8C58-5A69C1F1397D}" dt="2022-09-06T19:42:14.399" v="370" actId="108"/>
          <ac:picMkLst>
            <pc:docMk/>
            <pc:sldMk cId="1474727850" sldId="288"/>
            <ac:picMk id="6" creationId="{73735BCB-6ADF-0701-C955-2FC75737AB45}"/>
          </ac:picMkLst>
        </pc:picChg>
        <pc:picChg chg="del mod">
          <ac:chgData name="Martin Hardy" userId="18c45b91-9529-4376-afee-15439663c977" providerId="ADAL" clId="{FB31EEB9-871F-4623-8C58-5A69C1F1397D}" dt="2022-09-06T19:34:50.803" v="305" actId="478"/>
          <ac:picMkLst>
            <pc:docMk/>
            <pc:sldMk cId="1474727850" sldId="288"/>
            <ac:picMk id="8" creationId="{2903BB87-56D3-4B27-BBCD-E70BD9F22FDE}"/>
          </ac:picMkLst>
        </pc:picChg>
        <pc:picChg chg="del topLvl">
          <ac:chgData name="Martin Hardy" userId="18c45b91-9529-4376-afee-15439663c977" providerId="ADAL" clId="{FB31EEB9-871F-4623-8C58-5A69C1F1397D}" dt="2022-09-06T19:55:26.956" v="407" actId="478"/>
          <ac:picMkLst>
            <pc:docMk/>
            <pc:sldMk cId="1474727850" sldId="288"/>
            <ac:picMk id="10" creationId="{F989FB25-FFA5-404B-88E5-91868CCB003A}"/>
          </ac:picMkLst>
        </pc:picChg>
        <pc:picChg chg="mod">
          <ac:chgData name="Martin Hardy" userId="18c45b91-9529-4376-afee-15439663c977" providerId="ADAL" clId="{FB31EEB9-871F-4623-8C58-5A69C1F1397D}" dt="2022-09-06T18:26:49.009" v="45"/>
          <ac:picMkLst>
            <pc:docMk/>
            <pc:sldMk cId="1474727850" sldId="288"/>
            <ac:picMk id="13" creationId="{2FB3561E-114A-4FD4-B6B9-19AB289C4914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3296781462" sldId="288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56:25.749" v="460" actId="207"/>
        <pc:sldMkLst>
          <pc:docMk/>
          <pc:sldMk cId="2088179270" sldId="289"/>
        </pc:sldMkLst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4" creationId="{6E29412E-0426-4660-9476-69A7B4D6012B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5" creationId="{BD799286-E914-457A-B5CD-41ABF872FE63}"/>
          </ac:spMkLst>
        </pc:spChg>
        <pc:spChg chg="mod">
          <ac:chgData name="Martin Hardy" userId="18c45b91-9529-4376-afee-15439663c977" providerId="ADAL" clId="{FB31EEB9-871F-4623-8C58-5A69C1F1397D}" dt="2022-09-06T18:53:41.588" v="160"/>
          <ac:spMkLst>
            <pc:docMk/>
            <pc:sldMk cId="2088179270" sldId="289"/>
            <ac:spMk id="6" creationId="{02587D1E-4285-4685-9FB6-1D06D5B91B0A}"/>
          </ac:spMkLst>
        </pc:spChg>
        <pc:spChg chg="add del mod">
          <ac:chgData name="Martin Hardy" userId="18c45b91-9529-4376-afee-15439663c977" providerId="ADAL" clId="{FB31EEB9-871F-4623-8C58-5A69C1F1397D}" dt="2022-09-06T19:35:25.561" v="308"/>
          <ac:spMkLst>
            <pc:docMk/>
            <pc:sldMk cId="2088179270" sldId="289"/>
            <ac:spMk id="7" creationId="{1016D63D-0F7D-5C28-A90C-3E0243E18598}"/>
          </ac:spMkLst>
        </pc:spChg>
        <pc:spChg chg="mod topLvl">
          <ac:chgData name="Martin Hardy" userId="18c45b91-9529-4376-afee-15439663c977" providerId="ADAL" clId="{FB31EEB9-871F-4623-8C58-5A69C1F1397D}" dt="2022-09-06T19:56:25.749" v="460" actId="207"/>
          <ac:spMkLst>
            <pc:docMk/>
            <pc:sldMk cId="2088179270" sldId="289"/>
            <ac:spMk id="10" creationId="{9EB41351-CF9E-4915-8252-1F34329152FF}"/>
          </ac:spMkLst>
        </pc:spChg>
        <pc:grpChg chg="del">
          <ac:chgData name="Martin Hardy" userId="18c45b91-9529-4376-afee-15439663c977" providerId="ADAL" clId="{FB31EEB9-871F-4623-8C58-5A69C1F1397D}" dt="2022-09-06T19:56:02.083" v="434" actId="478"/>
          <ac:grpSpMkLst>
            <pc:docMk/>
            <pc:sldMk cId="2088179270" sldId="289"/>
            <ac:grpSpMk id="8" creationId="{AFD3E850-DBC6-46D9-9C9D-6E816552073E}"/>
          </ac:grpSpMkLst>
        </pc:grpChg>
        <pc:picChg chg="del mod">
          <ac:chgData name="Martin Hardy" userId="18c45b91-9529-4376-afee-15439663c977" providerId="ADAL" clId="{FB31EEB9-871F-4623-8C58-5A69C1F1397D}" dt="2022-09-06T19:35:05.314" v="307" actId="478"/>
          <ac:picMkLst>
            <pc:docMk/>
            <pc:sldMk cId="2088179270" sldId="289"/>
            <ac:picMk id="2" creationId="{C928563A-6B18-491A-A721-B5DA94D9F6DA}"/>
          </ac:picMkLst>
        </pc:picChg>
        <pc:picChg chg="del topLvl">
          <ac:chgData name="Martin Hardy" userId="18c45b91-9529-4376-afee-15439663c977" providerId="ADAL" clId="{FB31EEB9-871F-4623-8C58-5A69C1F1397D}" dt="2022-09-06T19:56:02.083" v="434" actId="478"/>
          <ac:picMkLst>
            <pc:docMk/>
            <pc:sldMk cId="2088179270" sldId="289"/>
            <ac:picMk id="9" creationId="{4D62E50C-40C9-46DE-9EC2-F64D1DF1CAB8}"/>
          </ac:picMkLst>
        </pc:picChg>
        <pc:picChg chg="add mod">
          <ac:chgData name="Martin Hardy" userId="18c45b91-9529-4376-afee-15439663c977" providerId="ADAL" clId="{FB31EEB9-871F-4623-8C58-5A69C1F1397D}" dt="2022-09-06T19:42:17.432" v="371" actId="108"/>
          <ac:picMkLst>
            <pc:docMk/>
            <pc:sldMk cId="2088179270" sldId="289"/>
            <ac:picMk id="12" creationId="{A30DD6B5-78C4-FD62-6FB6-09BCF3AD5A8E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397238755" sldId="290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31.319" v="376" actId="108"/>
        <pc:sldMkLst>
          <pc:docMk/>
          <pc:sldMk cId="3104017807" sldId="290"/>
        </pc:sldMkLst>
        <pc:spChg chg="mod">
          <ac:chgData name="Martin Hardy" userId="18c45b91-9529-4376-afee-15439663c977" providerId="ADAL" clId="{FB31EEB9-871F-4623-8C58-5A69C1F1397D}" dt="2022-09-06T19:38:48.791" v="341" actId="14100"/>
          <ac:spMkLst>
            <pc:docMk/>
            <pc:sldMk cId="3104017807" sldId="290"/>
            <ac:spMk id="3" creationId="{755C167B-C98F-45FB-A6FA-7EE93B0A6D0A}"/>
          </ac:spMkLst>
        </pc:spChg>
        <pc:spChg chg="add del mod">
          <ac:chgData name="Martin Hardy" userId="18c45b91-9529-4376-afee-15439663c977" providerId="ADAL" clId="{FB31EEB9-871F-4623-8C58-5A69C1F1397D}" dt="2022-09-06T19:38:42.376" v="338"/>
          <ac:spMkLst>
            <pc:docMk/>
            <pc:sldMk cId="3104017807" sldId="290"/>
            <ac:spMk id="7" creationId="{B83B8A98-BC97-A16F-EEA4-34546989BF5F}"/>
          </ac:spMkLst>
        </pc:spChg>
        <pc:picChg chg="del">
          <ac:chgData name="Martin Hardy" userId="18c45b91-9529-4376-afee-15439663c977" providerId="ADAL" clId="{FB31EEB9-871F-4623-8C58-5A69C1F1397D}" dt="2022-09-06T19:38:26.249" v="337" actId="478"/>
          <ac:picMkLst>
            <pc:docMk/>
            <pc:sldMk cId="3104017807" sldId="290"/>
            <ac:picMk id="6" creationId="{16D29642-2F2E-4713-95AD-8F14F6F1E44C}"/>
          </ac:picMkLst>
        </pc:picChg>
        <pc:picChg chg="add mod">
          <ac:chgData name="Martin Hardy" userId="18c45b91-9529-4376-afee-15439663c977" providerId="ADAL" clId="{FB31EEB9-871F-4623-8C58-5A69C1F1397D}" dt="2022-09-06T19:42:31.319" v="376" actId="108"/>
          <ac:picMkLst>
            <pc:docMk/>
            <pc:sldMk cId="3104017807" sldId="290"/>
            <ac:picMk id="8" creationId="{444B5B62-940A-D871-1132-38CD83E2A297}"/>
          </ac:picMkLst>
        </pc:picChg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622120471" sldId="291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1586015288" sldId="292"/>
        </pc:sldMkLst>
      </pc:sldChg>
      <pc:sldChg chg="del">
        <pc:chgData name="Martin Hardy" userId="18c45b91-9529-4376-afee-15439663c977" providerId="ADAL" clId="{FB31EEB9-871F-4623-8C58-5A69C1F1397D}" dt="2022-09-06T18:19:44.678" v="36" actId="47"/>
        <pc:sldMkLst>
          <pc:docMk/>
          <pc:sldMk cId="2633210000" sldId="293"/>
        </pc:sldMkLst>
      </pc:sldChg>
      <pc:sldChg chg="addSp delSp modSp add mod delAnim modAnim">
        <pc:chgData name="Martin Hardy" userId="18c45b91-9529-4376-afee-15439663c977" providerId="ADAL" clId="{FB31EEB9-871F-4623-8C58-5A69C1F1397D}" dt="2022-09-06T19:42:33.080" v="377" actId="108"/>
        <pc:sldMkLst>
          <pc:docMk/>
          <pc:sldMk cId="3421446240" sldId="293"/>
        </pc:sldMkLst>
        <pc:spChg chg="mod">
          <ac:chgData name="Martin Hardy" userId="18c45b91-9529-4376-afee-15439663c977" providerId="ADAL" clId="{FB31EEB9-871F-4623-8C58-5A69C1F1397D}" dt="2022-09-06T19:39:15.631" v="346" actId="14100"/>
          <ac:spMkLst>
            <pc:docMk/>
            <pc:sldMk cId="3421446240" sldId="293"/>
            <ac:spMk id="3" creationId="{0E01C464-48ED-433E-A8BF-08541D31A883}"/>
          </ac:spMkLst>
        </pc:spChg>
        <pc:spChg chg="add del mod">
          <ac:chgData name="Martin Hardy" userId="18c45b91-9529-4376-afee-15439663c977" providerId="ADAL" clId="{FB31EEB9-871F-4623-8C58-5A69C1F1397D}" dt="2022-09-06T19:39:12.630" v="345"/>
          <ac:spMkLst>
            <pc:docMk/>
            <pc:sldMk cId="3421446240" sldId="293"/>
            <ac:spMk id="6" creationId="{6EDFBC2F-9AD0-AD04-08DB-2630BA55DFD6}"/>
          </ac:spMkLst>
        </pc:spChg>
        <pc:picChg chg="del">
          <ac:chgData name="Martin Hardy" userId="18c45b91-9529-4376-afee-15439663c977" providerId="ADAL" clId="{FB31EEB9-871F-4623-8C58-5A69C1F1397D}" dt="2022-09-06T19:38:57.425" v="344" actId="478"/>
          <ac:picMkLst>
            <pc:docMk/>
            <pc:sldMk cId="3421446240" sldId="293"/>
            <ac:picMk id="2" creationId="{8066D563-F389-4016-8078-AFFF4E0FC9BC}"/>
          </ac:picMkLst>
        </pc:picChg>
        <pc:picChg chg="add mod">
          <ac:chgData name="Martin Hardy" userId="18c45b91-9529-4376-afee-15439663c977" providerId="ADAL" clId="{FB31EEB9-871F-4623-8C58-5A69C1F1397D}" dt="2022-09-06T19:42:33.080" v="377" actId="108"/>
          <ac:picMkLst>
            <pc:docMk/>
            <pc:sldMk cId="3421446240" sldId="293"/>
            <ac:picMk id="8" creationId="{A3ACE130-588E-4F11-E6A0-1DE891DA72B4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1.903" v="381" actId="108"/>
        <pc:sldMkLst>
          <pc:docMk/>
          <pc:sldMk cId="178198611" sldId="297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78198611" sldId="297"/>
            <ac:spMk id="6" creationId="{28FF9A3D-DE7A-4712-8824-981D13CBFD75}"/>
          </ac:spMkLst>
        </pc:spChg>
        <pc:spChg chg="add del mod">
          <ac:chgData name="Martin Hardy" userId="18c45b91-9529-4376-afee-15439663c977" providerId="ADAL" clId="{FB31EEB9-871F-4623-8C58-5A69C1F1397D}" dt="2022-09-06T19:41:05.574" v="362"/>
          <ac:spMkLst>
            <pc:docMk/>
            <pc:sldMk cId="178198611" sldId="297"/>
            <ac:spMk id="7" creationId="{CA05CEDB-73A2-6016-38A0-D8F5F2A630B2}"/>
          </ac:spMkLst>
        </pc:spChg>
        <pc:picChg chg="del mod">
          <ac:chgData name="Martin Hardy" userId="18c45b91-9529-4376-afee-15439663c977" providerId="ADAL" clId="{FB31EEB9-871F-4623-8C58-5A69C1F1397D}" dt="2022-09-06T19:40:55.992" v="361" actId="478"/>
          <ac:picMkLst>
            <pc:docMk/>
            <pc:sldMk cId="178198611" sldId="297"/>
            <ac:picMk id="8" creationId="{C99F9BC1-96C9-45AE-BC67-10C40BADAFED}"/>
          </ac:picMkLst>
        </pc:picChg>
        <pc:picChg chg="add mod">
          <ac:chgData name="Martin Hardy" userId="18c45b91-9529-4376-afee-15439663c977" providerId="ADAL" clId="{FB31EEB9-871F-4623-8C58-5A69C1F1397D}" dt="2022-09-06T19:42:41.903" v="381" actId="108"/>
          <ac:picMkLst>
            <pc:docMk/>
            <pc:sldMk cId="178198611" sldId="297"/>
            <ac:picMk id="9" creationId="{493CD0CC-2A00-998A-A9C4-FEA1F95BD327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5.959" v="383" actId="108"/>
        <pc:sldMkLst>
          <pc:docMk/>
          <pc:sldMk cId="2284316722" sldId="298"/>
        </pc:sldMkLst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2284316722" sldId="298"/>
            <ac:spMk id="6" creationId="{28FF9A3D-DE7A-4712-8824-981D13CBFD75}"/>
          </ac:spMkLst>
        </pc:spChg>
        <pc:spChg chg="add del mod">
          <ac:chgData name="Martin Hardy" userId="18c45b91-9529-4376-afee-15439663c977" providerId="ADAL" clId="{FB31EEB9-871F-4623-8C58-5A69C1F1397D}" dt="2022-09-06T19:41:55.716" v="368"/>
          <ac:spMkLst>
            <pc:docMk/>
            <pc:sldMk cId="2284316722" sldId="298"/>
            <ac:spMk id="7" creationId="{DC5B0C68-3EE0-F91B-2307-C6E8E8C1B827}"/>
          </ac:spMkLst>
        </pc:spChg>
        <pc:picChg chg="del mod">
          <ac:chgData name="Martin Hardy" userId="18c45b91-9529-4376-afee-15439663c977" providerId="ADAL" clId="{FB31EEB9-871F-4623-8C58-5A69C1F1397D}" dt="2022-09-06T19:41:47.313" v="367" actId="478"/>
          <ac:picMkLst>
            <pc:docMk/>
            <pc:sldMk cId="2284316722" sldId="298"/>
            <ac:picMk id="9" creationId="{D3F30A81-6517-4CA7-8172-371D8C48379F}"/>
          </ac:picMkLst>
        </pc:picChg>
        <pc:picChg chg="add mod">
          <ac:chgData name="Martin Hardy" userId="18c45b91-9529-4376-afee-15439663c977" providerId="ADAL" clId="{FB31EEB9-871F-4623-8C58-5A69C1F1397D}" dt="2022-09-06T19:42:45.959" v="383" actId="108"/>
          <ac:picMkLst>
            <pc:docMk/>
            <pc:sldMk cId="2284316722" sldId="298"/>
            <ac:picMk id="10" creationId="{01F91208-7125-B000-1146-055ED1AC8FED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34.863" v="378" actId="108"/>
        <pc:sldMkLst>
          <pc:docMk/>
          <pc:sldMk cId="4005130374" sldId="299"/>
        </pc:sldMkLst>
        <pc:spChg chg="add del mod">
          <ac:chgData name="Martin Hardy" userId="18c45b91-9529-4376-afee-15439663c977" providerId="ADAL" clId="{FB31EEB9-871F-4623-8C58-5A69C1F1397D}" dt="2022-09-06T19:39:42.764" v="350"/>
          <ac:spMkLst>
            <pc:docMk/>
            <pc:sldMk cId="4005130374" sldId="299"/>
            <ac:spMk id="6" creationId="{9D401C44-181A-4702-0C7C-AD2FE4E0CFCD}"/>
          </ac:spMkLst>
        </pc:spChg>
        <pc:picChg chg="del">
          <ac:chgData name="Martin Hardy" userId="18c45b91-9529-4376-afee-15439663c977" providerId="ADAL" clId="{FB31EEB9-871F-4623-8C58-5A69C1F1397D}" dt="2022-09-06T19:39:23.465" v="349" actId="478"/>
          <ac:picMkLst>
            <pc:docMk/>
            <pc:sldMk cId="4005130374" sldId="299"/>
            <ac:picMk id="2" creationId="{D1133D27-3215-4E2A-B96B-38E863CDF244}"/>
          </ac:picMkLst>
        </pc:picChg>
        <pc:picChg chg="add mod">
          <ac:chgData name="Martin Hardy" userId="18c45b91-9529-4376-afee-15439663c977" providerId="ADAL" clId="{FB31EEB9-871F-4623-8C58-5A69C1F1397D}" dt="2022-09-06T19:42:34.863" v="378" actId="108"/>
          <ac:picMkLst>
            <pc:docMk/>
            <pc:sldMk cId="4005130374" sldId="299"/>
            <ac:picMk id="8" creationId="{0B5E4D41-82A0-8B4F-1E99-D57224530DD2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43.239" v="382" actId="108"/>
        <pc:sldMkLst>
          <pc:docMk/>
          <pc:sldMk cId="1064017932" sldId="302"/>
        </pc:sldMkLst>
        <pc:spChg chg="add del mod">
          <ac:chgData name="Martin Hardy" userId="18c45b91-9529-4376-afee-15439663c977" providerId="ADAL" clId="{FB31EEB9-871F-4623-8C58-5A69C1F1397D}" dt="2022-09-06T19:41:33.283" v="366"/>
          <ac:spMkLst>
            <pc:docMk/>
            <pc:sldMk cId="1064017932" sldId="302"/>
            <ac:spMk id="3" creationId="{E547FA73-0988-B109-ED70-2AD426460986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5" creationId="{761E3710-A748-47CC-89BB-D62BDB1CEC1B}"/>
          </ac:spMkLst>
        </pc:spChg>
        <pc:spChg chg="mod">
          <ac:chgData name="Martin Hardy" userId="18c45b91-9529-4376-afee-15439663c977" providerId="ADAL" clId="{FB31EEB9-871F-4623-8C58-5A69C1F1397D}" dt="2022-09-06T18:53:49.986" v="161"/>
          <ac:spMkLst>
            <pc:docMk/>
            <pc:sldMk cId="1064017932" sldId="302"/>
            <ac:spMk id="6" creationId="{28FF9A3D-DE7A-4712-8824-981D13CBFD75}"/>
          </ac:spMkLst>
        </pc:spChg>
        <pc:picChg chg="add mod">
          <ac:chgData name="Martin Hardy" userId="18c45b91-9529-4376-afee-15439663c977" providerId="ADAL" clId="{FB31EEB9-871F-4623-8C58-5A69C1F1397D}" dt="2022-09-06T19:42:43.239" v="382" actId="108"/>
          <ac:picMkLst>
            <pc:docMk/>
            <pc:sldMk cId="1064017932" sldId="302"/>
            <ac:picMk id="7" creationId="{E8272CE0-9749-C409-7213-C84503C2B0A0}"/>
          </ac:picMkLst>
        </pc:picChg>
        <pc:picChg chg="del mod">
          <ac:chgData name="Martin Hardy" userId="18c45b91-9529-4376-afee-15439663c977" providerId="ADAL" clId="{FB31EEB9-871F-4623-8C58-5A69C1F1397D}" dt="2022-09-06T19:41:22.112" v="363" actId="478"/>
          <ac:picMkLst>
            <pc:docMk/>
            <pc:sldMk cId="1064017932" sldId="302"/>
            <ac:picMk id="8" creationId="{9D35DA5E-05EA-45CD-A72F-6166301CE362}"/>
          </ac:picMkLst>
        </pc:picChg>
      </pc:sldChg>
      <pc:sldChg chg="delSp modSp add mod setBg modAnim delDesignElem">
        <pc:chgData name="Martin Hardy" userId="18c45b91-9529-4376-afee-15439663c977" providerId="ADAL" clId="{FB31EEB9-871F-4623-8C58-5A69C1F1397D}" dt="2022-09-06T19:08:15.846" v="270"/>
        <pc:sldMkLst>
          <pc:docMk/>
          <pc:sldMk cId="1638555495" sldId="303"/>
        </pc:sldMkLst>
        <pc:spChg chg="mod">
          <ac:chgData name="Martin Hardy" userId="18c45b91-9529-4376-afee-15439663c977" providerId="ADAL" clId="{FB31EEB9-871F-4623-8C58-5A69C1F1397D}" dt="2022-09-06T19:06:06.446" v="257" actId="207"/>
          <ac:spMkLst>
            <pc:docMk/>
            <pc:sldMk cId="1638555495" sldId="303"/>
            <ac:spMk id="6" creationId="{EB1677F1-0331-4992-9DEA-02D602B01970}"/>
          </ac:spMkLst>
        </pc:spChg>
        <pc:spChg chg="del">
          <ac:chgData name="Martin Hardy" userId="18c45b91-9529-4376-afee-15439663c977" providerId="ADAL" clId="{FB31EEB9-871F-4623-8C58-5A69C1F1397D}" dt="2022-09-06T18:25:41.089" v="41"/>
          <ac:spMkLst>
            <pc:docMk/>
            <pc:sldMk cId="1638555495" sldId="303"/>
            <ac:spMk id="9" creationId="{655AE6B0-AC9E-4167-806F-E9DB135FC46B}"/>
          </ac:spMkLst>
        </pc:spChg>
        <pc:spChg chg="del">
          <ac:chgData name="Martin Hardy" userId="18c45b91-9529-4376-afee-15439663c977" providerId="ADAL" clId="{FB31EEB9-871F-4623-8C58-5A69C1F1397D}" dt="2022-09-06T18:25:41.089" v="41"/>
          <ac:spMkLst>
            <pc:docMk/>
            <pc:sldMk cId="1638555495" sldId="303"/>
            <ac:spMk id="22" creationId="{87BD1F4E-A66D-4C06-86DA-8D56CA7A3B41}"/>
          </ac:spMkLst>
        </pc:spChg>
        <pc:grpChg chg="del">
          <ac:chgData name="Martin Hardy" userId="18c45b91-9529-4376-afee-15439663c977" providerId="ADAL" clId="{FB31EEB9-871F-4623-8C58-5A69C1F1397D}" dt="2022-09-06T18:25:41.089" v="41"/>
          <ac:grpSpMkLst>
            <pc:docMk/>
            <pc:sldMk cId="1638555495" sldId="303"/>
            <ac:grpSpMk id="11" creationId="{3523416A-383B-4FDC-B4C9-D8EDDFE9C043}"/>
          </ac:grpSpMkLst>
        </pc:grpChg>
        <pc:graphicFrameChg chg="add mod">
          <ac:chgData name="Martin Hardy" userId="18c45b91-9529-4376-afee-15439663c977" providerId="ADAL" clId="{FB31EEB9-871F-4623-8C58-5A69C1F1397D}" dt="2022-09-06T19:08:15.846" v="270"/>
          <ac:graphicFrameMkLst>
            <pc:docMk/>
            <pc:sldMk cId="1638555495" sldId="303"/>
            <ac:graphicFrameMk id="5" creationId="{722F24D7-6EC7-4EB3-9B1E-A70E422E58CA}"/>
          </ac:graphicFrameMkLst>
        </pc:graphicFrameChg>
        <pc:picChg chg="del mod">
          <ac:chgData name="Martin Hardy" userId="18c45b91-9529-4376-afee-15439663c977" providerId="ADAL" clId="{FB31EEB9-871F-4623-8C58-5A69C1F1397D}" dt="2022-09-06T19:05:52.487" v="256" actId="478"/>
          <ac:picMkLst>
            <pc:docMk/>
            <pc:sldMk cId="1638555495" sldId="303"/>
            <ac:picMk id="21" creationId="{19553CE9-CFBF-42BA-BFEA-6956F7F706FE}"/>
          </ac:picMkLst>
        </pc:picChg>
      </pc:sldChg>
      <pc:sldChg chg="delSp modSp add mod ord">
        <pc:chgData name="Martin Hardy" userId="18c45b91-9529-4376-afee-15439663c977" providerId="ADAL" clId="{FB31EEB9-871F-4623-8C58-5A69C1F1397D}" dt="2022-09-06T19:03:59.682" v="221" actId="20577"/>
        <pc:sldMkLst>
          <pc:docMk/>
          <pc:sldMk cId="3444130440" sldId="304"/>
        </pc:sldMkLst>
        <pc:spChg chg="mod">
          <ac:chgData name="Martin Hardy" userId="18c45b91-9529-4376-afee-15439663c977" providerId="ADAL" clId="{FB31EEB9-871F-4623-8C58-5A69C1F1397D}" dt="2022-09-06T18:47:22.515" v="52"/>
          <ac:spMkLst>
            <pc:docMk/>
            <pc:sldMk cId="3444130440" sldId="304"/>
            <ac:spMk id="3" creationId="{62D3DED9-8C6C-4205-AA46-F4ACD191766B}"/>
          </ac:spMkLst>
        </pc:spChg>
        <pc:spChg chg="mod">
          <ac:chgData name="Martin Hardy" userId="18c45b91-9529-4376-afee-15439663c977" providerId="ADAL" clId="{FB31EEB9-871F-4623-8C58-5A69C1F1397D}" dt="2022-09-06T19:03:59.682" v="221" actId="20577"/>
          <ac:spMkLst>
            <pc:docMk/>
            <pc:sldMk cId="3444130440" sldId="304"/>
            <ac:spMk id="4" creationId="{95943749-239C-43CB-AF93-4954CABE46C2}"/>
          </ac:spMkLst>
        </pc:spChg>
        <pc:spChg chg="mod">
          <ac:chgData name="Martin Hardy" userId="18c45b91-9529-4376-afee-15439663c977" providerId="ADAL" clId="{FB31EEB9-871F-4623-8C58-5A69C1F1397D}" dt="2022-09-06T18:47:22.515" v="52"/>
          <ac:spMkLst>
            <pc:docMk/>
            <pc:sldMk cId="3444130440" sldId="304"/>
            <ac:spMk id="5" creationId="{AE6B9066-88B4-4E51-A43B-31B99EDC4F15}"/>
          </ac:spMkLst>
        </pc:spChg>
        <pc:spChg chg="del">
          <ac:chgData name="Martin Hardy" userId="18c45b91-9529-4376-afee-15439663c977" providerId="ADAL" clId="{FB31EEB9-871F-4623-8C58-5A69C1F1397D}" dt="2022-09-06T18:47:39.268" v="80" actId="478"/>
          <ac:spMkLst>
            <pc:docMk/>
            <pc:sldMk cId="3444130440" sldId="304"/>
            <ac:spMk id="6" creationId="{CE1DAD45-7B7F-4C9E-BCE6-9C0C13E2986E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55:23.013" v="406" actId="1076"/>
        <pc:sldMkLst>
          <pc:docMk/>
          <pc:sldMk cId="2165126463" sldId="305"/>
        </pc:sldMkLst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2165126463" sldId="305"/>
            <ac:spMk id="4" creationId="{59043E3D-982C-4C06-9C0C-C6CC65CD6018}"/>
          </ac:spMkLst>
        </pc:spChg>
        <pc:spChg chg="mod">
          <ac:chgData name="Martin Hardy" userId="18c45b91-9529-4376-afee-15439663c977" providerId="ADAL" clId="{FB31EEB9-871F-4623-8C58-5A69C1F1397D}" dt="2022-09-06T18:26:49.009" v="45"/>
          <ac:spMkLst>
            <pc:docMk/>
            <pc:sldMk cId="2165126463" sldId="305"/>
            <ac:spMk id="5" creationId="{761E3710-A748-47CC-89BB-D62BDB1CEC1B}"/>
          </ac:spMkLst>
        </pc:spChg>
        <pc:spChg chg="add del mod">
          <ac:chgData name="Martin Hardy" userId="18c45b91-9529-4376-afee-15439663c977" providerId="ADAL" clId="{FB31EEB9-871F-4623-8C58-5A69C1F1397D}" dt="2022-09-06T19:34:20.633" v="304"/>
          <ac:spMkLst>
            <pc:docMk/>
            <pc:sldMk cId="2165126463" sldId="305"/>
            <ac:spMk id="7" creationId="{AD4B6FAC-3F5B-0F2C-19A5-E0694D56F799}"/>
          </ac:spMkLst>
        </pc:spChg>
        <pc:spChg chg="mod topLvl">
          <ac:chgData name="Martin Hardy" userId="18c45b91-9529-4376-afee-15439663c977" providerId="ADAL" clId="{FB31EEB9-871F-4623-8C58-5A69C1F1397D}" dt="2022-09-06T19:55:23.013" v="406" actId="1076"/>
          <ac:spMkLst>
            <pc:docMk/>
            <pc:sldMk cId="2165126463" sldId="305"/>
            <ac:spMk id="10" creationId="{E324DB25-E395-414F-9F95-810C2DA761A2}"/>
          </ac:spMkLst>
        </pc:spChg>
        <pc:grpChg chg="del">
          <ac:chgData name="Martin Hardy" userId="18c45b91-9529-4376-afee-15439663c977" providerId="ADAL" clId="{FB31EEB9-871F-4623-8C58-5A69C1F1397D}" dt="2022-09-06T19:55:07.012" v="384" actId="478"/>
          <ac:grpSpMkLst>
            <pc:docMk/>
            <pc:sldMk cId="2165126463" sldId="305"/>
            <ac:grpSpMk id="8" creationId="{C08DE63A-09FB-4D49-BFC8-5DD0FAF1382A}"/>
          </ac:grpSpMkLst>
        </pc:grpChg>
        <pc:picChg chg="mod">
          <ac:chgData name="Martin Hardy" userId="18c45b91-9529-4376-afee-15439663c977" providerId="ADAL" clId="{FB31EEB9-871F-4623-8C58-5A69C1F1397D}" dt="2022-09-06T18:26:49.009" v="45"/>
          <ac:picMkLst>
            <pc:docMk/>
            <pc:sldMk cId="2165126463" sldId="305"/>
            <ac:picMk id="2" creationId="{6D783849-B0E9-4CDC-817A-47928ACC2E80}"/>
          </ac:picMkLst>
        </pc:picChg>
        <pc:picChg chg="del mod">
          <ac:chgData name="Martin Hardy" userId="18c45b91-9529-4376-afee-15439663c977" providerId="ADAL" clId="{FB31EEB9-871F-4623-8C58-5A69C1F1397D}" dt="2022-09-06T19:33:45.410" v="303" actId="478"/>
          <ac:picMkLst>
            <pc:docMk/>
            <pc:sldMk cId="2165126463" sldId="305"/>
            <ac:picMk id="6" creationId="{CEB1AA5A-2B70-4617-B80B-42E4AFDCCDC0}"/>
          </ac:picMkLst>
        </pc:picChg>
        <pc:picChg chg="del topLvl">
          <ac:chgData name="Martin Hardy" userId="18c45b91-9529-4376-afee-15439663c977" providerId="ADAL" clId="{FB31EEB9-871F-4623-8C58-5A69C1F1397D}" dt="2022-09-06T19:55:07.012" v="384" actId="478"/>
          <ac:picMkLst>
            <pc:docMk/>
            <pc:sldMk cId="2165126463" sldId="305"/>
            <ac:picMk id="9" creationId="{053A1C58-9D8C-4293-AB81-4B44E3E907B7}"/>
          </ac:picMkLst>
        </pc:picChg>
        <pc:picChg chg="add mod">
          <ac:chgData name="Martin Hardy" userId="18c45b91-9529-4376-afee-15439663c977" providerId="ADAL" clId="{FB31EEB9-871F-4623-8C58-5A69C1F1397D}" dt="2022-09-06T19:42:09.351" v="369" actId="108"/>
          <ac:picMkLst>
            <pc:docMk/>
            <pc:sldMk cId="2165126463" sldId="305"/>
            <ac:picMk id="12" creationId="{576C9628-6AEF-E679-C7AC-14653EC5B844}"/>
          </ac:picMkLst>
        </pc:picChg>
      </pc:sldChg>
      <pc:sldChg chg="delSp modSp add mod">
        <pc:chgData name="Martin Hardy" userId="18c45b91-9529-4376-afee-15439663c977" providerId="ADAL" clId="{FB31EEB9-871F-4623-8C58-5A69C1F1397D}" dt="2022-09-06T19:04:07.637" v="223" actId="478"/>
        <pc:sldMkLst>
          <pc:docMk/>
          <pc:sldMk cId="4246239074" sldId="306"/>
        </pc:sldMkLst>
        <pc:spChg chg="mod">
          <ac:chgData name="Martin Hardy" userId="18c45b91-9529-4376-afee-15439663c977" providerId="ADAL" clId="{FB31EEB9-871F-4623-8C58-5A69C1F1397D}" dt="2022-09-06T19:04:06.529" v="222" actId="20577"/>
          <ac:spMkLst>
            <pc:docMk/>
            <pc:sldMk cId="4246239074" sldId="306"/>
            <ac:spMk id="4" creationId="{95943749-239C-43CB-AF93-4954CABE46C2}"/>
          </ac:spMkLst>
        </pc:spChg>
        <pc:spChg chg="del">
          <ac:chgData name="Martin Hardy" userId="18c45b91-9529-4376-afee-15439663c977" providerId="ADAL" clId="{FB31EEB9-871F-4623-8C58-5A69C1F1397D}" dt="2022-09-06T19:04:07.637" v="223" actId="478"/>
          <ac:spMkLst>
            <pc:docMk/>
            <pc:sldMk cId="4246239074" sldId="306"/>
            <ac:spMk id="6" creationId="{CE1DAD45-7B7F-4C9E-BCE6-9C0C13E2986E}"/>
          </ac:spMkLst>
        </pc:spChg>
      </pc:sldChg>
      <pc:sldChg chg="addSp delSp modSp add mod delAnim modAnim">
        <pc:chgData name="Martin Hardy" userId="18c45b91-9529-4376-afee-15439663c977" providerId="ADAL" clId="{FB31EEB9-871F-4623-8C58-5A69C1F1397D}" dt="2022-09-06T19:42:27.279" v="374" actId="108"/>
        <pc:sldMkLst>
          <pc:docMk/>
          <pc:sldMk cId="1878971237" sldId="307"/>
        </pc:sldMkLst>
        <pc:spChg chg="add del mod">
          <ac:chgData name="Martin Hardy" userId="18c45b91-9529-4376-afee-15439663c977" providerId="ADAL" clId="{FB31EEB9-871F-4623-8C58-5A69C1F1397D}" dt="2022-09-06T19:37:50.019" v="328"/>
          <ac:spMkLst>
            <pc:docMk/>
            <pc:sldMk cId="1878971237" sldId="307"/>
            <ac:spMk id="7" creationId="{ADADDDBD-66EC-A4A9-D3B7-065446B975E4}"/>
          </ac:spMkLst>
        </pc:spChg>
        <pc:picChg chg="del">
          <ac:chgData name="Martin Hardy" userId="18c45b91-9529-4376-afee-15439663c977" providerId="ADAL" clId="{FB31EEB9-871F-4623-8C58-5A69C1F1397D}" dt="2022-09-06T19:37:40.017" v="325" actId="478"/>
          <ac:picMkLst>
            <pc:docMk/>
            <pc:sldMk cId="1878971237" sldId="307"/>
            <ac:picMk id="6" creationId="{4C541498-8722-49C1-AF30-AD826557CCFA}"/>
          </ac:picMkLst>
        </pc:picChg>
        <pc:picChg chg="add mod">
          <ac:chgData name="Martin Hardy" userId="18c45b91-9529-4376-afee-15439663c977" providerId="ADAL" clId="{FB31EEB9-871F-4623-8C58-5A69C1F1397D}" dt="2022-09-06T19:42:27.279" v="374" actId="108"/>
          <ac:picMkLst>
            <pc:docMk/>
            <pc:sldMk cId="1878971237" sldId="307"/>
            <ac:picMk id="8" creationId="{D5932212-8F85-1262-CB48-71867CD76665}"/>
          </ac:picMkLst>
        </pc:picChg>
      </pc:sldChg>
      <pc:sldChg chg="addSp delSp modSp add mod setBg delAnim modAnim">
        <pc:chgData name="Martin Hardy" userId="18c45b91-9529-4376-afee-15439663c977" providerId="ADAL" clId="{FB31EEB9-871F-4623-8C58-5A69C1F1397D}" dt="2022-09-06T19:42:29.055" v="375" actId="108"/>
        <pc:sldMkLst>
          <pc:docMk/>
          <pc:sldMk cId="1132440465" sldId="308"/>
        </pc:sldMkLst>
        <pc:spChg chg="add del mod">
          <ac:chgData name="Martin Hardy" userId="18c45b91-9529-4376-afee-15439663c977" providerId="ADAL" clId="{FB31EEB9-871F-4623-8C58-5A69C1F1397D}" dt="2022-09-06T19:38:12.961" v="333"/>
          <ac:spMkLst>
            <pc:docMk/>
            <pc:sldMk cId="1132440465" sldId="308"/>
            <ac:spMk id="7" creationId="{9961DC97-B89A-0B3D-ED30-5C9186196296}"/>
          </ac:spMkLst>
        </pc:spChg>
        <pc:picChg chg="del">
          <ac:chgData name="Martin Hardy" userId="18c45b91-9529-4376-afee-15439663c977" providerId="ADAL" clId="{FB31EEB9-871F-4623-8C58-5A69C1F1397D}" dt="2022-09-06T19:38:05.257" v="332" actId="478"/>
          <ac:picMkLst>
            <pc:docMk/>
            <pc:sldMk cId="1132440465" sldId="308"/>
            <ac:picMk id="6" creationId="{C2770C85-3FE7-42FF-A69C-20BC066653EC}"/>
          </ac:picMkLst>
        </pc:picChg>
        <pc:picChg chg="add mod">
          <ac:chgData name="Martin Hardy" userId="18c45b91-9529-4376-afee-15439663c977" providerId="ADAL" clId="{FB31EEB9-871F-4623-8C58-5A69C1F1397D}" dt="2022-09-06T19:42:29.055" v="375" actId="108"/>
          <ac:picMkLst>
            <pc:docMk/>
            <pc:sldMk cId="1132440465" sldId="308"/>
            <ac:picMk id="8" creationId="{C349D77F-406C-478D-5EDB-0788D8C2B817}"/>
          </ac:picMkLst>
        </pc:picChg>
      </pc:sldChg>
      <pc:sldChg chg="addSp delSp modSp add mod delAnim modAnim">
        <pc:chgData name="Martin Hardy" userId="18c45b91-9529-4376-afee-15439663c977" providerId="ADAL" clId="{FB31EEB9-871F-4623-8C58-5A69C1F1397D}" dt="2022-09-06T19:42:37.359" v="379" actId="108"/>
        <pc:sldMkLst>
          <pc:docMk/>
          <pc:sldMk cId="1610498445" sldId="309"/>
        </pc:sldMkLst>
        <pc:spChg chg="add del mod">
          <ac:chgData name="Martin Hardy" userId="18c45b91-9529-4376-afee-15439663c977" providerId="ADAL" clId="{FB31EEB9-871F-4623-8C58-5A69C1F1397D}" dt="2022-09-06T19:40:17.030" v="357"/>
          <ac:spMkLst>
            <pc:docMk/>
            <pc:sldMk cId="1610498445" sldId="309"/>
            <ac:spMk id="4" creationId="{340B7DA5-5F32-2297-216B-512539026400}"/>
          </ac:spMkLst>
        </pc:spChg>
        <pc:picChg chg="add mod">
          <ac:chgData name="Martin Hardy" userId="18c45b91-9529-4376-afee-15439663c977" providerId="ADAL" clId="{FB31EEB9-871F-4623-8C58-5A69C1F1397D}" dt="2022-09-06T19:42:37.359" v="379" actId="108"/>
          <ac:picMkLst>
            <pc:docMk/>
            <pc:sldMk cId="1610498445" sldId="309"/>
            <ac:picMk id="6" creationId="{2A76DB77-6367-9083-2F71-76F93676A811}"/>
          </ac:picMkLst>
        </pc:picChg>
        <pc:picChg chg="del">
          <ac:chgData name="Martin Hardy" userId="18c45b91-9529-4376-afee-15439663c977" providerId="ADAL" clId="{FB31EEB9-871F-4623-8C58-5A69C1F1397D}" dt="2022-09-06T19:40:06.136" v="355" actId="478"/>
          <ac:picMkLst>
            <pc:docMk/>
            <pc:sldMk cId="1610498445" sldId="309"/>
            <ac:picMk id="8" creationId="{B3FB85C2-C087-4B51-9A17-B8F4EE14970E}"/>
          </ac:picMkLst>
        </pc:picChg>
      </pc:sldChg>
      <pc:sldChg chg="modSp new mod">
        <pc:chgData name="Martin Hardy" userId="18c45b91-9529-4376-afee-15439663c977" providerId="ADAL" clId="{FB31EEB9-871F-4623-8C58-5A69C1F1397D}" dt="2022-09-06T19:09:25.373" v="298" actId="20577"/>
        <pc:sldMkLst>
          <pc:docMk/>
          <pc:sldMk cId="3342814045" sldId="310"/>
        </pc:sldMkLst>
        <pc:spChg chg="mod">
          <ac:chgData name="Martin Hardy" userId="18c45b91-9529-4376-afee-15439663c977" providerId="ADAL" clId="{FB31EEB9-871F-4623-8C58-5A69C1F1397D}" dt="2022-09-06T19:09:25.373" v="298" actId="20577"/>
          <ac:spMkLst>
            <pc:docMk/>
            <pc:sldMk cId="3342814045" sldId="310"/>
            <ac:spMk id="2" creationId="{FEAC9716-6FD1-CABC-7D8F-04FD349618B8}"/>
          </ac:spMkLst>
        </pc:spChg>
      </pc:sldChg>
      <pc:sldChg chg="addSp delSp modSp new mod modAnim">
        <pc:chgData name="Martin Hardy" userId="18c45b91-9529-4376-afee-15439663c977" providerId="ADAL" clId="{FB31EEB9-871F-4623-8C58-5A69C1F1397D}" dt="2022-09-06T20:36:15.151" v="730" actId="108"/>
        <pc:sldMkLst>
          <pc:docMk/>
          <pc:sldMk cId="2866351807" sldId="311"/>
        </pc:sldMkLst>
        <pc:spChg chg="mod">
          <ac:chgData name="Martin Hardy" userId="18c45b91-9529-4376-afee-15439663c977" providerId="ADAL" clId="{FB31EEB9-871F-4623-8C58-5A69C1F1397D}" dt="2022-09-06T20:13:00.427" v="626" actId="20577"/>
          <ac:spMkLst>
            <pc:docMk/>
            <pc:sldMk cId="2866351807" sldId="311"/>
            <ac:spMk id="2" creationId="{B390DFDC-FBB4-6F59-757F-323751D71199}"/>
          </ac:spMkLst>
        </pc:spChg>
        <pc:spChg chg="add del">
          <ac:chgData name="Martin Hardy" userId="18c45b91-9529-4376-afee-15439663c977" providerId="ADAL" clId="{FB31EEB9-871F-4623-8C58-5A69C1F1397D}" dt="2022-09-06T20:18:06.859" v="678"/>
          <ac:spMkLst>
            <pc:docMk/>
            <pc:sldMk cId="2866351807" sldId="311"/>
            <ac:spMk id="3" creationId="{63AB3403-A04B-664C-0EC8-F57412D95CB3}"/>
          </ac:spMkLst>
        </pc:spChg>
        <pc:spChg chg="del mod">
          <ac:chgData name="Martin Hardy" userId="18c45b91-9529-4376-afee-15439663c977" providerId="ADAL" clId="{FB31EEB9-871F-4623-8C58-5A69C1F1397D}" dt="2022-09-06T20:36:05.189" v="729"/>
          <ac:spMkLst>
            <pc:docMk/>
            <pc:sldMk cId="2866351807" sldId="311"/>
            <ac:spMk id="4" creationId="{6F9ED3C5-3C3C-2E21-1BFF-5E879A616709}"/>
          </ac:spMkLst>
        </pc:spChg>
        <pc:spChg chg="add">
          <ac:chgData name="Martin Hardy" userId="18c45b91-9529-4376-afee-15439663c977" providerId="ADAL" clId="{FB31EEB9-871F-4623-8C58-5A69C1F1397D}" dt="2022-09-06T20:07:40.072" v="486" actId="22"/>
          <ac:spMkLst>
            <pc:docMk/>
            <pc:sldMk cId="2866351807" sldId="311"/>
            <ac:spMk id="7" creationId="{1131FB30-3E91-1D6F-E151-6A34E328ECAD}"/>
          </ac:spMkLst>
        </pc:spChg>
        <pc:spChg chg="add mod">
          <ac:chgData name="Martin Hardy" userId="18c45b91-9529-4376-afee-15439663c977" providerId="ADAL" clId="{FB31EEB9-871F-4623-8C58-5A69C1F1397D}" dt="2022-09-06T20:19:52.481" v="716" actId="20577"/>
          <ac:spMkLst>
            <pc:docMk/>
            <pc:sldMk cId="2866351807" sldId="311"/>
            <ac:spMk id="9" creationId="{761A1BC6-4561-6714-A344-36713DD72171}"/>
          </ac:spMkLst>
        </pc:spChg>
        <pc:graphicFrameChg chg="add mod">
          <ac:chgData name="Martin Hardy" userId="18c45b91-9529-4376-afee-15439663c977" providerId="ADAL" clId="{FB31EEB9-871F-4623-8C58-5A69C1F1397D}" dt="2022-09-06T20:18:06.784" v="677"/>
          <ac:graphicFrameMkLst>
            <pc:docMk/>
            <pc:sldMk cId="2866351807" sldId="311"/>
            <ac:graphicFrameMk id="10" creationId="{00000000-0008-0000-0000-000002000000}"/>
          </ac:graphicFrameMkLst>
        </pc:graphicFrameChg>
        <pc:graphicFrameChg chg="add mod">
          <ac:chgData name="Martin Hardy" userId="18c45b91-9529-4376-afee-15439663c977" providerId="ADAL" clId="{FB31EEB9-871F-4623-8C58-5A69C1F1397D}" dt="2022-09-06T20:18:18.569" v="682"/>
          <ac:graphicFrameMkLst>
            <pc:docMk/>
            <pc:sldMk cId="2866351807" sldId="311"/>
            <ac:graphicFrameMk id="12" creationId="{00000000-0008-0000-0000-000003000000}"/>
          </ac:graphicFrameMkLst>
        </pc:graphicFrameChg>
        <pc:picChg chg="add mod">
          <ac:chgData name="Martin Hardy" userId="18c45b91-9529-4376-afee-15439663c977" providerId="ADAL" clId="{FB31EEB9-871F-4623-8C58-5A69C1F1397D}" dt="2022-09-06T20:18:44.456" v="690" actId="1076"/>
          <ac:picMkLst>
            <pc:docMk/>
            <pc:sldMk cId="2866351807" sldId="311"/>
            <ac:picMk id="11" creationId="{5554BD1A-F754-2834-ED2C-E7936813A9EC}"/>
          </ac:picMkLst>
        </pc:picChg>
        <pc:picChg chg="add mod">
          <ac:chgData name="Martin Hardy" userId="18c45b91-9529-4376-afee-15439663c977" providerId="ADAL" clId="{FB31EEB9-871F-4623-8C58-5A69C1F1397D}" dt="2022-09-06T20:18:41.537" v="689" actId="1076"/>
          <ac:picMkLst>
            <pc:docMk/>
            <pc:sldMk cId="2866351807" sldId="311"/>
            <ac:picMk id="13" creationId="{981EB8B3-9C96-90D2-EB95-1DD7A4796DCB}"/>
          </ac:picMkLst>
        </pc:picChg>
        <pc:picChg chg="add mod">
          <ac:chgData name="Martin Hardy" userId="18c45b91-9529-4376-afee-15439663c977" providerId="ADAL" clId="{FB31EEB9-871F-4623-8C58-5A69C1F1397D}" dt="2022-09-06T20:36:15.151" v="730" actId="108"/>
          <ac:picMkLst>
            <pc:docMk/>
            <pc:sldMk cId="2866351807" sldId="311"/>
            <ac:picMk id="14" creationId="{23A66AA7-A2F4-C6F1-42F5-1F8B97F6E6DA}"/>
          </ac:picMkLst>
        </pc:picChg>
      </pc:sldChg>
      <pc:sldChg chg="addSp delSp modSp add mod modAnim">
        <pc:chgData name="Martin Hardy" userId="18c45b91-9529-4376-afee-15439663c977" providerId="ADAL" clId="{FB31EEB9-871F-4623-8C58-5A69C1F1397D}" dt="2022-09-06T20:45:00.061" v="732" actId="108"/>
        <pc:sldMkLst>
          <pc:docMk/>
          <pc:sldMk cId="808023134" sldId="312"/>
        </pc:sldMkLst>
        <pc:spChg chg="mod">
          <ac:chgData name="Martin Hardy" userId="18c45b91-9529-4376-afee-15439663c977" providerId="ADAL" clId="{FB31EEB9-871F-4623-8C58-5A69C1F1397D}" dt="2022-09-06T20:14:55.361" v="655" actId="20577"/>
          <ac:spMkLst>
            <pc:docMk/>
            <pc:sldMk cId="808023134" sldId="312"/>
            <ac:spMk id="2" creationId="{B390DFDC-FBB4-6F59-757F-323751D71199}"/>
          </ac:spMkLst>
        </pc:spChg>
        <pc:spChg chg="add del">
          <ac:chgData name="Martin Hardy" userId="18c45b91-9529-4376-afee-15439663c977" providerId="ADAL" clId="{FB31EEB9-871F-4623-8C58-5A69C1F1397D}" dt="2022-09-06T20:20:33.703" v="726"/>
          <ac:spMkLst>
            <pc:docMk/>
            <pc:sldMk cId="808023134" sldId="312"/>
            <ac:spMk id="3" creationId="{63AB3403-A04B-664C-0EC8-F57412D95CB3}"/>
          </ac:spMkLst>
        </pc:spChg>
        <pc:spChg chg="del">
          <ac:chgData name="Martin Hardy" userId="18c45b91-9529-4376-afee-15439663c977" providerId="ADAL" clId="{FB31EEB9-871F-4623-8C58-5A69C1F1397D}" dt="2022-09-06T20:44:52.509" v="731"/>
          <ac:spMkLst>
            <pc:docMk/>
            <pc:sldMk cId="808023134" sldId="312"/>
            <ac:spMk id="4" creationId="{6F9ED3C5-3C3C-2E21-1BFF-5E879A616709}"/>
          </ac:spMkLst>
        </pc:spChg>
        <pc:spChg chg="add del">
          <ac:chgData name="Martin Hardy" userId="18c45b91-9529-4376-afee-15439663c977" providerId="ADAL" clId="{FB31EEB9-871F-4623-8C58-5A69C1F1397D}" dt="2022-09-06T20:20:04.160" v="718" actId="478"/>
          <ac:spMkLst>
            <pc:docMk/>
            <pc:sldMk cId="808023134" sldId="312"/>
            <ac:spMk id="8" creationId="{B4D09036-4AA7-FC71-DD06-02402D91F291}"/>
          </ac:spMkLst>
        </pc:spChg>
        <pc:spChg chg="add mod">
          <ac:chgData name="Martin Hardy" userId="18c45b91-9529-4376-afee-15439663c977" providerId="ADAL" clId="{FB31EEB9-871F-4623-8C58-5A69C1F1397D}" dt="2022-09-06T20:20:45.048" v="728" actId="1076"/>
          <ac:spMkLst>
            <pc:docMk/>
            <pc:sldMk cId="808023134" sldId="312"/>
            <ac:spMk id="10" creationId="{B9F9AA41-02A0-906D-DB43-1D1C20C8A83E}"/>
          </ac:spMkLst>
        </pc:spChg>
        <pc:graphicFrameChg chg="add mod">
          <ac:chgData name="Martin Hardy" userId="18c45b91-9529-4376-afee-15439663c977" providerId="ADAL" clId="{FB31EEB9-871F-4623-8C58-5A69C1F1397D}" dt="2022-09-06T20:20:33.639" v="725"/>
          <ac:graphicFrameMkLst>
            <pc:docMk/>
            <pc:sldMk cId="808023134" sldId="312"/>
            <ac:graphicFrameMk id="11" creationId="{00000000-0008-0000-0000-000003000000}"/>
          </ac:graphicFrameMkLst>
        </pc:graphicFrameChg>
        <pc:picChg chg="add mod">
          <ac:chgData name="Martin Hardy" userId="18c45b91-9529-4376-afee-15439663c977" providerId="ADAL" clId="{FB31EEB9-871F-4623-8C58-5A69C1F1397D}" dt="2022-09-06T20:20:36.272" v="727" actId="1076"/>
          <ac:picMkLst>
            <pc:docMk/>
            <pc:sldMk cId="808023134" sldId="312"/>
            <ac:picMk id="12" creationId="{CF9B9938-919A-8370-235D-77D35CABA31F}"/>
          </ac:picMkLst>
        </pc:picChg>
        <pc:picChg chg="add mod">
          <ac:chgData name="Martin Hardy" userId="18c45b91-9529-4376-afee-15439663c977" providerId="ADAL" clId="{FB31EEB9-871F-4623-8C58-5A69C1F1397D}" dt="2022-09-06T20:45:00.061" v="732" actId="108"/>
          <ac:picMkLst>
            <pc:docMk/>
            <pc:sldMk cId="808023134" sldId="312"/>
            <ac:picMk id="13" creationId="{DCCD7A95-1EE6-8A2A-E0BB-6EB94DCA728B}"/>
          </ac:picMkLst>
        </pc:picChg>
      </pc:sldChg>
      <pc:sldMasterChg chg="modSp">
        <pc:chgData name="Martin Hardy" userId="18c45b91-9529-4376-afee-15439663c977" providerId="ADAL" clId="{FB31EEB9-871F-4623-8C58-5A69C1F1397D}" dt="2022-09-11T12:58:25.797" v="733"/>
        <pc:sldMasterMkLst>
          <pc:docMk/>
          <pc:sldMasterMk cId="3666204352" sldId="2147483660"/>
        </pc:sldMasterMkLst>
        <pc:picChg chg="mod">
          <ac:chgData name="Martin Hardy" userId="18c45b91-9529-4376-afee-15439663c977" providerId="ADAL" clId="{FB31EEB9-871F-4623-8C58-5A69C1F1397D}" dt="2022-09-11T12:58:25.797" v="733"/>
          <ac:picMkLst>
            <pc:docMk/>
            <pc:sldMasterMk cId="3666204352" sldId="2147483660"/>
            <ac:picMk id="18" creationId="{55650D28-7B73-4377-82E0-B5D3C473AC9E}"/>
          </ac:picMkLst>
        </pc:picChg>
      </pc:sldMasterChg>
      <pc:sldMasterChg chg="modSp">
        <pc:chgData name="Martin Hardy" userId="18c45b91-9529-4376-afee-15439663c977" providerId="ADAL" clId="{FB31EEB9-871F-4623-8C58-5A69C1F1397D}" dt="2022-09-11T12:58:32.388" v="734"/>
        <pc:sldMasterMkLst>
          <pc:docMk/>
          <pc:sldMasterMk cId="3666204352" sldId="2147483665"/>
        </pc:sldMasterMkLst>
        <pc:picChg chg="mod">
          <ac:chgData name="Martin Hardy" userId="18c45b91-9529-4376-afee-15439663c977" providerId="ADAL" clId="{FB31EEB9-871F-4623-8C58-5A69C1F1397D}" dt="2022-09-11T12:58:32.388" v="734"/>
          <ac:picMkLst>
            <pc:docMk/>
            <pc:sldMasterMk cId="3666204352" sldId="2147483665"/>
            <ac:picMk id="18" creationId="{55650D28-7B73-4377-82E0-B5D3C473AC9E}"/>
          </ac:picMkLst>
        </pc:picChg>
      </pc:sldMasterChg>
      <pc:sldMasterChg chg="del delSldLayout">
        <pc:chgData name="Martin Hardy" userId="18c45b91-9529-4376-afee-15439663c977" providerId="ADAL" clId="{FB31EEB9-871F-4623-8C58-5A69C1F1397D}" dt="2022-09-06T18:19:44.678" v="36" actId="47"/>
        <pc:sldMasterMkLst>
          <pc:docMk/>
          <pc:sldMasterMk cId="2515760009" sldId="2147483677"/>
        </pc:sldMasterMkLst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2515760009" sldId="2147483677"/>
            <pc:sldLayoutMk cId="2667462067" sldId="2147483680"/>
          </pc:sldLayoutMkLst>
        </pc:sldLayoutChg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2515760009" sldId="2147483677"/>
            <pc:sldLayoutMk cId="349319652" sldId="2147483681"/>
          </pc:sldLayoutMkLst>
        </pc:sldLayoutChg>
      </pc:sldMasterChg>
      <pc:sldMasterChg chg="del delSldLayout">
        <pc:chgData name="Martin Hardy" userId="18c45b91-9529-4376-afee-15439663c977" providerId="ADAL" clId="{FB31EEB9-871F-4623-8C58-5A69C1F1397D}" dt="2022-09-06T18:19:44.678" v="36" actId="47"/>
        <pc:sldMasterMkLst>
          <pc:docMk/>
          <pc:sldMasterMk cId="3933151967" sldId="2147483694"/>
        </pc:sldMasterMkLst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3933151967" sldId="2147483694"/>
            <pc:sldLayoutMk cId="3275665713" sldId="2147483697"/>
          </pc:sldLayoutMkLst>
        </pc:sldLayoutChg>
        <pc:sldLayoutChg chg="del">
          <pc:chgData name="Martin Hardy" userId="18c45b91-9529-4376-afee-15439663c977" providerId="ADAL" clId="{FB31EEB9-871F-4623-8C58-5A69C1F1397D}" dt="2022-09-06T18:19:44.678" v="36" actId="47"/>
          <pc:sldLayoutMkLst>
            <pc:docMk/>
            <pc:sldMasterMk cId="3933151967" sldId="2147483694"/>
            <pc:sldLayoutMk cId="1360323315" sldId="2147483698"/>
          </pc:sldLayoutMkLst>
        </pc:sldLayoutChg>
      </pc:sldMasterChg>
      <pc:sldMasterChg chg="modSp">
        <pc:chgData name="Martin Hardy" userId="18c45b91-9529-4376-afee-15439663c977" providerId="ADAL" clId="{FB31EEB9-871F-4623-8C58-5A69C1F1397D}" dt="2022-09-11T12:58:37.896" v="735"/>
        <pc:sldMasterMkLst>
          <pc:docMk/>
          <pc:sldMasterMk cId="3183902731" sldId="2147483700"/>
        </pc:sldMasterMkLst>
        <pc:picChg chg="mod">
          <ac:chgData name="Martin Hardy" userId="18c45b91-9529-4376-afee-15439663c977" providerId="ADAL" clId="{FB31EEB9-871F-4623-8C58-5A69C1F1397D}" dt="2022-09-11T12:58:37.896" v="735"/>
          <ac:picMkLst>
            <pc:docMk/>
            <pc:sldMasterMk cId="3183902731" sldId="2147483700"/>
            <ac:picMk id="18" creationId="{D2CB7D9C-B51C-4907-932A-DC4BA1C48A19}"/>
          </ac:picMkLst>
        </pc:picChg>
      </pc:sldMasterChg>
      <pc:sldMasterChg chg="addSp modSp">
        <pc:chgData name="Martin Hardy" userId="18c45b91-9529-4376-afee-15439663c977" providerId="ADAL" clId="{FB31EEB9-871F-4623-8C58-5A69C1F1397D}" dt="2022-09-11T12:58:43.896" v="736"/>
        <pc:sldMasterMkLst>
          <pc:docMk/>
          <pc:sldMasterMk cId="847529990" sldId="2147483719"/>
        </pc:sldMasterMkLst>
        <pc:picChg chg="add mod">
          <ac:chgData name="Martin Hardy" userId="18c45b91-9529-4376-afee-15439663c977" providerId="ADAL" clId="{FB31EEB9-871F-4623-8C58-5A69C1F1397D}" dt="2022-09-11T12:58:43.896" v="736"/>
          <ac:picMkLst>
            <pc:docMk/>
            <pc:sldMasterMk cId="847529990" sldId="2147483719"/>
            <ac:picMk id="7" creationId="{068942D7-8F2F-C1B7-D38B-9B7CCDB9049D}"/>
          </ac:picMkLst>
        </pc:picChg>
      </pc:sldMasterChg>
      <pc:sldMasterChg chg="addSp modSp">
        <pc:chgData name="Martin Hardy" userId="18c45b91-9529-4376-afee-15439663c977" providerId="ADAL" clId="{FB31EEB9-871F-4623-8C58-5A69C1F1397D}" dt="2022-09-11T12:58:50.496" v="737"/>
        <pc:sldMasterMkLst>
          <pc:docMk/>
          <pc:sldMasterMk cId="2453046026" sldId="2147483737"/>
        </pc:sldMasterMkLst>
        <pc:picChg chg="add mod">
          <ac:chgData name="Martin Hardy" userId="18c45b91-9529-4376-afee-15439663c977" providerId="ADAL" clId="{FB31EEB9-871F-4623-8C58-5A69C1F1397D}" dt="2022-09-11T12:58:50.496" v="737"/>
          <ac:picMkLst>
            <pc:docMk/>
            <pc:sldMasterMk cId="2453046026" sldId="2147483737"/>
            <ac:picMk id="7" creationId="{7CF48ECD-101D-C1A2-79DB-313065461DB7}"/>
          </ac:picMkLst>
        </pc:picChg>
      </pc:sldMasterChg>
    </pc:docChg>
  </pc:docChgLst>
  <pc:docChgLst>
    <pc:chgData name="Christopher Coulombe" userId="a998e8d0-2d43-4621-ac06-202b3484f264" providerId="ADAL" clId="{0E9B1BDA-7A6B-4C66-B183-C3E1FBF15CB8}"/>
    <pc:docChg chg="undo redo custSel addSld delSld modSld delMainMaster">
      <pc:chgData name="Christopher Coulombe" userId="a998e8d0-2d43-4621-ac06-202b3484f264" providerId="ADAL" clId="{0E9B1BDA-7A6B-4C66-B183-C3E1FBF15CB8}" dt="2023-09-18T16:47:59.123" v="159" actId="2696"/>
      <pc:docMkLst>
        <pc:docMk/>
      </pc:docMkLst>
      <pc:sldChg chg="modSp mod">
        <pc:chgData name="Christopher Coulombe" userId="a998e8d0-2d43-4621-ac06-202b3484f264" providerId="ADAL" clId="{0E9B1BDA-7A6B-4C66-B183-C3E1FBF15CB8}" dt="2023-09-12T01:25:40.949" v="158" actId="6549"/>
        <pc:sldMkLst>
          <pc:docMk/>
          <pc:sldMk cId="2281852327" sldId="257"/>
        </pc:sldMkLst>
        <pc:spChg chg="mod">
          <ac:chgData name="Christopher Coulombe" userId="a998e8d0-2d43-4621-ac06-202b3484f264" providerId="ADAL" clId="{0E9B1BDA-7A6B-4C66-B183-C3E1FBF15CB8}" dt="2023-09-12T01:25:40.949" v="158" actId="6549"/>
          <ac:spMkLst>
            <pc:docMk/>
            <pc:sldMk cId="2281852327" sldId="257"/>
            <ac:spMk id="3" creationId="{7A40A975-3DD2-42E4-80DA-D70600175824}"/>
          </ac:spMkLst>
        </pc:spChg>
      </pc:sldChg>
      <pc:sldChg chg="modSp mod">
        <pc:chgData name="Christopher Coulombe" userId="a998e8d0-2d43-4621-ac06-202b3484f264" providerId="ADAL" clId="{0E9B1BDA-7A6B-4C66-B183-C3E1FBF15CB8}" dt="2023-09-12T01:15:39.045" v="117" actId="20577"/>
        <pc:sldMkLst>
          <pc:docMk/>
          <pc:sldMk cId="436769087" sldId="258"/>
        </pc:sldMkLst>
        <pc:spChg chg="mod">
          <ac:chgData name="Christopher Coulombe" userId="a998e8d0-2d43-4621-ac06-202b3484f264" providerId="ADAL" clId="{0E9B1BDA-7A6B-4C66-B183-C3E1FBF15CB8}" dt="2023-09-12T01:15:39.045" v="117" actId="20577"/>
          <ac:spMkLst>
            <pc:docMk/>
            <pc:sldMk cId="436769087" sldId="258"/>
            <ac:spMk id="4" creationId="{95943749-239C-43CB-AF93-4954CABE46C2}"/>
          </ac:spMkLst>
        </pc:spChg>
      </pc:sldChg>
      <pc:sldChg chg="addSp delSp modSp add del mod modClrScheme chgLayout">
        <pc:chgData name="Christopher Coulombe" userId="a998e8d0-2d43-4621-ac06-202b3484f264" providerId="ADAL" clId="{0E9B1BDA-7A6B-4C66-B183-C3E1FBF15CB8}" dt="2023-09-12T01:11:35.267" v="96"/>
        <pc:sldMkLst>
          <pc:docMk/>
          <pc:sldMk cId="516294894" sldId="263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516294894" sldId="263"/>
            <ac:spMk id="2" creationId="{EFEC1B32-5AF7-47A8-A9A7-4C02ABE752AD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516294894" sldId="263"/>
            <ac:spMk id="3" creationId="{69D40299-32F4-C818-E592-BBB7E95BBA52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516294894" sldId="263"/>
            <ac:spMk id="7" creationId="{7112BE7C-1C1B-4F5A-B20E-6478BD5B0E10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516294894" sldId="263"/>
            <ac:picMk id="5" creationId="{3F81FE94-856C-C464-F13C-4668998EF4E7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516294894" sldId="263"/>
            <ac:picMk id="6" creationId="{3073E581-DAF5-4EF6-8F10-EC4C0E773150}"/>
          </ac:picMkLst>
        </pc:picChg>
      </pc:sldChg>
      <pc:sldChg chg="addSp delSp modSp add del mod modClrScheme chgLayout">
        <pc:chgData name="Christopher Coulombe" userId="a998e8d0-2d43-4621-ac06-202b3484f264" providerId="ADAL" clId="{0E9B1BDA-7A6B-4C66-B183-C3E1FBF15CB8}" dt="2023-09-12T01:11:35.267" v="96"/>
        <pc:sldMkLst>
          <pc:docMk/>
          <pc:sldMk cId="1823844879" sldId="264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823844879" sldId="264"/>
            <ac:spMk id="2" creationId="{032431EE-1582-4D5E-AD33-F3FD6B31852D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1823844879" sldId="264"/>
            <ac:spMk id="3" creationId="{C2DEA3BA-EB67-ADFA-78CF-56CBD61160BF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823844879" sldId="264"/>
            <ac:spMk id="5" creationId="{F681FAB0-513F-44EC-8748-15CEEE16FB9F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1823844879" sldId="264"/>
            <ac:picMk id="6" creationId="{322C097A-B3D2-4C70-BBC0-DE6F8902B4EA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1823844879" sldId="264"/>
            <ac:picMk id="9" creationId="{E7FCF49A-90EC-EE50-C1DC-8D061B42C444}"/>
          </ac:picMkLst>
        </pc:picChg>
      </pc:sldChg>
      <pc:sldChg chg="modSp add del mod modClrScheme chgLayout">
        <pc:chgData name="Christopher Coulombe" userId="a998e8d0-2d43-4621-ac06-202b3484f264" providerId="ADAL" clId="{0E9B1BDA-7A6B-4C66-B183-C3E1FBF15CB8}" dt="2023-09-12T01:11:35.267" v="96"/>
        <pc:sldMkLst>
          <pc:docMk/>
          <pc:sldMk cId="398004097" sldId="265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98004097" sldId="265"/>
            <ac:spMk id="2" creationId="{444CF486-664F-4F0E-931F-12127F466448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98004097" sldId="265"/>
            <ac:spMk id="3" creationId="{5DD100AC-B5ED-472C-A7BC-07E69D70D178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98004097" sldId="265"/>
            <ac:spMk id="5" creationId="{4AB42451-9BCE-4BF1-8B46-6F0631F6103C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98004097" sldId="265"/>
            <ac:picMk id="8" creationId="{4F74FF4D-5A67-4F46-36E8-64D488AE5B7C}"/>
          </ac:picMkLst>
        </pc:picChg>
      </pc:sldChg>
      <pc:sldChg chg="addSp delSp modSp add del mod setBg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2725802250" sldId="266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2725802250" sldId="266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2725802250" sldId="266"/>
            <ac:spMk id="3" creationId="{D6CF09FB-EA55-44C4-75E8-FFB654CE64A9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2725802250" sldId="266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2725802250" sldId="266"/>
            <ac:picMk id="7" creationId="{BD0EE51C-5396-8B47-7FE2-CA6CF48FD63D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2725802250" sldId="266"/>
            <ac:picMk id="18" creationId="{A1390045-6256-40C5-B2C0-CEBC4D075AE6}"/>
          </ac:picMkLst>
        </pc:picChg>
      </pc:sldChg>
      <pc:sldChg chg="del">
        <pc:chgData name="Christopher Coulombe" userId="a998e8d0-2d43-4621-ac06-202b3484f264" providerId="ADAL" clId="{0E9B1BDA-7A6B-4C66-B183-C3E1FBF15CB8}" dt="2023-09-12T01:12:27.422" v="108" actId="2696"/>
        <pc:sldMkLst>
          <pc:docMk/>
          <pc:sldMk cId="572054632" sldId="270"/>
        </pc:sldMkLst>
      </pc:sldChg>
      <pc:sldChg chg="add del">
        <pc:chgData name="Christopher Coulombe" userId="a998e8d0-2d43-4621-ac06-202b3484f264" providerId="ADAL" clId="{0E9B1BDA-7A6B-4C66-B183-C3E1FBF15CB8}" dt="2023-09-12T01:12:00.919" v="99" actId="2696"/>
        <pc:sldMkLst>
          <pc:docMk/>
          <pc:sldMk cId="842991506" sldId="276"/>
        </pc:sldMkLst>
      </pc:sldChg>
      <pc:sldChg chg="modSp add del mod">
        <pc:chgData name="Christopher Coulombe" userId="a998e8d0-2d43-4621-ac06-202b3484f264" providerId="ADAL" clId="{0E9B1BDA-7A6B-4C66-B183-C3E1FBF15CB8}" dt="2023-09-12T01:10:56.571" v="87"/>
        <pc:sldMkLst>
          <pc:docMk/>
          <pc:sldMk cId="1848492572" sldId="276"/>
        </pc:sldMkLst>
        <pc:spChg chg="mod">
          <ac:chgData name="Christopher Coulombe" userId="a998e8d0-2d43-4621-ac06-202b3484f264" providerId="ADAL" clId="{0E9B1BDA-7A6B-4C66-B183-C3E1FBF15CB8}" dt="2023-09-12T01:10:55.972" v="86" actId="20577"/>
          <ac:spMkLst>
            <pc:docMk/>
            <pc:sldMk cId="1848492572" sldId="276"/>
            <ac:spMk id="5" creationId="{EB843271-A768-4AB4-92F3-46C70E5D601F}"/>
          </ac:spMkLst>
        </pc:spChg>
      </pc:sldChg>
      <pc:sldChg chg="modSp add del mod">
        <pc:chgData name="Christopher Coulombe" userId="a998e8d0-2d43-4621-ac06-202b3484f264" providerId="ADAL" clId="{0E9B1BDA-7A6B-4C66-B183-C3E1FBF15CB8}" dt="2023-09-12T01:14:20.657" v="109" actId="47"/>
        <pc:sldMkLst>
          <pc:docMk/>
          <pc:sldMk cId="2933200346" sldId="276"/>
        </pc:sldMkLst>
        <pc:spChg chg="mod">
          <ac:chgData name="Christopher Coulombe" userId="a998e8d0-2d43-4621-ac06-202b3484f264" providerId="ADAL" clId="{0E9B1BDA-7A6B-4C66-B183-C3E1FBF15CB8}" dt="2023-09-12T01:12:08.723" v="102" actId="20577"/>
          <ac:spMkLst>
            <pc:docMk/>
            <pc:sldMk cId="2933200346" sldId="276"/>
            <ac:spMk id="5" creationId="{EB843271-A768-4AB4-92F3-46C70E5D601F}"/>
          </ac:spMkLst>
        </pc:spChg>
      </pc:sldChg>
      <pc:sldChg chg="add">
        <pc:chgData name="Christopher Coulombe" userId="a998e8d0-2d43-4621-ac06-202b3484f264" providerId="ADAL" clId="{0E9B1BDA-7A6B-4C66-B183-C3E1FBF15CB8}" dt="2023-09-12T01:12:05.040" v="100"/>
        <pc:sldMkLst>
          <pc:docMk/>
          <pc:sldMk cId="10661461" sldId="277"/>
        </pc:sldMkLst>
      </pc:sldChg>
      <pc:sldChg chg="add del">
        <pc:chgData name="Christopher Coulombe" userId="a998e8d0-2d43-4621-ac06-202b3484f264" providerId="ADAL" clId="{0E9B1BDA-7A6B-4C66-B183-C3E1FBF15CB8}" dt="2023-09-12T01:12:00.919" v="99" actId="2696"/>
        <pc:sldMkLst>
          <pc:docMk/>
          <pc:sldMk cId="1886529869" sldId="277"/>
        </pc:sldMkLst>
      </pc:sldChg>
      <pc:sldChg chg="add del">
        <pc:chgData name="Christopher Coulombe" userId="a998e8d0-2d43-4621-ac06-202b3484f264" providerId="ADAL" clId="{0E9B1BDA-7A6B-4C66-B183-C3E1FBF15CB8}" dt="2023-09-12T01:10:56.571" v="87"/>
        <pc:sldMkLst>
          <pc:docMk/>
          <pc:sldMk cId="3155079237" sldId="277"/>
        </pc:sldMkLst>
      </pc:sldChg>
      <pc:sldChg chg="del">
        <pc:chgData name="Christopher Coulombe" userId="a998e8d0-2d43-4621-ac06-202b3484f264" providerId="ADAL" clId="{0E9B1BDA-7A6B-4C66-B183-C3E1FBF15CB8}" dt="2023-09-12T01:12:27.422" v="108" actId="2696"/>
        <pc:sldMkLst>
          <pc:docMk/>
          <pc:sldMk cId="2425671808" sldId="284"/>
        </pc:sldMkLst>
      </pc:sldChg>
      <pc:sldChg chg="add del">
        <pc:chgData name="Christopher Coulombe" userId="a998e8d0-2d43-4621-ac06-202b3484f264" providerId="ADAL" clId="{0E9B1BDA-7A6B-4C66-B183-C3E1FBF15CB8}" dt="2023-09-12T01:11:43.213" v="97" actId="47"/>
        <pc:sldMkLst>
          <pc:docMk/>
          <pc:sldMk cId="1474727850" sldId="288"/>
        </pc:sldMkLst>
      </pc:sldChg>
      <pc:sldChg chg="add del">
        <pc:chgData name="Christopher Coulombe" userId="a998e8d0-2d43-4621-ac06-202b3484f264" providerId="ADAL" clId="{0E9B1BDA-7A6B-4C66-B183-C3E1FBF15CB8}" dt="2023-09-12T01:10:57.903" v="89"/>
        <pc:sldMkLst>
          <pc:docMk/>
          <pc:sldMk cId="3849819999" sldId="288"/>
        </pc:sldMkLst>
      </pc:sldChg>
      <pc:sldChg chg="add del">
        <pc:chgData name="Christopher Coulombe" userId="a998e8d0-2d43-4621-ac06-202b3484f264" providerId="ADAL" clId="{0E9B1BDA-7A6B-4C66-B183-C3E1FBF15CB8}" dt="2023-09-12T01:10:56.571" v="87"/>
        <pc:sldMkLst>
          <pc:docMk/>
          <pc:sldMk cId="931213026" sldId="289"/>
        </pc:sldMkLst>
      </pc:sldChg>
      <pc:sldChg chg="add del">
        <pc:chgData name="Christopher Coulombe" userId="a998e8d0-2d43-4621-ac06-202b3484f264" providerId="ADAL" clId="{0E9B1BDA-7A6B-4C66-B183-C3E1FBF15CB8}" dt="2023-09-12T01:12:00.919" v="99" actId="2696"/>
        <pc:sldMkLst>
          <pc:docMk/>
          <pc:sldMk cId="2088179270" sldId="289"/>
        </pc:sldMkLst>
      </pc:sldChg>
      <pc:sldChg chg="add">
        <pc:chgData name="Christopher Coulombe" userId="a998e8d0-2d43-4621-ac06-202b3484f264" providerId="ADAL" clId="{0E9B1BDA-7A6B-4C66-B183-C3E1FBF15CB8}" dt="2023-09-12T01:12:05.040" v="100"/>
        <pc:sldMkLst>
          <pc:docMk/>
          <pc:sldMk cId="3891653456" sldId="289"/>
        </pc:sldMkLst>
      </pc:sldChg>
      <pc:sldChg chg="addSp delSp modSp add del mod setBg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2115215066" sldId="291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2115215066" sldId="291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2115215066" sldId="291"/>
            <ac:spMk id="3" creationId="{0C11511B-B18B-29B4-79FC-60F5ACC3FF9D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2115215066" sldId="291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2115215066" sldId="291"/>
            <ac:picMk id="5" creationId="{D3CE721F-5A63-4238-B065-FD6C00A2DFA8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2115215066" sldId="291"/>
            <ac:picMk id="7" creationId="{3FBC3AC9-960C-7DFB-D84B-EC60D1349563}"/>
          </ac:picMkLst>
        </pc:picChg>
      </pc:sldChg>
      <pc:sldChg chg="addSp delSp modSp add del mod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3820390089" sldId="292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820390089" sldId="292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3820390089" sldId="292"/>
            <ac:spMk id="3" creationId="{9F87326C-18B9-91C1-6A95-13B9525FCEAD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820390089" sldId="292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820390089" sldId="292"/>
            <ac:picMk id="6" creationId="{3BE77BC9-EDA3-0F0A-AA1D-9299A8C74C10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820390089" sldId="292"/>
            <ac:picMk id="7" creationId="{E9924B5B-A721-4E4C-8C7C-69F72B272B11}"/>
          </ac:picMkLst>
        </pc:picChg>
      </pc:sldChg>
      <pc:sldChg chg="modSp add del mod setBg modClrScheme chgLayout">
        <pc:chgData name="Christopher Coulombe" userId="a998e8d0-2d43-4621-ac06-202b3484f264" providerId="ADAL" clId="{0E9B1BDA-7A6B-4C66-B183-C3E1FBF15CB8}" dt="2023-09-12T01:11:35.267" v="96"/>
        <pc:sldMkLst>
          <pc:docMk/>
          <pc:sldMk cId="1073388253" sldId="296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073388253" sldId="296"/>
            <ac:spMk id="2" creationId="{68B575DB-41D5-401C-88FB-7C93BE7B54D8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073388253" sldId="296"/>
            <ac:spMk id="3" creationId="{9C7B752F-DB8D-4CE1-B158-CFF711263456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073388253" sldId="296"/>
            <ac:spMk id="5" creationId="{4F3045AF-29D9-4E4F-90A6-9F76881C63F8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1073388253" sldId="296"/>
            <ac:picMk id="10" creationId="{4195B08E-64CC-566E-3319-5CDEA2BD8B55}"/>
          </ac:picMkLst>
        </pc:picChg>
      </pc:sldChg>
      <pc:sldChg chg="del">
        <pc:chgData name="Christopher Coulombe" userId="a998e8d0-2d43-4621-ac06-202b3484f264" providerId="ADAL" clId="{0E9B1BDA-7A6B-4C66-B183-C3E1FBF15CB8}" dt="2023-09-12T01:12:27.422" v="108" actId="2696"/>
        <pc:sldMkLst>
          <pc:docMk/>
          <pc:sldMk cId="178198611" sldId="297"/>
        </pc:sldMkLst>
      </pc:sldChg>
      <pc:sldChg chg="del">
        <pc:chgData name="Christopher Coulombe" userId="a998e8d0-2d43-4621-ac06-202b3484f264" providerId="ADAL" clId="{0E9B1BDA-7A6B-4C66-B183-C3E1FBF15CB8}" dt="2023-09-12T01:12:27.422" v="108" actId="2696"/>
        <pc:sldMkLst>
          <pc:docMk/>
          <pc:sldMk cId="2284316722" sldId="298"/>
        </pc:sldMkLst>
      </pc:sldChg>
      <pc:sldChg chg="del">
        <pc:chgData name="Christopher Coulombe" userId="a998e8d0-2d43-4621-ac06-202b3484f264" providerId="ADAL" clId="{0E9B1BDA-7A6B-4C66-B183-C3E1FBF15CB8}" dt="2023-09-12T01:12:27.422" v="108" actId="2696"/>
        <pc:sldMkLst>
          <pc:docMk/>
          <pc:sldMk cId="1064017932" sldId="302"/>
        </pc:sldMkLst>
      </pc:sldChg>
      <pc:sldChg chg="modSp">
        <pc:chgData name="Christopher Coulombe" userId="a998e8d0-2d43-4621-ac06-202b3484f264" providerId="ADAL" clId="{0E9B1BDA-7A6B-4C66-B183-C3E1FBF15CB8}" dt="2023-09-12T01:16:24.447" v="124" actId="20577"/>
        <pc:sldMkLst>
          <pc:docMk/>
          <pc:sldMk cId="1638555495" sldId="303"/>
        </pc:sldMkLst>
        <pc:graphicFrameChg chg="mod">
          <ac:chgData name="Christopher Coulombe" userId="a998e8d0-2d43-4621-ac06-202b3484f264" providerId="ADAL" clId="{0E9B1BDA-7A6B-4C66-B183-C3E1FBF15CB8}" dt="2023-09-12T01:16:24.447" v="124" actId="20577"/>
          <ac:graphicFrameMkLst>
            <pc:docMk/>
            <pc:sldMk cId="1638555495" sldId="303"/>
            <ac:graphicFrameMk id="5" creationId="{722F24D7-6EC7-4EB3-9B1E-A70E422E58CA}"/>
          </ac:graphicFrameMkLst>
        </pc:graphicFrameChg>
      </pc:sldChg>
      <pc:sldChg chg="add del">
        <pc:chgData name="Christopher Coulombe" userId="a998e8d0-2d43-4621-ac06-202b3484f264" providerId="ADAL" clId="{0E9B1BDA-7A6B-4C66-B183-C3E1FBF15CB8}" dt="2023-09-12T01:11:43.213" v="97" actId="47"/>
        <pc:sldMkLst>
          <pc:docMk/>
          <pc:sldMk cId="2165126463" sldId="305"/>
        </pc:sldMkLst>
      </pc:sldChg>
      <pc:sldChg chg="add del">
        <pc:chgData name="Christopher Coulombe" userId="a998e8d0-2d43-4621-ac06-202b3484f264" providerId="ADAL" clId="{0E9B1BDA-7A6B-4C66-B183-C3E1FBF15CB8}" dt="2023-09-12T01:10:57.903" v="89"/>
        <pc:sldMkLst>
          <pc:docMk/>
          <pc:sldMk cId="2944009010" sldId="305"/>
        </pc:sldMkLst>
      </pc:sldChg>
      <pc:sldChg chg="add del">
        <pc:chgData name="Christopher Coulombe" userId="a998e8d0-2d43-4621-ac06-202b3484f264" providerId="ADAL" clId="{0E9B1BDA-7A6B-4C66-B183-C3E1FBF15CB8}" dt="2023-09-12T01:10:57.903" v="89"/>
        <pc:sldMkLst>
          <pc:docMk/>
          <pc:sldMk cId="662146024" sldId="306"/>
        </pc:sldMkLst>
      </pc:sldChg>
      <pc:sldChg chg="add del">
        <pc:chgData name="Christopher Coulombe" userId="a998e8d0-2d43-4621-ac06-202b3484f264" providerId="ADAL" clId="{0E9B1BDA-7A6B-4C66-B183-C3E1FBF15CB8}" dt="2023-09-12T01:11:49.194" v="98" actId="47"/>
        <pc:sldMkLst>
          <pc:docMk/>
          <pc:sldMk cId="4246239074" sldId="306"/>
        </pc:sldMkLst>
      </pc:sldChg>
      <pc:sldChg chg="modSp mod">
        <pc:chgData name="Christopher Coulombe" userId="a998e8d0-2d43-4621-ac06-202b3484f264" providerId="ADAL" clId="{0E9B1BDA-7A6B-4C66-B183-C3E1FBF15CB8}" dt="2023-09-12T01:15:45.547" v="119" actId="20577"/>
        <pc:sldMkLst>
          <pc:docMk/>
          <pc:sldMk cId="3342814045" sldId="310"/>
        </pc:sldMkLst>
        <pc:spChg chg="mod">
          <ac:chgData name="Christopher Coulombe" userId="a998e8d0-2d43-4621-ac06-202b3484f264" providerId="ADAL" clId="{0E9B1BDA-7A6B-4C66-B183-C3E1FBF15CB8}" dt="2023-09-12T01:15:45.547" v="119" actId="20577"/>
          <ac:spMkLst>
            <pc:docMk/>
            <pc:sldMk cId="3342814045" sldId="310"/>
            <ac:spMk id="2" creationId="{FEAC9716-6FD1-CABC-7D8F-04FD349618B8}"/>
          </ac:spMkLst>
        </pc:spChg>
      </pc:sldChg>
      <pc:sldChg chg="modSp mod">
        <pc:chgData name="Christopher Coulombe" userId="a998e8d0-2d43-4621-ac06-202b3484f264" providerId="ADAL" clId="{0E9B1BDA-7A6B-4C66-B183-C3E1FBF15CB8}" dt="2023-09-12T00:27:47.126" v="6" actId="20577"/>
        <pc:sldMkLst>
          <pc:docMk/>
          <pc:sldMk cId="2866351807" sldId="311"/>
        </pc:sldMkLst>
        <pc:spChg chg="mod">
          <ac:chgData name="Christopher Coulombe" userId="a998e8d0-2d43-4621-ac06-202b3484f264" providerId="ADAL" clId="{0E9B1BDA-7A6B-4C66-B183-C3E1FBF15CB8}" dt="2023-09-12T00:27:47.126" v="6" actId="20577"/>
          <ac:spMkLst>
            <pc:docMk/>
            <pc:sldMk cId="2866351807" sldId="311"/>
            <ac:spMk id="9" creationId="{761A1BC6-4561-6714-A344-36713DD72171}"/>
          </ac:spMkLst>
        </pc:spChg>
      </pc:sldChg>
      <pc:sldChg chg="addSp delSp modSp add del mod modClrScheme chgLayout">
        <pc:chgData name="Christopher Coulombe" userId="a998e8d0-2d43-4621-ac06-202b3484f264" providerId="ADAL" clId="{0E9B1BDA-7A6B-4C66-B183-C3E1FBF15CB8}" dt="2023-09-12T01:11:09.884" v="95"/>
        <pc:sldMkLst>
          <pc:docMk/>
          <pc:sldMk cId="1022554360" sldId="313"/>
        </pc:sldMkLst>
        <pc:spChg chg="add del mod ord">
          <ac:chgData name="Christopher Coulombe" userId="a998e8d0-2d43-4621-ac06-202b3484f264" providerId="ADAL" clId="{0E9B1BDA-7A6B-4C66-B183-C3E1FBF15CB8}" dt="2023-09-12T01:09:27.322" v="73" actId="700"/>
          <ac:spMkLst>
            <pc:docMk/>
            <pc:sldMk cId="1022554360" sldId="313"/>
            <ac:spMk id="2" creationId="{88F2C47A-0370-E7F3-3831-130A52CA99AB}"/>
          </ac:spMkLst>
        </pc:spChg>
        <pc:spChg chg="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1022554360" sldId="313"/>
            <ac:spMk id="3" creationId="{62D3DED9-8C6C-4205-AA46-F4ACD191766B}"/>
          </ac:spMkLst>
        </pc:spChg>
        <pc:spChg chg="mod ord">
          <ac:chgData name="Christopher Coulombe" userId="a998e8d0-2d43-4621-ac06-202b3484f264" providerId="ADAL" clId="{0E9B1BDA-7A6B-4C66-B183-C3E1FBF15CB8}" dt="2023-09-12T01:11:09.471" v="94" actId="20577"/>
          <ac:spMkLst>
            <pc:docMk/>
            <pc:sldMk cId="1022554360" sldId="313"/>
            <ac:spMk id="4" creationId="{95943749-239C-43CB-AF93-4954CABE46C2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1022554360" sldId="313"/>
            <ac:spMk id="5" creationId="{AE6B9066-88B4-4E51-A43B-31B99EDC4F15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1022554360" sldId="313"/>
            <ac:spMk id="6" creationId="{0D21A577-5E73-238F-5A1E-19B6F699255D}"/>
          </ac:spMkLst>
        </pc:spChg>
      </pc:sldChg>
      <pc:sldChg chg="modSp add mod">
        <pc:chgData name="Christopher Coulombe" userId="a998e8d0-2d43-4621-ac06-202b3484f264" providerId="ADAL" clId="{0E9B1BDA-7A6B-4C66-B183-C3E1FBF15CB8}" dt="2023-09-12T01:14:31.782" v="111" actId="20577"/>
        <pc:sldMkLst>
          <pc:docMk/>
          <pc:sldMk cId="2349433453" sldId="313"/>
        </pc:sldMkLst>
        <pc:spChg chg="mod">
          <ac:chgData name="Christopher Coulombe" userId="a998e8d0-2d43-4621-ac06-202b3484f264" providerId="ADAL" clId="{0E9B1BDA-7A6B-4C66-B183-C3E1FBF15CB8}" dt="2023-09-12T01:14:31.782" v="111" actId="20577"/>
          <ac:spMkLst>
            <pc:docMk/>
            <pc:sldMk cId="2349433453" sldId="313"/>
            <ac:spMk id="4" creationId="{95943749-239C-43CB-AF93-4954CABE46C2}"/>
          </ac:spMkLst>
        </pc:spChg>
      </pc:sldChg>
      <pc:sldChg chg="addSp delSp modSp add del mod modClrScheme chgLayout">
        <pc:chgData name="Christopher Coulombe" userId="a998e8d0-2d43-4621-ac06-202b3484f264" providerId="ADAL" clId="{0E9B1BDA-7A6B-4C66-B183-C3E1FBF15CB8}" dt="2023-09-12T01:11:35.267" v="96"/>
        <pc:sldMkLst>
          <pc:docMk/>
          <pc:sldMk cId="2239944052" sldId="314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2239944052" sldId="314"/>
            <ac:spMk id="2" creationId="{EFEC1B32-5AF7-47A8-A9A7-4C02ABE752AD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2239944052" sldId="314"/>
            <ac:spMk id="3" creationId="{CB31543B-38AA-05DE-2410-32A612629E23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2239944052" sldId="314"/>
            <ac:spMk id="8" creationId="{ABF0DFDD-A911-4AC2-943D-A3A8183372E2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2239944052" sldId="314"/>
            <ac:picMk id="5" creationId="{97EDA907-E474-0B30-02C7-97F143278065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2239944052" sldId="314"/>
            <ac:picMk id="9" creationId="{33124426-1DB1-4645-B5C9-0FBB9D37AE5D}"/>
          </ac:picMkLst>
        </pc:picChg>
      </pc:sldChg>
      <pc:sldChg chg="addSp delSp modSp add del mod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4021945447" sldId="315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4021945447" sldId="315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4021945447" sldId="315"/>
            <ac:spMk id="3" creationId="{1D59F460-D339-6375-F4CE-2BF58C995D8B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4021945447" sldId="315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4021945447" sldId="315"/>
            <ac:picMk id="5" creationId="{8A401C21-2EA4-4738-815B-FF3D358222E5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4021945447" sldId="315"/>
            <ac:picMk id="7" creationId="{3E841B69-2A6A-02D2-5B71-CB3D32FC52C5}"/>
          </ac:picMkLst>
        </pc:picChg>
      </pc:sldChg>
      <pc:sldChg chg="addSp delSp modSp add del mod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3992565309" sldId="316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992565309" sldId="316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3992565309" sldId="316"/>
            <ac:spMk id="3" creationId="{2E0E67FE-284E-199F-295B-8E2FD6E69C61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992565309" sldId="316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992565309" sldId="316"/>
            <ac:picMk id="6" creationId="{9D536A6F-8730-3522-59BE-87B6518B1775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992565309" sldId="316"/>
            <ac:picMk id="10" creationId="{CD04147B-970A-4A0E-A475-5EA896728545}"/>
          </ac:picMkLst>
        </pc:picChg>
      </pc:sldChg>
      <pc:sldChg chg="addSp delSp modSp add del mod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3488364706" sldId="317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488364706" sldId="317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3488364706" sldId="317"/>
            <ac:spMk id="3" creationId="{3E3FBDC4-6047-4CE3-1DD4-8646BA98ACF5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3488364706" sldId="317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488364706" sldId="317"/>
            <ac:picMk id="5" creationId="{2D2C38A3-9995-4D4F-865E-B8323918E67B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3488364706" sldId="317"/>
            <ac:picMk id="7" creationId="{92974706-A73C-884A-9174-66F6366A49E4}"/>
          </ac:picMkLst>
        </pc:picChg>
      </pc:sldChg>
      <pc:sldChg chg="addSp delSp modSp add del mod modClrScheme chgLayout">
        <pc:chgData name="Christopher Coulombe" userId="a998e8d0-2d43-4621-ac06-202b3484f264" providerId="ADAL" clId="{0E9B1BDA-7A6B-4C66-B183-C3E1FBF15CB8}" dt="2023-09-18T16:47:59.123" v="159" actId="2696"/>
        <pc:sldMkLst>
          <pc:docMk/>
          <pc:sldMk cId="1477450016" sldId="318"/>
        </pc:sldMkLst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477450016" sldId="318"/>
            <ac:spMk id="2" creationId="{82084410-8BE2-4F3C-8615-BE2535801756}"/>
          </ac:spMkLst>
        </pc:spChg>
        <pc:spChg chg="add del mod ord">
          <ac:chgData name="Christopher Coulombe" userId="a998e8d0-2d43-4621-ac06-202b3484f264" providerId="ADAL" clId="{0E9B1BDA-7A6B-4C66-B183-C3E1FBF15CB8}" dt="2023-09-12T01:10:08.613" v="80" actId="700"/>
          <ac:spMkLst>
            <pc:docMk/>
            <pc:sldMk cId="1477450016" sldId="318"/>
            <ac:spMk id="3" creationId="{A825EC6E-4FE7-E98A-4767-A9DF10736EAD}"/>
          </ac:spMkLst>
        </pc:spChg>
        <pc:spChg chg="mod ord">
          <ac:chgData name="Christopher Coulombe" userId="a998e8d0-2d43-4621-ac06-202b3484f264" providerId="ADAL" clId="{0E9B1BDA-7A6B-4C66-B183-C3E1FBF15CB8}" dt="2023-09-12T01:10:29.207" v="82" actId="700"/>
          <ac:spMkLst>
            <pc:docMk/>
            <pc:sldMk cId="1477450016" sldId="318"/>
            <ac:spMk id="16" creationId="{929C3FCD-9C8A-4A39-B93E-927AF453BE19}"/>
          </ac:spMkLst>
        </pc:sp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1477450016" sldId="318"/>
            <ac:picMk id="6" creationId="{820C4E6A-5DB9-AB0A-E6AB-91509932B815}"/>
          </ac:picMkLst>
        </pc:picChg>
        <pc:picChg chg="mod ord">
          <ac:chgData name="Christopher Coulombe" userId="a998e8d0-2d43-4621-ac06-202b3484f264" providerId="ADAL" clId="{0E9B1BDA-7A6B-4C66-B183-C3E1FBF15CB8}" dt="2023-09-12T01:10:29.207" v="82" actId="700"/>
          <ac:picMkLst>
            <pc:docMk/>
            <pc:sldMk cId="1477450016" sldId="318"/>
            <ac:picMk id="7" creationId="{238F79FC-EE4A-4E60-BA46-93962CDE3562}"/>
          </ac:picMkLst>
        </pc:picChg>
      </pc:sldChg>
      <pc:sldMasterChg chg="delSldLayout">
        <pc:chgData name="Christopher Coulombe" userId="a998e8d0-2d43-4621-ac06-202b3484f264" providerId="ADAL" clId="{0E9B1BDA-7A6B-4C66-B183-C3E1FBF15CB8}" dt="2023-09-12T01:14:20.657" v="109" actId="47"/>
        <pc:sldMasterMkLst>
          <pc:docMk/>
          <pc:sldMasterMk cId="3666204352" sldId="2147483660"/>
        </pc:sldMasterMkLst>
        <pc:sldLayoutChg chg="del">
          <pc:chgData name="Christopher Coulombe" userId="a998e8d0-2d43-4621-ac06-202b3484f264" providerId="ADAL" clId="{0E9B1BDA-7A6B-4C66-B183-C3E1FBF15CB8}" dt="2023-09-12T01:14:20.657" v="109" actId="47"/>
          <pc:sldLayoutMkLst>
            <pc:docMk/>
            <pc:sldMasterMk cId="3666204352" sldId="2147483660"/>
            <pc:sldLayoutMk cId="3479191958" sldId="2147483717"/>
          </pc:sldLayoutMkLst>
        </pc:sldLayoutChg>
      </pc:sldMasterChg>
      <pc:sldMasterChg chg="del delSldLayout">
        <pc:chgData name="Christopher Coulombe" userId="a998e8d0-2d43-4621-ac06-202b3484f264" providerId="ADAL" clId="{0E9B1BDA-7A6B-4C66-B183-C3E1FBF15CB8}" dt="2023-09-12T01:12:00.919" v="99" actId="2696"/>
        <pc:sldMasterMkLst>
          <pc:docMk/>
          <pc:sldMasterMk cId="847529990" sldId="2147483719"/>
        </pc:sldMasterMkLst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1065988640" sldId="2147483720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1614616821" sldId="2147483721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877907427" sldId="2147483722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814941410" sldId="2147483723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228257067" sldId="2147483724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442538721" sldId="2147483725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2435228870" sldId="2147483726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2334826160" sldId="2147483727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4208818007" sldId="2147483728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3368205070" sldId="2147483729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2606591384" sldId="2147483730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1561068475" sldId="2147483731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1384521577" sldId="2147483732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266031826" sldId="2147483733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801310199" sldId="2147483734"/>
          </pc:sldLayoutMkLst>
        </pc:sldLayoutChg>
        <pc:sldLayoutChg chg="del">
          <pc:chgData name="Christopher Coulombe" userId="a998e8d0-2d43-4621-ac06-202b3484f264" providerId="ADAL" clId="{0E9B1BDA-7A6B-4C66-B183-C3E1FBF15CB8}" dt="2023-09-12T01:12:00.919" v="99" actId="2696"/>
          <pc:sldLayoutMkLst>
            <pc:docMk/>
            <pc:sldMasterMk cId="847529990" sldId="2147483719"/>
            <pc:sldLayoutMk cId="1326536578" sldId="2147483735"/>
          </pc:sldLayoutMkLst>
        </pc:sldLayoutChg>
      </pc:sldMasterChg>
    </pc:docChg>
  </pc:docChgLst>
  <pc:docChgLst>
    <pc:chgData name="Christopher Coulombe" userId="a998e8d0-2d43-4621-ac06-202b3484f264" providerId="ADAL" clId="{CA6B8E1E-14FB-4A0D-A9AF-B2829FD5B6E6}"/>
    <pc:docChg chg="undo custSel addSld delSld modSld">
      <pc:chgData name="Christopher Coulombe" userId="a998e8d0-2d43-4621-ac06-202b3484f264" providerId="ADAL" clId="{CA6B8E1E-14FB-4A0D-A9AF-B2829FD5B6E6}" dt="2024-09-16T18:41:04.470" v="481" actId="255"/>
      <pc:docMkLst>
        <pc:docMk/>
      </pc:docMkLst>
      <pc:sldChg chg="addSp delSp modSp add mod delAnim">
        <pc:chgData name="Christopher Coulombe" userId="a998e8d0-2d43-4621-ac06-202b3484f264" providerId="ADAL" clId="{CA6B8E1E-14FB-4A0D-A9AF-B2829FD5B6E6}" dt="2024-09-16T18:37:18.273" v="238" actId="20577"/>
        <pc:sldMkLst>
          <pc:docMk/>
          <pc:sldMk cId="1354557046" sldId="315"/>
        </pc:sldMkLst>
        <pc:spChg chg="mod">
          <ac:chgData name="Christopher Coulombe" userId="a998e8d0-2d43-4621-ac06-202b3484f264" providerId="ADAL" clId="{CA6B8E1E-14FB-4A0D-A9AF-B2829FD5B6E6}" dt="2024-09-16T18:18:41.147" v="49" actId="20577"/>
          <ac:spMkLst>
            <pc:docMk/>
            <pc:sldMk cId="1354557046" sldId="315"/>
            <ac:spMk id="2" creationId="{68B575DB-41D5-401C-88FB-7C93BE7B54D8}"/>
          </ac:spMkLst>
        </pc:spChg>
        <pc:spChg chg="mod">
          <ac:chgData name="Christopher Coulombe" userId="a998e8d0-2d43-4621-ac06-202b3484f264" providerId="ADAL" clId="{CA6B8E1E-14FB-4A0D-A9AF-B2829FD5B6E6}" dt="2024-09-16T18:37:18.273" v="238" actId="20577"/>
          <ac:spMkLst>
            <pc:docMk/>
            <pc:sldMk cId="1354557046" sldId="315"/>
            <ac:spMk id="3" creationId="{9C7B752F-DB8D-4CE1-B158-CFF711263456}"/>
          </ac:spMkLst>
        </pc:spChg>
        <pc:spChg chg="add mod">
          <ac:chgData name="Christopher Coulombe" userId="a998e8d0-2d43-4621-ac06-202b3484f264" providerId="ADAL" clId="{CA6B8E1E-14FB-4A0D-A9AF-B2829FD5B6E6}" dt="2024-09-16T18:36:35.759" v="224" actId="478"/>
          <ac:spMkLst>
            <pc:docMk/>
            <pc:sldMk cId="1354557046" sldId="315"/>
            <ac:spMk id="6" creationId="{211DA980-0B68-F959-21E9-B3EBF8D0FE6E}"/>
          </ac:spMkLst>
        </pc:spChg>
        <pc:picChg chg="add mod">
          <ac:chgData name="Christopher Coulombe" userId="a998e8d0-2d43-4621-ac06-202b3484f264" providerId="ADAL" clId="{CA6B8E1E-14FB-4A0D-A9AF-B2829FD5B6E6}" dt="2024-09-16T18:37:03.929" v="234" actId="14100"/>
          <ac:picMkLst>
            <pc:docMk/>
            <pc:sldMk cId="1354557046" sldId="315"/>
            <ac:picMk id="8" creationId="{6999DAFC-D1E8-4FAB-475D-238944EA0863}"/>
          </ac:picMkLst>
        </pc:picChg>
        <pc:picChg chg="del">
          <ac:chgData name="Christopher Coulombe" userId="a998e8d0-2d43-4621-ac06-202b3484f264" providerId="ADAL" clId="{CA6B8E1E-14FB-4A0D-A9AF-B2829FD5B6E6}" dt="2024-09-16T18:36:35.759" v="224" actId="478"/>
          <ac:picMkLst>
            <pc:docMk/>
            <pc:sldMk cId="1354557046" sldId="315"/>
            <ac:picMk id="10" creationId="{4195B08E-64CC-566E-3319-5CDEA2BD8B55}"/>
          </ac:picMkLst>
        </pc:picChg>
      </pc:sldChg>
      <pc:sldChg chg="addSp delSp modSp add mod">
        <pc:chgData name="Christopher Coulombe" userId="a998e8d0-2d43-4621-ac06-202b3484f264" providerId="ADAL" clId="{CA6B8E1E-14FB-4A0D-A9AF-B2829FD5B6E6}" dt="2024-09-16T18:41:04.470" v="481" actId="255"/>
        <pc:sldMkLst>
          <pc:docMk/>
          <pc:sldMk cId="2013550404" sldId="316"/>
        </pc:sldMkLst>
        <pc:spChg chg="mod">
          <ac:chgData name="Christopher Coulombe" userId="a998e8d0-2d43-4621-ac06-202b3484f264" providerId="ADAL" clId="{CA6B8E1E-14FB-4A0D-A9AF-B2829FD5B6E6}" dt="2024-09-16T18:41:04.470" v="481" actId="255"/>
          <ac:spMkLst>
            <pc:docMk/>
            <pc:sldMk cId="2013550404" sldId="316"/>
            <ac:spMk id="2" creationId="{68B575DB-41D5-401C-88FB-7C93BE7B54D8}"/>
          </ac:spMkLst>
        </pc:spChg>
        <pc:spChg chg="mod">
          <ac:chgData name="Christopher Coulombe" userId="a998e8d0-2d43-4621-ac06-202b3484f264" providerId="ADAL" clId="{CA6B8E1E-14FB-4A0D-A9AF-B2829FD5B6E6}" dt="2024-09-16T18:39:14.846" v="474" actId="20577"/>
          <ac:spMkLst>
            <pc:docMk/>
            <pc:sldMk cId="2013550404" sldId="316"/>
            <ac:spMk id="3" creationId="{9C7B752F-DB8D-4CE1-B158-CFF711263456}"/>
          </ac:spMkLst>
        </pc:spChg>
        <pc:picChg chg="add mod">
          <ac:chgData name="Christopher Coulombe" userId="a998e8d0-2d43-4621-ac06-202b3484f264" providerId="ADAL" clId="{CA6B8E1E-14FB-4A0D-A9AF-B2829FD5B6E6}" dt="2024-09-16T18:40:59.500" v="480" actId="14100"/>
          <ac:picMkLst>
            <pc:docMk/>
            <pc:sldMk cId="2013550404" sldId="316"/>
            <ac:picMk id="7" creationId="{79B12EB9-1136-0C5D-0393-0DEC79AB97A2}"/>
          </ac:picMkLst>
        </pc:picChg>
        <pc:picChg chg="del">
          <ac:chgData name="Christopher Coulombe" userId="a998e8d0-2d43-4621-ac06-202b3484f264" providerId="ADAL" clId="{CA6B8E1E-14FB-4A0D-A9AF-B2829FD5B6E6}" dt="2024-09-16T18:40:50.709" v="475" actId="478"/>
          <ac:picMkLst>
            <pc:docMk/>
            <pc:sldMk cId="2013550404" sldId="316"/>
            <ac:picMk id="8" creationId="{6999DAFC-D1E8-4FAB-475D-238944EA0863}"/>
          </ac:picMkLst>
        </pc:picChg>
      </pc:sldChg>
      <pc:sldChg chg="add del">
        <pc:chgData name="Christopher Coulombe" userId="a998e8d0-2d43-4621-ac06-202b3484f264" providerId="ADAL" clId="{CA6B8E1E-14FB-4A0D-A9AF-B2829FD5B6E6}" dt="2024-09-16T18:38:02.470" v="309"/>
        <pc:sldMkLst>
          <pc:docMk/>
          <pc:sldMk cId="2745444343" sldId="317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" Target="../slides/slide23.xml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slide" Target="../slides/slide7.xml"/><Relationship Id="rId1" Type="http://schemas.openxmlformats.org/officeDocument/2006/relationships/slide" Target="../slides/slide3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slide" Target="../slides/slide15.xml"/><Relationship Id="rId9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0AEF72-0B8A-4F61-ABE9-662B9E034DF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E34A20-53E6-45ED-9848-9BE6F3D40837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2a) </a:t>
          </a:r>
          <a:r>
            <a:rPr lang="fr-CA" noProof="0" dirty="0">
              <a:hlinkClick xmlns:r="http://schemas.openxmlformats.org/officeDocument/2006/relationships" r:id="rId1" action="ppaction://hlinksldjump"/>
            </a:rPr>
            <a:t>Formules de base </a:t>
          </a:r>
          <a:r>
            <a:rPr lang="fr-CA" noProof="0" dirty="0"/>
            <a:t>(suite)</a:t>
          </a:r>
        </a:p>
      </dgm:t>
    </dgm:pt>
    <dgm:pt modelId="{4E762347-E524-468A-BA56-31B9CD20C18C}" type="parTrans" cxnId="{E48F40CE-CABB-4328-B5FE-C272486DC647}">
      <dgm:prSet/>
      <dgm:spPr/>
      <dgm:t>
        <a:bodyPr/>
        <a:lstStyle/>
        <a:p>
          <a:endParaRPr lang="en-US"/>
        </a:p>
      </dgm:t>
    </dgm:pt>
    <dgm:pt modelId="{D658429F-F51A-45E2-8058-CE629FD44140}" type="sibTrans" cxnId="{E48F40CE-CABB-4328-B5FE-C272486DC647}">
      <dgm:prSet/>
      <dgm:spPr/>
      <dgm:t>
        <a:bodyPr/>
        <a:lstStyle/>
        <a:p>
          <a:endParaRPr lang="en-US"/>
        </a:p>
      </dgm:t>
    </dgm:pt>
    <dgm:pt modelId="{A231B4EC-6AA9-418D-9E99-D2171A7D27A7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2b) </a:t>
          </a:r>
          <a:r>
            <a:rPr lang="fr-CA" noProof="0" dirty="0">
              <a:hlinkClick xmlns:r="http://schemas.openxmlformats.org/officeDocument/2006/relationships" r:id="rId2" action="ppaction://hlinksldjump"/>
            </a:rPr>
            <a:t>Fonctions conditionnelles </a:t>
          </a:r>
          <a:endParaRPr lang="fr-CA" noProof="0" dirty="0"/>
        </a:p>
      </dgm:t>
    </dgm:pt>
    <dgm:pt modelId="{F2109A3B-D877-4661-9AAC-B383C6C4280D}" type="parTrans" cxnId="{954DE1A2-7D3F-43E2-8862-1196A70FE922}">
      <dgm:prSet/>
      <dgm:spPr/>
      <dgm:t>
        <a:bodyPr/>
        <a:lstStyle/>
        <a:p>
          <a:endParaRPr lang="fr-CA"/>
        </a:p>
      </dgm:t>
    </dgm:pt>
    <dgm:pt modelId="{F23507FA-CF5B-4D3E-941C-7D98CB121957}" type="sibTrans" cxnId="{954DE1A2-7D3F-43E2-8862-1196A70FE922}">
      <dgm:prSet/>
      <dgm:spPr/>
      <dgm:t>
        <a:bodyPr/>
        <a:lstStyle/>
        <a:p>
          <a:endParaRPr lang="fr-CA"/>
        </a:p>
      </dgm:t>
    </dgm:pt>
    <dgm:pt modelId="{93F8B4C6-8D3B-4C72-AC38-2F3D5E680C59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2d) </a:t>
          </a:r>
          <a:r>
            <a:rPr lang="fr-CA" noProof="0" dirty="0">
              <a:hlinkClick xmlns:r="http://schemas.openxmlformats.org/officeDocument/2006/relationships" r:id="rId3" action="ppaction://hlinksldjump"/>
            </a:rPr>
            <a:t>Insérer des graphiques</a:t>
          </a:r>
          <a:endParaRPr lang="fr-CA" noProof="0" dirty="0"/>
        </a:p>
      </dgm:t>
    </dgm:pt>
    <dgm:pt modelId="{DDFCE723-750F-40B7-859C-1CBE351377F5}" type="parTrans" cxnId="{0126D36A-3B84-4958-867C-8C51A2854ADB}">
      <dgm:prSet/>
      <dgm:spPr/>
      <dgm:t>
        <a:bodyPr/>
        <a:lstStyle/>
        <a:p>
          <a:endParaRPr lang="fr-CA"/>
        </a:p>
      </dgm:t>
    </dgm:pt>
    <dgm:pt modelId="{EDA6AE7F-76C6-4E78-A585-F4FE7F8A2DEF}" type="sibTrans" cxnId="{0126D36A-3B84-4958-867C-8C51A2854ADB}">
      <dgm:prSet/>
      <dgm:spPr/>
      <dgm:t>
        <a:bodyPr/>
        <a:lstStyle/>
        <a:p>
          <a:endParaRPr lang="fr-CA"/>
        </a:p>
      </dgm:t>
    </dgm:pt>
    <dgm:pt modelId="{6B2E31D5-A061-43D6-A731-118D43C6C737}">
      <dgm:prSet/>
      <dgm:spPr/>
      <dgm:t>
        <a:bodyPr/>
        <a:lstStyle/>
        <a:p>
          <a:pPr>
            <a:lnSpc>
              <a:spcPct val="100000"/>
            </a:lnSpc>
          </a:pPr>
          <a:r>
            <a:rPr lang="fr-CA" noProof="0" dirty="0"/>
            <a:t>2c) </a:t>
          </a:r>
          <a:r>
            <a:rPr lang="fr-CA" noProof="0" dirty="0">
              <a:hlinkClick xmlns:r="http://schemas.openxmlformats.org/officeDocument/2006/relationships" r:id="rId4" action="ppaction://hlinksldjump"/>
            </a:rPr>
            <a:t>Fonctions de date</a:t>
          </a:r>
          <a:endParaRPr lang="fr-CA" noProof="0" dirty="0"/>
        </a:p>
      </dgm:t>
    </dgm:pt>
    <dgm:pt modelId="{25DD4C3A-9DC4-423F-94D4-470CA026B861}" type="parTrans" cxnId="{7357CE28-6F97-41BA-AC6C-D1961FDCAE1A}">
      <dgm:prSet/>
      <dgm:spPr/>
      <dgm:t>
        <a:bodyPr/>
        <a:lstStyle/>
        <a:p>
          <a:endParaRPr lang="fr-CA"/>
        </a:p>
      </dgm:t>
    </dgm:pt>
    <dgm:pt modelId="{D3B898CB-57D6-4435-833E-024F0337D698}" type="sibTrans" cxnId="{7357CE28-6F97-41BA-AC6C-D1961FDCAE1A}">
      <dgm:prSet/>
      <dgm:spPr/>
      <dgm:t>
        <a:bodyPr/>
        <a:lstStyle/>
        <a:p>
          <a:endParaRPr lang="fr-CA"/>
        </a:p>
      </dgm:t>
    </dgm:pt>
    <dgm:pt modelId="{AF3AEC73-28F3-47DF-A4FE-1DAF9C7AC7A6}" type="pres">
      <dgm:prSet presAssocID="{540AEF72-0B8A-4F61-ABE9-662B9E034DFA}" presName="root" presStyleCnt="0">
        <dgm:presLayoutVars>
          <dgm:dir/>
          <dgm:resizeHandles val="exact"/>
        </dgm:presLayoutVars>
      </dgm:prSet>
      <dgm:spPr/>
    </dgm:pt>
    <dgm:pt modelId="{8105DBC2-F1E3-437B-AC56-05699AC2ABC0}" type="pres">
      <dgm:prSet presAssocID="{D4E34A20-53E6-45ED-9848-9BE6F3D40837}" presName="compNode" presStyleCnt="0"/>
      <dgm:spPr/>
    </dgm:pt>
    <dgm:pt modelId="{829CDE27-19BD-4B1C-832C-78FC1990E305}" type="pres">
      <dgm:prSet presAssocID="{D4E34A20-53E6-45ED-9848-9BE6F3D40837}" presName="bgRect" presStyleLbl="bgShp" presStyleIdx="0" presStyleCnt="4"/>
      <dgm:spPr/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DAC7148F-AA6F-4E3C-87DD-6EA52A5279A0}" type="pres">
      <dgm:prSet presAssocID="{D4E34A20-53E6-45ED-9848-9BE6F3D40837}" presName="iconRect" presStyleLbl="node1" presStyleIdx="0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aker">
            <a:hlinkClick xmlns:r="http://schemas.openxmlformats.org/officeDocument/2006/relationships" r:id="" action="ppaction://noaction" highlightClick="1"/>
          </dgm14:cNvPr>
        </a:ext>
      </dgm:extLst>
    </dgm:pt>
    <dgm:pt modelId="{8D13398C-2600-41DC-98BD-F23EA8E57E07}" type="pres">
      <dgm:prSet presAssocID="{D4E34A20-53E6-45ED-9848-9BE6F3D40837}" presName="spaceRect" presStyleCnt="0"/>
      <dgm:spPr/>
    </dgm:pt>
    <dgm:pt modelId="{5BAED785-CB57-414E-8A9B-2BEC8EC1AD3B}" type="pres">
      <dgm:prSet presAssocID="{D4E34A20-53E6-45ED-9848-9BE6F3D40837}" presName="parTx" presStyleLbl="revTx" presStyleIdx="0" presStyleCnt="4">
        <dgm:presLayoutVars>
          <dgm:chMax val="0"/>
          <dgm:chPref val="0"/>
        </dgm:presLayoutVars>
      </dgm:prSet>
      <dgm:spPr/>
    </dgm:pt>
    <dgm:pt modelId="{084718EB-C021-4E76-97FC-162EEEA52126}" type="pres">
      <dgm:prSet presAssocID="{D658429F-F51A-45E2-8058-CE629FD44140}" presName="sibTrans" presStyleCnt="0"/>
      <dgm:spPr/>
    </dgm:pt>
    <dgm:pt modelId="{189FDE1D-D438-4948-B8D5-3E521B49B3C9}" type="pres">
      <dgm:prSet presAssocID="{A231B4EC-6AA9-418D-9E99-D2171A7D27A7}" presName="compNode" presStyleCnt="0"/>
      <dgm:spPr/>
    </dgm:pt>
    <dgm:pt modelId="{D5E37FCB-42B7-4223-B7A8-A4D19C6FFF2B}" type="pres">
      <dgm:prSet presAssocID="{A231B4EC-6AA9-418D-9E99-D2171A7D27A7}" presName="bgRect" presStyleLbl="bgShp" presStyleIdx="1" presStyleCnt="4"/>
      <dgm:spPr/>
    </dgm:pt>
    <dgm:pt modelId="{84507DC4-3B22-46A2-9707-417259C72727}" type="pres">
      <dgm:prSet presAssocID="{A231B4EC-6AA9-418D-9E99-D2171A7D27A7}" presName="iconRect" presStyleLbl="node1" presStyleIdx="1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guette magique auto avec un remplissage uni"/>
        </a:ext>
      </dgm:extLst>
    </dgm:pt>
    <dgm:pt modelId="{74D403DE-2290-4C8C-8D3D-9CC46539B25E}" type="pres">
      <dgm:prSet presAssocID="{A231B4EC-6AA9-418D-9E99-D2171A7D27A7}" presName="spaceRect" presStyleCnt="0"/>
      <dgm:spPr/>
    </dgm:pt>
    <dgm:pt modelId="{2507D7F4-ED39-4B1D-AC29-BFE33FAFDB76}" type="pres">
      <dgm:prSet presAssocID="{A231B4EC-6AA9-418D-9E99-D2171A7D27A7}" presName="parTx" presStyleLbl="revTx" presStyleIdx="1" presStyleCnt="4">
        <dgm:presLayoutVars>
          <dgm:chMax val="0"/>
          <dgm:chPref val="0"/>
        </dgm:presLayoutVars>
      </dgm:prSet>
      <dgm:spPr/>
    </dgm:pt>
    <dgm:pt modelId="{D8D2D0DB-6B0D-4B2F-BDEC-296548822ADB}" type="pres">
      <dgm:prSet presAssocID="{F23507FA-CF5B-4D3E-941C-7D98CB121957}" presName="sibTrans" presStyleCnt="0"/>
      <dgm:spPr/>
    </dgm:pt>
    <dgm:pt modelId="{25A3D5D5-8A0D-4A03-B440-EAB8B9DFA392}" type="pres">
      <dgm:prSet presAssocID="{6B2E31D5-A061-43D6-A731-118D43C6C737}" presName="compNode" presStyleCnt="0"/>
      <dgm:spPr/>
    </dgm:pt>
    <dgm:pt modelId="{EA2A95F7-3C07-4333-886A-19E0FF889C00}" type="pres">
      <dgm:prSet presAssocID="{6B2E31D5-A061-43D6-A731-118D43C6C737}" presName="bgRect" presStyleLbl="bgShp" presStyleIdx="2" presStyleCnt="4"/>
      <dgm:spPr/>
    </dgm:pt>
    <dgm:pt modelId="{13A6A320-E6AF-4948-8E36-ED4577336DE4}" type="pres">
      <dgm:prSet presAssocID="{6B2E31D5-A061-43D6-A731-118D43C6C737}" presName="iconRect" presStyleLbl="node1" presStyleIdx="2" presStyleCnt="4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endrier mensuel avec un remplissage uni"/>
        </a:ext>
      </dgm:extLst>
    </dgm:pt>
    <dgm:pt modelId="{683542CF-1352-4211-B455-AE5F28804FA8}" type="pres">
      <dgm:prSet presAssocID="{6B2E31D5-A061-43D6-A731-118D43C6C737}" presName="spaceRect" presStyleCnt="0"/>
      <dgm:spPr/>
    </dgm:pt>
    <dgm:pt modelId="{CE15D454-F1BE-45FC-8DEE-32BA575FE100}" type="pres">
      <dgm:prSet presAssocID="{6B2E31D5-A061-43D6-A731-118D43C6C737}" presName="parTx" presStyleLbl="revTx" presStyleIdx="2" presStyleCnt="4">
        <dgm:presLayoutVars>
          <dgm:chMax val="0"/>
          <dgm:chPref val="0"/>
        </dgm:presLayoutVars>
      </dgm:prSet>
      <dgm:spPr/>
    </dgm:pt>
    <dgm:pt modelId="{96C33813-E248-4A3F-A242-AF7DDBCFDB0E}" type="pres">
      <dgm:prSet presAssocID="{D3B898CB-57D6-4435-833E-024F0337D698}" presName="sibTrans" presStyleCnt="0"/>
      <dgm:spPr/>
    </dgm:pt>
    <dgm:pt modelId="{39A34567-4E6F-4C44-A3AB-0C3B75D7DD54}" type="pres">
      <dgm:prSet presAssocID="{93F8B4C6-8D3B-4C72-AC38-2F3D5E680C59}" presName="compNode" presStyleCnt="0"/>
      <dgm:spPr/>
    </dgm:pt>
    <dgm:pt modelId="{0BF5669F-9621-4D63-B056-84A382F70898}" type="pres">
      <dgm:prSet presAssocID="{93F8B4C6-8D3B-4C72-AC38-2F3D5E680C59}" presName="bgRect" presStyleLbl="bgShp" presStyleIdx="3" presStyleCnt="4"/>
      <dgm:spPr/>
    </dgm:pt>
    <dgm:pt modelId="{CFE8B85E-AEE7-4E2C-804B-B93CB9DCAEC0}" type="pres">
      <dgm:prSet presAssocID="{93F8B4C6-8D3B-4C72-AC38-2F3D5E680C59}" presName="iconRect" presStyleLbl="node1" presStyleIdx="3" presStyleCnt="4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phique à barres avec un remplissage uni"/>
        </a:ext>
      </dgm:extLst>
    </dgm:pt>
    <dgm:pt modelId="{19D2D852-868C-459D-B9E0-121A67200B6B}" type="pres">
      <dgm:prSet presAssocID="{93F8B4C6-8D3B-4C72-AC38-2F3D5E680C59}" presName="spaceRect" presStyleCnt="0"/>
      <dgm:spPr/>
    </dgm:pt>
    <dgm:pt modelId="{2C04A2A6-1B9B-4A63-8D4C-BE9573DEAE1A}" type="pres">
      <dgm:prSet presAssocID="{93F8B4C6-8D3B-4C72-AC38-2F3D5E680C5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B4C513-D9ED-4E86-8ED5-13A6773DED6D}" type="presOf" srcId="{540AEF72-0B8A-4F61-ABE9-662B9E034DFA}" destId="{AF3AEC73-28F3-47DF-A4FE-1DAF9C7AC7A6}" srcOrd="0" destOrd="0" presId="urn:microsoft.com/office/officeart/2018/2/layout/IconVerticalSolidList"/>
    <dgm:cxn modelId="{7357CE28-6F97-41BA-AC6C-D1961FDCAE1A}" srcId="{540AEF72-0B8A-4F61-ABE9-662B9E034DFA}" destId="{6B2E31D5-A061-43D6-A731-118D43C6C737}" srcOrd="2" destOrd="0" parTransId="{25DD4C3A-9DC4-423F-94D4-470CA026B861}" sibTransId="{D3B898CB-57D6-4435-833E-024F0337D698}"/>
    <dgm:cxn modelId="{4A120F38-6DFB-4103-88C2-82F670CE83DA}" type="presOf" srcId="{A231B4EC-6AA9-418D-9E99-D2171A7D27A7}" destId="{2507D7F4-ED39-4B1D-AC29-BFE33FAFDB76}" srcOrd="0" destOrd="0" presId="urn:microsoft.com/office/officeart/2018/2/layout/IconVerticalSolidList"/>
    <dgm:cxn modelId="{1AB89845-884E-4755-B396-B83B5B9C5F57}" type="presOf" srcId="{D4E34A20-53E6-45ED-9848-9BE6F3D40837}" destId="{5BAED785-CB57-414E-8A9B-2BEC8EC1AD3B}" srcOrd="0" destOrd="0" presId="urn:microsoft.com/office/officeart/2018/2/layout/IconVerticalSolidList"/>
    <dgm:cxn modelId="{0126D36A-3B84-4958-867C-8C51A2854ADB}" srcId="{540AEF72-0B8A-4F61-ABE9-662B9E034DFA}" destId="{93F8B4C6-8D3B-4C72-AC38-2F3D5E680C59}" srcOrd="3" destOrd="0" parTransId="{DDFCE723-750F-40B7-859C-1CBE351377F5}" sibTransId="{EDA6AE7F-76C6-4E78-A585-F4FE7F8A2DEF}"/>
    <dgm:cxn modelId="{C37F0980-F4E6-4B32-998F-C8B1B7494CA6}" type="presOf" srcId="{6B2E31D5-A061-43D6-A731-118D43C6C737}" destId="{CE15D454-F1BE-45FC-8DEE-32BA575FE100}" srcOrd="0" destOrd="0" presId="urn:microsoft.com/office/officeart/2018/2/layout/IconVerticalSolidList"/>
    <dgm:cxn modelId="{5B282589-EE4A-46BC-926D-CDE51743ECEA}" type="presOf" srcId="{93F8B4C6-8D3B-4C72-AC38-2F3D5E680C59}" destId="{2C04A2A6-1B9B-4A63-8D4C-BE9573DEAE1A}" srcOrd="0" destOrd="0" presId="urn:microsoft.com/office/officeart/2018/2/layout/IconVerticalSolidList"/>
    <dgm:cxn modelId="{954DE1A2-7D3F-43E2-8862-1196A70FE922}" srcId="{540AEF72-0B8A-4F61-ABE9-662B9E034DFA}" destId="{A231B4EC-6AA9-418D-9E99-D2171A7D27A7}" srcOrd="1" destOrd="0" parTransId="{F2109A3B-D877-4661-9AAC-B383C6C4280D}" sibTransId="{F23507FA-CF5B-4D3E-941C-7D98CB121957}"/>
    <dgm:cxn modelId="{E48F40CE-CABB-4328-B5FE-C272486DC647}" srcId="{540AEF72-0B8A-4F61-ABE9-662B9E034DFA}" destId="{D4E34A20-53E6-45ED-9848-9BE6F3D40837}" srcOrd="0" destOrd="0" parTransId="{4E762347-E524-468A-BA56-31B9CD20C18C}" sibTransId="{D658429F-F51A-45E2-8058-CE629FD44140}"/>
    <dgm:cxn modelId="{3A79F274-3325-4813-BBFC-6FAD304D3C88}" type="presParOf" srcId="{AF3AEC73-28F3-47DF-A4FE-1DAF9C7AC7A6}" destId="{8105DBC2-F1E3-437B-AC56-05699AC2ABC0}" srcOrd="0" destOrd="0" presId="urn:microsoft.com/office/officeart/2018/2/layout/IconVerticalSolidList"/>
    <dgm:cxn modelId="{AD9EB5C9-C3CE-4BDA-BCDA-35BF88069694}" type="presParOf" srcId="{8105DBC2-F1E3-437B-AC56-05699AC2ABC0}" destId="{829CDE27-19BD-4B1C-832C-78FC1990E305}" srcOrd="0" destOrd="0" presId="urn:microsoft.com/office/officeart/2018/2/layout/IconVerticalSolidList"/>
    <dgm:cxn modelId="{7EE9BB3D-CB14-49A5-B40F-7ED634E6E1D7}" type="presParOf" srcId="{8105DBC2-F1E3-437B-AC56-05699AC2ABC0}" destId="{DAC7148F-AA6F-4E3C-87DD-6EA52A5279A0}" srcOrd="1" destOrd="0" presId="urn:microsoft.com/office/officeart/2018/2/layout/IconVerticalSolidList"/>
    <dgm:cxn modelId="{DBEA8CE2-FBB8-4B02-9FA5-12ABFE8B7DBA}" type="presParOf" srcId="{8105DBC2-F1E3-437B-AC56-05699AC2ABC0}" destId="{8D13398C-2600-41DC-98BD-F23EA8E57E07}" srcOrd="2" destOrd="0" presId="urn:microsoft.com/office/officeart/2018/2/layout/IconVerticalSolidList"/>
    <dgm:cxn modelId="{78ACE4B6-8EC5-455E-87EA-3C1FE2619563}" type="presParOf" srcId="{8105DBC2-F1E3-437B-AC56-05699AC2ABC0}" destId="{5BAED785-CB57-414E-8A9B-2BEC8EC1AD3B}" srcOrd="3" destOrd="0" presId="urn:microsoft.com/office/officeart/2018/2/layout/IconVerticalSolidList"/>
    <dgm:cxn modelId="{7A51DDE5-601E-4584-9894-DE426F38CDFA}" type="presParOf" srcId="{AF3AEC73-28F3-47DF-A4FE-1DAF9C7AC7A6}" destId="{084718EB-C021-4E76-97FC-162EEEA52126}" srcOrd="1" destOrd="0" presId="urn:microsoft.com/office/officeart/2018/2/layout/IconVerticalSolidList"/>
    <dgm:cxn modelId="{EC7C5A10-CD41-4D67-ABD6-EE51C19DC842}" type="presParOf" srcId="{AF3AEC73-28F3-47DF-A4FE-1DAF9C7AC7A6}" destId="{189FDE1D-D438-4948-B8D5-3E521B49B3C9}" srcOrd="2" destOrd="0" presId="urn:microsoft.com/office/officeart/2018/2/layout/IconVerticalSolidList"/>
    <dgm:cxn modelId="{D795EB3B-0AC0-4ACA-A36D-EB772D1494FF}" type="presParOf" srcId="{189FDE1D-D438-4948-B8D5-3E521B49B3C9}" destId="{D5E37FCB-42B7-4223-B7A8-A4D19C6FFF2B}" srcOrd="0" destOrd="0" presId="urn:microsoft.com/office/officeart/2018/2/layout/IconVerticalSolidList"/>
    <dgm:cxn modelId="{BEEC1F1E-A244-4A78-94E6-BA27DDB6269A}" type="presParOf" srcId="{189FDE1D-D438-4948-B8D5-3E521B49B3C9}" destId="{84507DC4-3B22-46A2-9707-417259C72727}" srcOrd="1" destOrd="0" presId="urn:microsoft.com/office/officeart/2018/2/layout/IconVerticalSolidList"/>
    <dgm:cxn modelId="{9BA16F27-8097-433C-99FA-FA586605B46E}" type="presParOf" srcId="{189FDE1D-D438-4948-B8D5-3E521B49B3C9}" destId="{74D403DE-2290-4C8C-8D3D-9CC46539B25E}" srcOrd="2" destOrd="0" presId="urn:microsoft.com/office/officeart/2018/2/layout/IconVerticalSolidList"/>
    <dgm:cxn modelId="{8E6818BC-C98A-4701-AFE8-848E6C678F81}" type="presParOf" srcId="{189FDE1D-D438-4948-B8D5-3E521B49B3C9}" destId="{2507D7F4-ED39-4B1D-AC29-BFE33FAFDB76}" srcOrd="3" destOrd="0" presId="urn:microsoft.com/office/officeart/2018/2/layout/IconVerticalSolidList"/>
    <dgm:cxn modelId="{6EDED466-399E-43BB-9941-5F47FBF11ACC}" type="presParOf" srcId="{AF3AEC73-28F3-47DF-A4FE-1DAF9C7AC7A6}" destId="{D8D2D0DB-6B0D-4B2F-BDEC-296548822ADB}" srcOrd="3" destOrd="0" presId="urn:microsoft.com/office/officeart/2018/2/layout/IconVerticalSolidList"/>
    <dgm:cxn modelId="{58EFC51B-EC61-4CAA-9A4D-0FE80C15DFF8}" type="presParOf" srcId="{AF3AEC73-28F3-47DF-A4FE-1DAF9C7AC7A6}" destId="{25A3D5D5-8A0D-4A03-B440-EAB8B9DFA392}" srcOrd="4" destOrd="0" presId="urn:microsoft.com/office/officeart/2018/2/layout/IconVerticalSolidList"/>
    <dgm:cxn modelId="{19B24818-50AD-4797-AA44-1BC56EDBBE59}" type="presParOf" srcId="{25A3D5D5-8A0D-4A03-B440-EAB8B9DFA392}" destId="{EA2A95F7-3C07-4333-886A-19E0FF889C00}" srcOrd="0" destOrd="0" presId="urn:microsoft.com/office/officeart/2018/2/layout/IconVerticalSolidList"/>
    <dgm:cxn modelId="{0A121F10-C109-4B6F-9990-B8E5085CCB7E}" type="presParOf" srcId="{25A3D5D5-8A0D-4A03-B440-EAB8B9DFA392}" destId="{13A6A320-E6AF-4948-8E36-ED4577336DE4}" srcOrd="1" destOrd="0" presId="urn:microsoft.com/office/officeart/2018/2/layout/IconVerticalSolidList"/>
    <dgm:cxn modelId="{A037916B-5E24-4D5B-8E82-739DA5203804}" type="presParOf" srcId="{25A3D5D5-8A0D-4A03-B440-EAB8B9DFA392}" destId="{683542CF-1352-4211-B455-AE5F28804FA8}" srcOrd="2" destOrd="0" presId="urn:microsoft.com/office/officeart/2018/2/layout/IconVerticalSolidList"/>
    <dgm:cxn modelId="{E65012EE-B2DE-4DC3-B347-7543DBD537CA}" type="presParOf" srcId="{25A3D5D5-8A0D-4A03-B440-EAB8B9DFA392}" destId="{CE15D454-F1BE-45FC-8DEE-32BA575FE100}" srcOrd="3" destOrd="0" presId="urn:microsoft.com/office/officeart/2018/2/layout/IconVerticalSolidList"/>
    <dgm:cxn modelId="{DD3096E0-B56A-4A39-82A8-DFBF0C382630}" type="presParOf" srcId="{AF3AEC73-28F3-47DF-A4FE-1DAF9C7AC7A6}" destId="{96C33813-E248-4A3F-A242-AF7DDBCFDB0E}" srcOrd="5" destOrd="0" presId="urn:microsoft.com/office/officeart/2018/2/layout/IconVerticalSolidList"/>
    <dgm:cxn modelId="{6863785B-14FF-4D7A-A23F-FE7E35D35EDC}" type="presParOf" srcId="{AF3AEC73-28F3-47DF-A4FE-1DAF9C7AC7A6}" destId="{39A34567-4E6F-4C44-A3AB-0C3B75D7DD54}" srcOrd="6" destOrd="0" presId="urn:microsoft.com/office/officeart/2018/2/layout/IconVerticalSolidList"/>
    <dgm:cxn modelId="{B961FD81-5F00-4FC3-B2F0-A229A5AEF4BA}" type="presParOf" srcId="{39A34567-4E6F-4C44-A3AB-0C3B75D7DD54}" destId="{0BF5669F-9621-4D63-B056-84A382F70898}" srcOrd="0" destOrd="0" presId="urn:microsoft.com/office/officeart/2018/2/layout/IconVerticalSolidList"/>
    <dgm:cxn modelId="{F4E9E2C4-CF26-4153-8C83-7105B77A53AC}" type="presParOf" srcId="{39A34567-4E6F-4C44-A3AB-0C3B75D7DD54}" destId="{CFE8B85E-AEE7-4E2C-804B-B93CB9DCAEC0}" srcOrd="1" destOrd="0" presId="urn:microsoft.com/office/officeart/2018/2/layout/IconVerticalSolidList"/>
    <dgm:cxn modelId="{5A725156-0A20-4815-9FA8-82B4EACB878B}" type="presParOf" srcId="{39A34567-4E6F-4C44-A3AB-0C3B75D7DD54}" destId="{19D2D852-868C-459D-B9E0-121A67200B6B}" srcOrd="2" destOrd="0" presId="urn:microsoft.com/office/officeart/2018/2/layout/IconVerticalSolidList"/>
    <dgm:cxn modelId="{13946E0D-8CA9-415E-AA07-7C963D948192}" type="presParOf" srcId="{39A34567-4E6F-4C44-A3AB-0C3B75D7DD54}" destId="{2C04A2A6-1B9B-4A63-8D4C-BE9573DEAE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CDE27-19BD-4B1C-832C-78FC1990E305}">
      <dsp:nvSpPr>
        <dsp:cNvPr id="0" name=""/>
        <dsp:cNvSpPr/>
      </dsp:nvSpPr>
      <dsp:spPr>
        <a:xfrm>
          <a:off x="0" y="2066"/>
          <a:ext cx="6628804" cy="10474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C7148F-AA6F-4E3C-87DD-6EA52A5279A0}">
      <dsp:nvSpPr>
        <dsp:cNvPr id="0" name=""/>
        <dsp:cNvSpPr/>
      </dsp:nvSpPr>
      <dsp:spPr>
        <a:xfrm>
          <a:off x="316857" y="237745"/>
          <a:ext cx="576104" cy="576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ED785-CB57-414E-8A9B-2BEC8EC1AD3B}">
      <dsp:nvSpPr>
        <dsp:cNvPr id="0" name=""/>
        <dsp:cNvSpPr/>
      </dsp:nvSpPr>
      <dsp:spPr>
        <a:xfrm>
          <a:off x="1209819" y="2066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2a) </a:t>
          </a:r>
          <a:r>
            <a:rPr lang="fr-CA" sz="2200" kern="1200" noProof="0" dirty="0">
              <a:hlinkClick xmlns:r="http://schemas.openxmlformats.org/officeDocument/2006/relationships" r:id="" action="ppaction://hlinksldjump"/>
            </a:rPr>
            <a:t>Formules de base </a:t>
          </a:r>
          <a:r>
            <a:rPr lang="fr-CA" sz="2200" kern="1200" noProof="0" dirty="0"/>
            <a:t>(suite)</a:t>
          </a:r>
        </a:p>
      </dsp:txBody>
      <dsp:txXfrm>
        <a:off x="1209819" y="2066"/>
        <a:ext cx="5418984" cy="1047462"/>
      </dsp:txXfrm>
    </dsp:sp>
    <dsp:sp modelId="{D5E37FCB-42B7-4223-B7A8-A4D19C6FFF2B}">
      <dsp:nvSpPr>
        <dsp:cNvPr id="0" name=""/>
        <dsp:cNvSpPr/>
      </dsp:nvSpPr>
      <dsp:spPr>
        <a:xfrm>
          <a:off x="0" y="1311395"/>
          <a:ext cx="6628804" cy="10474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07DC4-3B22-46A2-9707-417259C72727}">
      <dsp:nvSpPr>
        <dsp:cNvPr id="0" name=""/>
        <dsp:cNvSpPr/>
      </dsp:nvSpPr>
      <dsp:spPr>
        <a:xfrm>
          <a:off x="316857" y="1547074"/>
          <a:ext cx="576104" cy="576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7D7F4-ED39-4B1D-AC29-BFE33FAFDB76}">
      <dsp:nvSpPr>
        <dsp:cNvPr id="0" name=""/>
        <dsp:cNvSpPr/>
      </dsp:nvSpPr>
      <dsp:spPr>
        <a:xfrm>
          <a:off x="1209819" y="1311395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2b) </a:t>
          </a:r>
          <a:r>
            <a:rPr lang="fr-CA" sz="2200" kern="1200" noProof="0" dirty="0">
              <a:hlinkClick xmlns:r="http://schemas.openxmlformats.org/officeDocument/2006/relationships" r:id="" action="ppaction://hlinksldjump"/>
            </a:rPr>
            <a:t>Fonctions conditionnelles </a:t>
          </a:r>
          <a:endParaRPr lang="fr-CA" sz="2200" kern="1200" noProof="0" dirty="0"/>
        </a:p>
      </dsp:txBody>
      <dsp:txXfrm>
        <a:off x="1209819" y="1311395"/>
        <a:ext cx="5418984" cy="1047462"/>
      </dsp:txXfrm>
    </dsp:sp>
    <dsp:sp modelId="{EA2A95F7-3C07-4333-886A-19E0FF889C00}">
      <dsp:nvSpPr>
        <dsp:cNvPr id="0" name=""/>
        <dsp:cNvSpPr/>
      </dsp:nvSpPr>
      <dsp:spPr>
        <a:xfrm>
          <a:off x="0" y="2620723"/>
          <a:ext cx="6628804" cy="10474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A6A320-E6AF-4948-8E36-ED4577336DE4}">
      <dsp:nvSpPr>
        <dsp:cNvPr id="0" name=""/>
        <dsp:cNvSpPr/>
      </dsp:nvSpPr>
      <dsp:spPr>
        <a:xfrm>
          <a:off x="316857" y="2856402"/>
          <a:ext cx="576104" cy="576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5D454-F1BE-45FC-8DEE-32BA575FE100}">
      <dsp:nvSpPr>
        <dsp:cNvPr id="0" name=""/>
        <dsp:cNvSpPr/>
      </dsp:nvSpPr>
      <dsp:spPr>
        <a:xfrm>
          <a:off x="1209819" y="2620723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2c) </a:t>
          </a:r>
          <a:r>
            <a:rPr lang="fr-CA" sz="2200" kern="1200" noProof="0" dirty="0">
              <a:hlinkClick xmlns:r="http://schemas.openxmlformats.org/officeDocument/2006/relationships" r:id="" action="ppaction://hlinksldjump"/>
            </a:rPr>
            <a:t>Fonctions de date</a:t>
          </a:r>
          <a:endParaRPr lang="fr-CA" sz="2200" kern="1200" noProof="0" dirty="0"/>
        </a:p>
      </dsp:txBody>
      <dsp:txXfrm>
        <a:off x="1209819" y="2620723"/>
        <a:ext cx="5418984" cy="1047462"/>
      </dsp:txXfrm>
    </dsp:sp>
    <dsp:sp modelId="{0BF5669F-9621-4D63-B056-84A382F70898}">
      <dsp:nvSpPr>
        <dsp:cNvPr id="0" name=""/>
        <dsp:cNvSpPr/>
      </dsp:nvSpPr>
      <dsp:spPr>
        <a:xfrm>
          <a:off x="0" y="3930051"/>
          <a:ext cx="6628804" cy="10474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8B85E-AEE7-4E2C-804B-B93CB9DCAEC0}">
      <dsp:nvSpPr>
        <dsp:cNvPr id="0" name=""/>
        <dsp:cNvSpPr/>
      </dsp:nvSpPr>
      <dsp:spPr>
        <a:xfrm>
          <a:off x="316857" y="4165730"/>
          <a:ext cx="576104" cy="5761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4A2A6-1B9B-4A63-8D4C-BE9573DEAE1A}">
      <dsp:nvSpPr>
        <dsp:cNvPr id="0" name=""/>
        <dsp:cNvSpPr/>
      </dsp:nvSpPr>
      <dsp:spPr>
        <a:xfrm>
          <a:off x="1209819" y="3930051"/>
          <a:ext cx="5418984" cy="104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856" tIns="110856" rIns="110856" bIns="11085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noProof="0" dirty="0"/>
            <a:t>2d) </a:t>
          </a:r>
          <a:r>
            <a:rPr lang="fr-CA" sz="2200" kern="1200" noProof="0" dirty="0">
              <a:hlinkClick xmlns:r="http://schemas.openxmlformats.org/officeDocument/2006/relationships" r:id="" action="ppaction://hlinksldjump"/>
            </a:rPr>
            <a:t>Insérer des graphiques</a:t>
          </a:r>
          <a:endParaRPr lang="fr-CA" sz="2200" kern="1200" noProof="0" dirty="0"/>
        </a:p>
      </dsp:txBody>
      <dsp:txXfrm>
        <a:off x="1209819" y="3930051"/>
        <a:ext cx="5418984" cy="1047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8797" y="6492875"/>
            <a:ext cx="480027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2883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49472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A3834-3739-4094-9EAE-0D9704E29D44}" type="datetime1">
              <a:rPr lang="fr-CA" smtClean="0"/>
              <a:t>2024-09-16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561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C16F-9889-47B0-9C56-0B971B53DE62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39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D03A-BCD9-4C89-9ED3-E4D9CC3FF0CB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8797" y="6492875"/>
            <a:ext cx="480027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2883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58066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23F3-A5AC-4888-A14F-1396FD9C4939}" type="datetime1">
              <a:rPr lang="fr-CA" smtClean="0"/>
              <a:t>2024-09-16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71508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D41F6-C4AA-40E5-B68A-062C95BA7B4B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83616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6C16F-9889-47B0-9C56-0B971B53DE62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437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4BE1-5A34-4CB4-925A-977610D9CE24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70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D0-1B17-48A0-A5DB-20DD6C36B202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5554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214-4507-4A00-9098-B8FA23AFDF57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87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6297612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7D642-89F3-431A-8999-20056D1034D1}" type="datetime1">
              <a:rPr lang="fr-CA" smtClean="0"/>
              <a:t>2024-09-16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90790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4776-2D82-48D3-8463-106042B98091}" type="datetime1">
              <a:rPr lang="fr-CA" smtClean="0"/>
              <a:t>2024-09-16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8340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8656-54E7-4737-B681-0FD8568DE06D}" type="datetime1">
              <a:rPr lang="fr-CA" smtClean="0"/>
              <a:t>2024-09-16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79635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3D01-BB5D-4EA4-AF86-65C90E73B59A}" type="datetime1">
              <a:rPr lang="fr-CA" smtClean="0"/>
              <a:t>2024-09-16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0492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1D24-6C5A-4120-8767-1CF31A7D24BC}" type="datetime1">
              <a:rPr lang="fr-CA" smtClean="0"/>
              <a:t>2024-09-16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7587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AD6F-0878-48D4-A87B-94ACD7444C08}" type="datetime1">
              <a:rPr lang="fr-CA" smtClean="0"/>
              <a:t>2024-09-16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461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B9E3-5307-4DBA-B42C-57F7EF37F2F9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3905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C36D-EA88-4669-AE70-C9650B74A0ED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3004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C787-6044-4E08-B976-EC9596A035CF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6213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6F1A-D2E1-43F6-AB39-28D01BFFD700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3290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D33A-536B-4D11-9658-4C18F0C6E8B8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8244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08D2-AF15-4FEB-B8DC-E0BC3A750B8A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34748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FE1FC-5F04-46E4-9955-09B04E43101E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6280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C4BE1-5A34-4CB4-925A-977610D9CE24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156186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963D0-1B17-48A0-A5DB-20DD6C36B202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6495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8214-4507-4A00-9098-B8FA23AFDF57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34200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7D642-89F3-431A-8999-20056D1034D1}" type="datetime1">
              <a:rPr lang="fr-CA" smtClean="0"/>
              <a:t>2024-09-16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14390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4776-2D82-48D3-8463-106042B98091}" type="datetime1">
              <a:rPr lang="fr-CA" smtClean="0"/>
              <a:t>2024-09-16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62817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F8656-54E7-4737-B681-0FD8568DE06D}" type="datetime1">
              <a:rPr lang="fr-CA" smtClean="0"/>
              <a:t>2024-09-16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4178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83D01-BB5D-4EA4-AF86-65C90E73B59A}" type="datetime1">
              <a:rPr lang="fr-CA" smtClean="0"/>
              <a:t>2024-09-16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2076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51D24-6C5A-4120-8767-1CF31A7D24BC}" type="datetime1">
              <a:rPr lang="fr-CA" smtClean="0"/>
              <a:t>2024-09-16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10255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7AD6F-0878-48D4-A87B-94ACD7444C08}" type="datetime1">
              <a:rPr lang="fr-CA" smtClean="0"/>
              <a:t>2024-09-16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3415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1B9E3-5307-4DBA-B42C-57F7EF37F2F9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150896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C36D-EA88-4669-AE70-C9650B74A0ED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38437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C787-6044-4E08-B976-EC9596A035CF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991151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66F1A-D2E1-43F6-AB39-28D01BFFD700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38412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D33A-536B-4D11-9658-4C18F0C6E8B8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503045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08D2-AF15-4FEB-B8DC-E0BC3A750B8A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82715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FE1FC-5F04-46E4-9955-09B04E43101E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592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slide" Target="../slides/slide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" Target="../slides/slide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" Target="../slides/slid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" Target="../slides/slide2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5473" y="6309494"/>
            <a:ext cx="48002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E21EB8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5" action="ppaction://hlinksldjump"/>
            <a:extLst>
              <a:ext uri="{FF2B5EF4-FFF2-40B4-BE49-F238E27FC236}">
                <a16:creationId xmlns:a16="http://schemas.microsoft.com/office/drawing/2014/main" id="{55650D28-7B73-4377-82E0-B5D3C473AC9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8" r:id="rId2"/>
    <p:sldLayoutId id="2147483736" r:id="rId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5473" y="6309494"/>
            <a:ext cx="48002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E21EB8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6" action="ppaction://hlinksldjump"/>
            <a:extLst>
              <a:ext uri="{FF2B5EF4-FFF2-40B4-BE49-F238E27FC236}">
                <a16:creationId xmlns:a16="http://schemas.microsoft.com/office/drawing/2014/main" id="{55650D28-7B73-4377-82E0-B5D3C473AC9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64" r:id="rId2"/>
    <p:sldLayoutId id="2147483663" r:id="rId3"/>
    <p:sldLayoutId id="2147483662" r:id="rId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 userDrawn="1">
          <p15:clr>
            <a:srgbClr val="F26B43"/>
          </p15:clr>
        </p15:guide>
        <p15:guide id="2" pos="717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FD31-A4C8-4F38-831A-17DA86431354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5555" y="6307566"/>
            <a:ext cx="45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00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18" name="Graphique 17" descr="Logement">
            <a:hlinkClick r:id="rId18" action="ppaction://hlinksldjump"/>
            <a:extLst>
              <a:ext uri="{FF2B5EF4-FFF2-40B4-BE49-F238E27FC236}">
                <a16:creationId xmlns:a16="http://schemas.microsoft.com/office/drawing/2014/main" id="{D2CB7D9C-B51C-4907-932A-DC4BA1C48A1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90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A29D1-F0D4-4DC2-9C21-234D143624C9}" type="datetime1">
              <a:rPr lang="fr-CA" smtClean="0"/>
              <a:t>2024-09-16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A"/>
              <a:t>Partie 1 | Module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67F5D2-7F37-4738-9DBB-D901C2C150F0}" type="slidenum">
              <a:rPr lang="fr-CA" smtClean="0"/>
              <a:pPr/>
              <a:t>‹N°›</a:t>
            </a:fld>
            <a:endParaRPr lang="fr-CA" dirty="0"/>
          </a:p>
        </p:txBody>
      </p:sp>
      <p:pic>
        <p:nvPicPr>
          <p:cNvPr id="7" name="Graphique 6" descr="Logement">
            <a:hlinkClick r:id="rId18" action="ppaction://hlinksldjump"/>
            <a:extLst>
              <a:ext uri="{FF2B5EF4-FFF2-40B4-BE49-F238E27FC236}">
                <a16:creationId xmlns:a16="http://schemas.microsoft.com/office/drawing/2014/main" id="{7CF48ECD-101D-C1A2-79DB-313065461DB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90296" y="6309494"/>
            <a:ext cx="3651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46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Z4qlPRXz3A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tell.com/fr/livre-de-lecture/excel-2016---fonctions-de-base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5S39bD_hI8?feature=oembed" TargetMode="Externa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WFNa3tJwF8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EAj8v7_-RPg?feature=oembed" TargetMode="Externa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e16Gbj5fr6A?feature=oembed" TargetMode="Externa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1P5v6hugU2M?feature=oembed" TargetMode="Externa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63ZnZHGmD3s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gXQsukS5GbM?feature=oembe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Uf0uN1DWGQI?feature=oembed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kt1pM9vwsEA?feature=oembed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v9GGJvQ2rSU?feature=oembed" TargetMode="External"/><Relationship Id="rId6" Type="http://schemas.openxmlformats.org/officeDocument/2006/relationships/image" Target="../media/image27.jpeg"/><Relationship Id="rId5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n-iFxlo_a1s?feature=oembed" TargetMode="External"/><Relationship Id="rId5" Type="http://schemas.openxmlformats.org/officeDocument/2006/relationships/image" Target="../media/image28.jpeg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gF6neXMYZCQ?feature=oembe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jDbM4dZL9ag?feature=oembed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27.xml"/><Relationship Id="rId1" Type="http://schemas.openxmlformats.org/officeDocument/2006/relationships/video" Target="https://www.youtube.com/embed/Mii6Aolaysk?feature=oembed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Q_2Tvy2cg5s?feature=oembed" TargetMode="External"/><Relationship Id="rId6" Type="http://schemas.openxmlformats.org/officeDocument/2006/relationships/image" Target="../media/image33.png"/><Relationship Id="rId5" Type="http://schemas.openxmlformats.org/officeDocument/2006/relationships/hyperlink" Target="https://www.logitell.com/fr/livre-de-lecture/excel-2016---fonctions-de-base" TargetMode="Externa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1.xml"/><Relationship Id="rId1" Type="http://schemas.openxmlformats.org/officeDocument/2006/relationships/video" Target="https://www.youtube.com/embed/saZ3E-mmW1o?feature=oembed" TargetMode="External"/><Relationship Id="rId5" Type="http://schemas.openxmlformats.org/officeDocument/2006/relationships/hyperlink" Target="https://www.logitell.com/fr/livre-de-lecture/excel-2016---fonctions-de-base" TargetMode="Externa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ED666-3429-4A18-8D27-EB9710F8617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Milieu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40A975-3DD2-42E4-80DA-D7060017582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2500"/>
          </a:bodyPr>
          <a:lstStyle/>
          <a:p>
            <a:r>
              <a:rPr lang="fr-CA" dirty="0"/>
              <a:t>Partie 2 | Fonctions de base | Fonctions conditionnelles | Fonctions de date | </a:t>
            </a:r>
            <a:br>
              <a:rPr lang="fr-CA" dirty="0"/>
            </a:br>
            <a:r>
              <a:rPr lang="fr-CA" dirty="0"/>
              <a:t>| Graphiques</a:t>
            </a:r>
          </a:p>
          <a:p>
            <a:r>
              <a:rPr lang="fr-CA" dirty="0"/>
              <a:t>Par Martin Hardy, Réarrangé par Christopher Coulombe</a:t>
            </a:r>
          </a:p>
        </p:txBody>
      </p:sp>
      <p:pic>
        <p:nvPicPr>
          <p:cNvPr id="7" name="Image 6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AF8AAAA8-543A-4BC9-B938-C4BE96FD98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47" y="1016846"/>
            <a:ext cx="3124206" cy="16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5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01">
        <p:fade/>
      </p:transition>
    </mc:Choice>
    <mc:Fallback xmlns="">
      <p:transition spd="med" advTm="1370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93289B-BE98-45DB-A500-BF315B07FC9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fr-CA" sz="4400" dirty="0"/>
              <a:t>Contenu</a:t>
            </a:r>
          </a:p>
        </p:txBody>
      </p:sp>
      <p:graphicFrame>
        <p:nvGraphicFramePr>
          <p:cNvPr id="5" name="Espace réservé du texte 2">
            <a:extLst>
              <a:ext uri="{FF2B5EF4-FFF2-40B4-BE49-F238E27FC236}">
                <a16:creationId xmlns:a16="http://schemas.microsoft.com/office/drawing/2014/main" id="{722F24D7-6EC7-4EB3-9B1E-A70E422E5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795077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A052B8-C5BF-484E-BBA0-2828FFEB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</a:t>
            </a:fld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1677F1-0331-4992-9DEA-02D602B01970}"/>
              </a:ext>
            </a:extLst>
          </p:cNvPr>
          <p:cNvSpPr txBox="1"/>
          <p:nvPr/>
        </p:nvSpPr>
        <p:spPr>
          <a:xfrm>
            <a:off x="4903232" y="6058146"/>
            <a:ext cx="674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solidFill>
                  <a:schemeClr val="accent5"/>
                </a:solidFill>
              </a:rPr>
              <a:t>Vous pouvez cliquer sur un chapitre pour y rendre directement et ensuite cliquer sur l’icône de maison pour revenir ici</a:t>
            </a:r>
          </a:p>
        </p:txBody>
      </p:sp>
    </p:spTree>
    <p:extLst>
      <p:ext uri="{BB962C8B-B14F-4D97-AF65-F5344CB8AC3E}">
        <p14:creationId xmlns:p14="http://schemas.microsoft.com/office/powerpoint/2010/main" val="163855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968">
        <p:fade/>
      </p:transition>
    </mc:Choice>
    <mc:Fallback xmlns="">
      <p:transition spd="med" advTm="159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943749-239C-43CB-AF93-4954CABE46C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74237" y="2700867"/>
            <a:ext cx="7799766" cy="1826581"/>
          </a:xfrm>
        </p:spPr>
        <p:txBody>
          <a:bodyPr>
            <a:normAutofit/>
          </a:bodyPr>
          <a:lstStyle/>
          <a:p>
            <a:pPr marL="895350" indent="-895350"/>
            <a:r>
              <a:rPr lang="fr-CA" sz="2800" dirty="0"/>
              <a:t>2a) Formules de base (suite)</a:t>
            </a:r>
            <a:endParaRPr lang="en-US" sz="280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6B9066-88B4-4E51-A43B-31B99EDC4F1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D3DED9-8C6C-4205-AA46-F4ACD191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413044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D4A964-BE84-460B-B1C7-B355AB524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Recopie et types</a:t>
            </a:r>
            <a:r>
              <a:rPr lang="fr-CA" baseline="0" dirty="0"/>
              <a:t> de références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DF9BCE-0A40-4070-A3D4-A639070B53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Sens de la recopie</a:t>
            </a:r>
          </a:p>
          <a:p>
            <a:r>
              <a:rPr lang="fr-CA" dirty="0"/>
              <a:t>F4 : Figer la référence (ex.: $A$1)</a:t>
            </a:r>
          </a:p>
          <a:p>
            <a:r>
              <a:rPr lang="fr-CA" dirty="0"/>
              <a:t>Double-cliquer pour recopier jusqu’en bas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1A17C1-FBFD-4354-AE6A-C444BCDB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4</a:t>
            </a:fld>
            <a:endParaRPr lang="fr-CA"/>
          </a:p>
        </p:txBody>
      </p:sp>
      <p:pic>
        <p:nvPicPr>
          <p:cNvPr id="8" name="Média en ligne 7" title="Excel P2 D04 Recopie">
            <a:hlinkClick r:id="" action="ppaction://media"/>
            <a:extLst>
              <a:ext uri="{FF2B5EF4-FFF2-40B4-BE49-F238E27FC236}">
                <a16:creationId xmlns:a16="http://schemas.microsoft.com/office/drawing/2014/main" id="{4824D8DF-706E-700B-1EFF-23C01ABD6685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89525" y="2266950"/>
            <a:ext cx="6494463" cy="3668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5466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D799286-E914-457A-B5CD-41ABF872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Insérer</a:t>
            </a:r>
            <a:r>
              <a:rPr lang="fr-CA" baseline="0" dirty="0"/>
              <a:t> des fonctions</a:t>
            </a:r>
            <a:endParaRPr lang="fr-CA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2587D1E-4285-4685-9FB6-1D06D5B91B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Syntaxe</a:t>
            </a:r>
          </a:p>
          <a:p>
            <a:pPr marL="457200" lvl="1" indent="0">
              <a:buNone/>
            </a:pPr>
            <a:r>
              <a:rPr lang="fr-CA" sz="14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sz="1400" b="1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nom_fonction</a:t>
            </a:r>
            <a:r>
              <a:rPr lang="fr-CA" sz="14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(param1; param2; …)</a:t>
            </a:r>
          </a:p>
          <a:p>
            <a:r>
              <a:rPr lang="fr-CA" dirty="0"/>
              <a:t>Avec assistant</a:t>
            </a:r>
          </a:p>
          <a:p>
            <a:pPr lvl="1"/>
            <a:r>
              <a:rPr lang="fr-CA" dirty="0"/>
              <a:t>Bouton </a:t>
            </a:r>
            <a:r>
              <a:rPr lang="fr-CA" sz="2800" dirty="0">
                <a:latin typeface="Blackadder ITC" panose="04020505051007020D02" pitchFamily="82" charset="0"/>
              </a:rPr>
              <a:t>fx</a:t>
            </a:r>
            <a:endParaRPr lang="fr-CA" dirty="0">
              <a:latin typeface="Blackadder ITC" panose="04020505051007020D02" pitchFamily="82" charset="0"/>
            </a:endParaRPr>
          </a:p>
          <a:p>
            <a:pPr lvl="1"/>
            <a:r>
              <a:rPr lang="fr-CA" dirty="0"/>
              <a:t>Onglet Formules</a:t>
            </a:r>
          </a:p>
          <a:p>
            <a:r>
              <a:rPr lang="fr-CA" dirty="0"/>
              <a:t>Saisie semi-automatique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29412E-0426-4660-9476-69A7B4D6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5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B41351-CF9E-4915-8252-1F34329152FF}"/>
              </a:ext>
            </a:extLst>
          </p:cNvPr>
          <p:cNvSpPr txBox="1"/>
          <p:nvPr/>
        </p:nvSpPr>
        <p:spPr>
          <a:xfrm>
            <a:off x="5283909" y="1361485"/>
            <a:ext cx="47510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03 Mathématiques 1.xlsx</a:t>
            </a:r>
            <a:r>
              <a:rPr lang="fr-CA" sz="1400" baseline="30000" dirty="0">
                <a:solidFill>
                  <a:srgbClr val="7030A0"/>
                </a:solidFill>
              </a:rPr>
              <a:t>1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54871EE-0B3B-4783-983C-1845B01EC576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3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pic>
        <p:nvPicPr>
          <p:cNvPr id="12" name="Média en ligne 11" title="Excel P2 D09 Insérer fonction">
            <a:hlinkClick r:id="" action="ppaction://media"/>
            <a:extLst>
              <a:ext uri="{FF2B5EF4-FFF2-40B4-BE49-F238E27FC236}">
                <a16:creationId xmlns:a16="http://schemas.microsoft.com/office/drawing/2014/main" id="{A30DD6B5-78C4-FD62-6FB6-09BCF3AD5A8E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89525" y="2315592"/>
            <a:ext cx="6595789" cy="3725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9165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654A6-921B-4E46-9695-C130D28E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Convertir des formules en constantes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26A941-C539-469E-8333-5A22F22AD5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Options de collage</a:t>
            </a:r>
          </a:p>
          <a:p>
            <a:pPr lvl="1"/>
            <a:r>
              <a:rPr lang="fr-CA" dirty="0"/>
              <a:t>Coller les valeurs</a:t>
            </a:r>
          </a:p>
          <a:p>
            <a:pPr lvl="1"/>
            <a:r>
              <a:rPr lang="fr-CA" dirty="0"/>
              <a:t>Transposer les données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391E4A5F-4081-4DC1-8F2C-F86D3894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38970" y="6492875"/>
            <a:ext cx="683339" cy="365125"/>
          </a:xfrm>
        </p:spPr>
        <p:txBody>
          <a:bodyPr/>
          <a:lstStyle/>
          <a:p>
            <a:fld id="{3767F5D2-7F37-4738-9DBB-D901C2C150F0}" type="slidenum">
              <a:rPr lang="fr-CA" smtClean="0"/>
              <a:t>6</a:t>
            </a:fld>
            <a:endParaRPr lang="fr-CA"/>
          </a:p>
        </p:txBody>
      </p:sp>
      <p:pic>
        <p:nvPicPr>
          <p:cNvPr id="10" name="Média en ligne 9" title="Excel P2 D10 Convertir formules">
            <a:hlinkClick r:id="" action="ppaction://media"/>
            <a:extLst>
              <a:ext uri="{FF2B5EF4-FFF2-40B4-BE49-F238E27FC236}">
                <a16:creationId xmlns:a16="http://schemas.microsoft.com/office/drawing/2014/main" id="{5B9EAD7F-EFA4-B776-2C85-E128B57487C9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024175" y="1653825"/>
            <a:ext cx="7490491" cy="4231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66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943749-239C-43CB-AF93-4954CABE46C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74237" y="2700867"/>
            <a:ext cx="7799766" cy="1826581"/>
          </a:xfrm>
        </p:spPr>
        <p:txBody>
          <a:bodyPr>
            <a:normAutofit/>
          </a:bodyPr>
          <a:lstStyle/>
          <a:p>
            <a:pPr marL="536575" indent="-536575"/>
            <a:r>
              <a:rPr lang="fr-CA" sz="2800" dirty="0"/>
              <a:t>2b)</a:t>
            </a:r>
            <a:r>
              <a:rPr lang="fr-CA" sz="2800" noProof="0" dirty="0"/>
              <a:t> 	Fonctions conditionnelles </a:t>
            </a:r>
            <a:br>
              <a:rPr lang="fr-CA" sz="2800" noProof="0" dirty="0"/>
            </a:br>
            <a:r>
              <a:rPr lang="fr-CA" sz="2800" noProof="0" dirty="0"/>
              <a:t>et fonctions logiques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6B9066-88B4-4E51-A43B-31B99EDC4F1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D3DED9-8C6C-4205-AA46-F4ACD191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94334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C1B32-5AF7-47A8-A9A7-4C02ABE7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3600" noProof="0" dirty="0">
                <a:effectLst/>
              </a:rPr>
              <a:t>=SI(condition; </a:t>
            </a:r>
            <a:r>
              <a:rPr lang="fr-CA" sz="3600" noProof="0" dirty="0" err="1">
                <a:effectLst/>
              </a:rPr>
              <a:t>si_vrai</a:t>
            </a:r>
            <a:r>
              <a:rPr lang="fr-CA" sz="3600" noProof="0" dirty="0">
                <a:effectLst/>
              </a:rPr>
              <a:t>; </a:t>
            </a:r>
            <a:r>
              <a:rPr lang="fr-CA" sz="3600" noProof="0" dirty="0" err="1">
                <a:effectLst/>
              </a:rPr>
              <a:t>si_faux</a:t>
            </a:r>
            <a:r>
              <a:rPr lang="fr-CA" sz="3600" noProof="0" dirty="0">
                <a:effectLst/>
              </a:rPr>
              <a:t>)</a:t>
            </a:r>
            <a:endParaRPr lang="fr-CA" noProof="0" dirty="0">
              <a:effectLst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073E581-DAF5-4EF6-8F10-EC4C0E7731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334" y="2160589"/>
            <a:ext cx="4183062" cy="2603397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12BE7C-1C1B-4F5A-B20E-6478BD5B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8</a:t>
            </a:fld>
            <a:endParaRPr lang="fr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7B6C1B8-A466-4EA1-A898-D9F9F968FBFC}"/>
              </a:ext>
            </a:extLst>
          </p:cNvPr>
          <p:cNvSpPr txBox="1"/>
          <p:nvPr/>
        </p:nvSpPr>
        <p:spPr>
          <a:xfrm>
            <a:off x="3181870" y="1275622"/>
            <a:ext cx="55380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4"/>
                </a:solidFill>
              </a:rPr>
              <a:t>02 Fonctions conditionnelles et logiques_.xlsx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cet exercice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C2C128C-B8B8-49A3-9BB9-C3DCD6C6A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4954843"/>
            <a:ext cx="4092556" cy="1086519"/>
          </a:xfrm>
          <a:prstGeom prst="rect">
            <a:avLst/>
          </a:prstGeom>
        </p:spPr>
      </p:pic>
      <p:pic>
        <p:nvPicPr>
          <p:cNvPr id="5" name="Média en ligne 4" title="Excel P3 D09 SI simple">
            <a:hlinkClick r:id="" action="ppaction://media"/>
            <a:extLst>
              <a:ext uri="{FF2B5EF4-FFF2-40B4-BE49-F238E27FC236}">
                <a16:creationId xmlns:a16="http://schemas.microsoft.com/office/drawing/2014/main" id="{3F81FE94-856C-C464-F13C-4668998EF4E7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089525" y="2330450"/>
            <a:ext cx="6297613" cy="3541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1629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C1B32-5AF7-47A8-A9A7-4C02ABE7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3600" noProof="0" dirty="0">
                <a:effectLst/>
              </a:rPr>
              <a:t>Si imbriqu</a:t>
            </a:r>
            <a:r>
              <a:rPr lang="fr-CA" noProof="0" dirty="0"/>
              <a:t>é</a:t>
            </a:r>
            <a:endParaRPr lang="fr-CA" noProof="0" dirty="0">
              <a:effectLst/>
            </a:endParaRP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33124426-1DB1-4645-B5C9-0FBB9D37AE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863" y="3205417"/>
            <a:ext cx="4183062" cy="1791778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ABF0DFDD-A911-4AC2-943D-A3A81833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pPr/>
              <a:t>9</a:t>
            </a:fld>
            <a:endParaRPr lang="fr-CA"/>
          </a:p>
        </p:txBody>
      </p:sp>
      <p:pic>
        <p:nvPicPr>
          <p:cNvPr id="5" name="Média en ligne 4" title="Excel P3 D10 SI imbriqué">
            <a:hlinkClick r:id="" action="ppaction://media"/>
            <a:extLst>
              <a:ext uri="{FF2B5EF4-FFF2-40B4-BE49-F238E27FC236}">
                <a16:creationId xmlns:a16="http://schemas.microsoft.com/office/drawing/2014/main" id="{97EDA907-E474-0B30-02C7-97F143278065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3994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2431EE-1582-4D5E-AD33-F3FD6B31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CA" sz="3600" noProof="0" dirty="0">
                <a:effectLst/>
              </a:rPr>
              <a:t>=ET(condition1; [</a:t>
            </a:r>
            <a:r>
              <a:rPr lang="fr-CA" noProof="0" dirty="0"/>
              <a:t>condition</a:t>
            </a:r>
            <a:r>
              <a:rPr lang="fr-CA" sz="3600" noProof="0" dirty="0">
                <a:effectLst/>
              </a:rPr>
              <a:t>2]; […])</a:t>
            </a:r>
            <a:endParaRPr lang="fr-CA" noProof="0" dirty="0">
              <a:effectLst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22C097A-B3D2-4C70-BBC0-DE6F8902B4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863" y="2901826"/>
            <a:ext cx="4183062" cy="239896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81FAB0-513F-44EC-8748-15CEEE16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10</a:t>
            </a:fld>
            <a:endParaRPr lang="fr-CA"/>
          </a:p>
        </p:txBody>
      </p:sp>
      <p:pic>
        <p:nvPicPr>
          <p:cNvPr id="9" name="Média en ligne 8" title="Excel P3 D11 Si imbriqué avec ET">
            <a:hlinkClick r:id="" action="ppaction://media"/>
            <a:extLst>
              <a:ext uri="{FF2B5EF4-FFF2-40B4-BE49-F238E27FC236}">
                <a16:creationId xmlns:a16="http://schemas.microsoft.com/office/drawing/2014/main" id="{E7FCF49A-90EC-EE50-C1DC-8D061B42C444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89525" y="2322513"/>
            <a:ext cx="6297613" cy="3557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2384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4CF486-664F-4F0E-931F-12127F46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noProof="0" dirty="0"/>
              <a:t>=SIERREUR(condition, </a:t>
            </a:r>
            <a:r>
              <a:rPr lang="fr-CA" noProof="0" dirty="0" err="1"/>
              <a:t>valeur_si_erreur</a:t>
            </a:r>
            <a:r>
              <a:rPr lang="fr-CA" noProof="0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D100AC-B5ED-472C-A7BC-07E69D70D1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noProof="0" dirty="0"/>
              <a:t>Plus simple de gérer les erreurs avec SIERREUR qu’avec un SI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B42451-9BCE-4BF1-8B46-6F0631F6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11</a:t>
            </a:fld>
            <a:endParaRPr lang="fr-CA" dirty="0"/>
          </a:p>
        </p:txBody>
      </p:sp>
      <p:pic>
        <p:nvPicPr>
          <p:cNvPr id="8" name="Média en ligne 7" title="Excel P3 D12 SIERREuR">
            <a:hlinkClick r:id="" action="ppaction://media"/>
            <a:extLst>
              <a:ext uri="{FF2B5EF4-FFF2-40B4-BE49-F238E27FC236}">
                <a16:creationId xmlns:a16="http://schemas.microsoft.com/office/drawing/2014/main" id="{4F74FF4D-5A67-4F46-36E8-64D488AE5B7C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89525" y="2308934"/>
            <a:ext cx="6297613" cy="3541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80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575DB-41D5-401C-88FB-7C93BE7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noProof="0" dirty="0">
                <a:effectLst/>
              </a:rPr>
              <a:t>=SOMME.SI(plage; critère; [</a:t>
            </a:r>
            <a:r>
              <a:rPr lang="fr-CA" sz="3200" noProof="0" dirty="0" err="1">
                <a:effectLst/>
              </a:rPr>
              <a:t>somme_plage</a:t>
            </a:r>
            <a:r>
              <a:rPr lang="fr-CA" sz="3200" noProof="0" dirty="0">
                <a:effectLst/>
              </a:rPr>
              <a:t>])</a:t>
            </a:r>
            <a:endParaRPr lang="fr-CA" sz="3200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B752F-DB8D-4CE1-B158-CFF711263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3550721"/>
            <a:ext cx="4184035" cy="2490639"/>
          </a:xfrm>
        </p:spPr>
        <p:txBody>
          <a:bodyPr/>
          <a:lstStyle/>
          <a:p>
            <a:r>
              <a:rPr lang="fr-CA" dirty="0"/>
              <a:t>Additionne une plage selon un critère particulier.</a:t>
            </a:r>
          </a:p>
          <a:p>
            <a:r>
              <a:rPr lang="fr-CA" dirty="0"/>
              <a:t>Exemple : Vérifie toutes les factures et lorsque tu verras mon critère (No. Facture = « F2020001 »), alors additionne les montants correspondants.</a:t>
            </a:r>
          </a:p>
        </p:txBody>
      </p:sp>
      <p:pic>
        <p:nvPicPr>
          <p:cNvPr id="10" name="Média en ligne 9" title="Excel P3 D13 SommeSi">
            <a:hlinkClick r:id="" action="ppaction://media"/>
            <a:extLst>
              <a:ext uri="{FF2B5EF4-FFF2-40B4-BE49-F238E27FC236}">
                <a16:creationId xmlns:a16="http://schemas.microsoft.com/office/drawing/2014/main" id="{4195B08E-64CC-566E-3319-5CDEA2BD8B55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61369" y="2194565"/>
            <a:ext cx="6274430" cy="35450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045AF-29D9-4E4F-90A6-9F76881C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338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575DB-41D5-401C-88FB-7C93BE7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2400" noProof="0" dirty="0">
                <a:effectLst/>
              </a:rPr>
              <a:t>=MAX.SI.ENS(</a:t>
            </a:r>
            <a:r>
              <a:rPr lang="fr-CA" sz="2400" noProof="0" dirty="0" err="1">
                <a:effectLst/>
              </a:rPr>
              <a:t>plage_max</a:t>
            </a:r>
            <a:r>
              <a:rPr lang="fr-CA" sz="2400" noProof="0" dirty="0">
                <a:effectLst/>
              </a:rPr>
              <a:t>; plage_critère1; critère1 plage_critère2; critère2, …)</a:t>
            </a:r>
            <a:endParaRPr lang="fr-CA" sz="2400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B752F-DB8D-4CE1-B158-CFF711263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870" y="2663482"/>
            <a:ext cx="3932419" cy="2490639"/>
          </a:xfrm>
        </p:spPr>
        <p:txBody>
          <a:bodyPr/>
          <a:lstStyle/>
          <a:p>
            <a:r>
              <a:rPr lang="fr-CA" dirty="0"/>
              <a:t>Calcule le maximum (ou le minimum avec MIN.SI.ENS) selon un ensemble de critères </a:t>
            </a:r>
          </a:p>
          <a:p>
            <a:r>
              <a:rPr lang="fr-CA" dirty="0"/>
              <a:t>Exemple : Vérifier la note la plus haute parmi les étudiants ayant coulé au moins un examen.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045AF-29D9-4E4F-90A6-9F76881C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13</a:t>
            </a:fld>
            <a:endParaRPr lang="fr-CA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1DA980-0B68-F959-21E9-B3EBF8D0FE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999DAFC-D1E8-4FAB-475D-238944EA0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097" y="1930400"/>
            <a:ext cx="7361358" cy="3880773"/>
          </a:xfrm>
          <a:prstGeom prst="roundRect">
            <a:avLst>
              <a:gd name="adj" fmla="val 392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54557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575DB-41D5-401C-88FB-7C93BE7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200" noProof="0" dirty="0">
                <a:effectLst/>
              </a:rPr>
              <a:t>Critères</a:t>
            </a:r>
            <a:endParaRPr lang="fr-CA" sz="3200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B752F-DB8D-4CE1-B158-CFF711263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9870" y="2663482"/>
            <a:ext cx="3932419" cy="2490639"/>
          </a:xfrm>
        </p:spPr>
        <p:txBody>
          <a:bodyPr/>
          <a:lstStyle/>
          <a:p>
            <a:r>
              <a:rPr lang="fr-CA" dirty="0"/>
              <a:t>On écrit les critères entre guillemets, par exemple "&gt;=60".</a:t>
            </a:r>
          </a:p>
          <a:p>
            <a:r>
              <a:rPr lang="fr-CA" dirty="0"/>
              <a:t>Si on compare avec une cellule, on met l’opérateur entre guillemets, on ajoute un &amp; après, suivi du numéro de cellule. Ex.: "&gt;="&amp;C20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045AF-29D9-4E4F-90A6-9F76881C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14</a:t>
            </a:fld>
            <a:endParaRPr lang="fr-CA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1DA980-0B68-F959-21E9-B3EBF8D0FE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9B12EB9-1136-0C5D-0393-0DEC79AB9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67" y="2068003"/>
            <a:ext cx="7617533" cy="3832555"/>
          </a:xfrm>
          <a:prstGeom prst="roundRect">
            <a:avLst>
              <a:gd name="adj" fmla="val 552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13550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5943749-239C-43CB-AF93-4954CABE46C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30219" y="2700867"/>
            <a:ext cx="7743783" cy="1826581"/>
          </a:xfrm>
        </p:spPr>
        <p:txBody>
          <a:bodyPr/>
          <a:lstStyle/>
          <a:p>
            <a:r>
              <a:rPr lang="fr-CA" noProof="0" dirty="0"/>
              <a:t>2c) Fonctions de date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E6B9066-88B4-4E51-A43B-31B99EDC4F15}"/>
              </a:ext>
            </a:extLst>
          </p:cNvPr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BB1E639-E277-4276-A370-1F21E64D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676908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575DB-41D5-401C-88FB-7C93BE7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noProof="0" dirty="0">
                <a:effectLst/>
              </a:rPr>
              <a:t>Retour sur les numéros de série </a:t>
            </a:r>
            <a:br>
              <a:rPr lang="fr-CA" sz="3600" noProof="0" dirty="0">
                <a:effectLst/>
              </a:rPr>
            </a:br>
            <a:r>
              <a:rPr lang="fr-CA" sz="3600" noProof="0" dirty="0">
                <a:effectLst/>
              </a:rPr>
              <a:t>cachés derrière les dates</a:t>
            </a:r>
            <a:endParaRPr lang="fr-CA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B752F-DB8D-4CE1-B158-CFF711263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Je tape : 1900-01-01</a:t>
            </a:r>
          </a:p>
          <a:p>
            <a:r>
              <a:rPr lang="fr-CA" dirty="0"/>
              <a:t>Si j’efface le format, j’obtiens 1</a:t>
            </a:r>
          </a:p>
          <a:p>
            <a:r>
              <a:rPr lang="fr-CA" dirty="0"/>
              <a:t>Idem à l’inverse</a:t>
            </a:r>
          </a:p>
          <a:p>
            <a:pPr lvl="1"/>
            <a:r>
              <a:rPr lang="fr-CA" dirty="0"/>
              <a:t>Je tape 1</a:t>
            </a:r>
          </a:p>
          <a:p>
            <a:pPr lvl="1"/>
            <a:r>
              <a:rPr lang="fr-CA" dirty="0"/>
              <a:t>J’applique le format Date courte</a:t>
            </a:r>
          </a:p>
          <a:p>
            <a:pPr lvl="1"/>
            <a:r>
              <a:rPr lang="fr-CA" dirty="0"/>
              <a:t>J’obtiens le 1</a:t>
            </a:r>
            <a:r>
              <a:rPr lang="fr-CA" baseline="30000" dirty="0"/>
              <a:t>er</a:t>
            </a:r>
            <a:r>
              <a:rPr lang="fr-CA" dirty="0"/>
              <a:t> janvier 1900</a:t>
            </a:r>
          </a:p>
          <a:p>
            <a:pPr marL="457200" lvl="1" indent="0">
              <a:buNone/>
            </a:pPr>
            <a:endParaRPr lang="fr-CA" dirty="0"/>
          </a:p>
          <a:p>
            <a:r>
              <a:rPr lang="fr-CA" dirty="0"/>
              <a:t>EXERCICE</a:t>
            </a:r>
          </a:p>
          <a:p>
            <a:pPr lvl="1"/>
            <a:r>
              <a:rPr lang="fr-CA" dirty="0"/>
              <a:t>À votre tour d’essayer ceci!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045AF-29D9-4E4F-90A6-9F76881C6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16</a:t>
            </a:fld>
            <a:endParaRPr lang="fr-CA"/>
          </a:p>
        </p:txBody>
      </p:sp>
      <p:pic>
        <p:nvPicPr>
          <p:cNvPr id="8" name="Média en ligne 7" title="Excel P2 D12 Retour sur les numéros de série">
            <a:hlinkClick r:id="" action="ppaction://media"/>
            <a:extLst>
              <a:ext uri="{FF2B5EF4-FFF2-40B4-BE49-F238E27FC236}">
                <a16:creationId xmlns:a16="http://schemas.microsoft.com/office/drawing/2014/main" id="{D286D066-1433-885F-34BE-F612D752C2F9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432148" y="2160589"/>
            <a:ext cx="6317029" cy="35683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4355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EA595-9AD2-4BD5-8DA5-5828F160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=DATE(année; mois; jour)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082BBC-86B1-4EE7-A257-C898E1CC9A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Imaginons une </a:t>
            </a:r>
            <a:r>
              <a:rPr lang="fr-CA" b="1" dirty="0"/>
              <a:t>date </a:t>
            </a:r>
            <a:r>
              <a:rPr lang="fr-CA" dirty="0"/>
              <a:t>séparée en 3 constantes dans différentes cellules</a:t>
            </a:r>
          </a:p>
          <a:p>
            <a:r>
              <a:rPr lang="fr-CA" dirty="0"/>
              <a:t>Je peux utiliser une fonction qui va la rassembler en une seule cellule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D50922-407A-41C5-BD74-1CD2A4B3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17</a:t>
            </a:fld>
            <a:endParaRPr lang="fr-CA"/>
          </a:p>
        </p:txBody>
      </p:sp>
      <p:pic>
        <p:nvPicPr>
          <p:cNvPr id="8" name="Média en ligne 7" title="Excel P2 D13   Fonction Date">
            <a:hlinkClick r:id="" action="ppaction://media"/>
            <a:extLst>
              <a:ext uri="{FF2B5EF4-FFF2-40B4-BE49-F238E27FC236}">
                <a16:creationId xmlns:a16="http://schemas.microsoft.com/office/drawing/2014/main" id="{D5932212-8F85-1262-CB48-71867CD76665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170350" y="2160589"/>
            <a:ext cx="6344316" cy="35837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7897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8E3B5F12-8D00-4472-AF23-89133EEC4C3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fr-CA" sz="3600" b="0" i="1" kern="1200" noProof="0" smtClean="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</m:oMath>
                </a14:m>
                <a:r>
                  <a:rPr lang="fr-CA" sz="3600" noProof="0" dirty="0">
                    <a:effectLst/>
                  </a:rPr>
                  <a:t>AUJOURDHUI() vs =MAINTENANT()</a:t>
                </a:r>
                <a:endParaRPr lang="fr-CA" noProof="0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8E3B5F12-8D00-4472-AF23-89133EEC4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t="-645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F5E2E2-4B0A-4BA8-8AFB-5C9EFCAE93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Date du jour (avec ou sans les heures)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581672-297F-4AB4-8480-78351369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18</a:t>
            </a:fld>
            <a:endParaRPr lang="fr-CA"/>
          </a:p>
        </p:txBody>
      </p:sp>
      <p:pic>
        <p:nvPicPr>
          <p:cNvPr id="8" name="Média en ligne 7" title="Excel P2 D14 Fonctions Aujourdhui VS Maintenant">
            <a:hlinkClick r:id="" action="ppaction://media"/>
            <a:extLst>
              <a:ext uri="{FF2B5EF4-FFF2-40B4-BE49-F238E27FC236}">
                <a16:creationId xmlns:a16="http://schemas.microsoft.com/office/drawing/2014/main" id="{C349D77F-406C-478D-5EDB-0788D8C2B817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4975668" y="2092604"/>
            <a:ext cx="6703396" cy="37865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3244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721754E-B0FE-4948-BA23-C698BB643D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fr-CA" sz="2800" b="0" i="1" kern="1200" noProof="0" smtClean="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A" sz="2800" noProof="0" dirty="0">
                    <a:effectLst/>
                  </a:rPr>
                  <a:t>JOUR(</a:t>
                </a:r>
                <a:r>
                  <a:rPr lang="en-US" sz="2800" dirty="0" err="1"/>
                  <a:t>no_serie_date</a:t>
                </a:r>
                <a:r>
                  <a:rPr lang="en-US" sz="2800" dirty="0"/>
                  <a:t>)</a:t>
                </a:r>
                <a:br>
                  <a:rPr lang="en-US" sz="2800" dirty="0"/>
                </a:br>
                <a14:m>
                  <m:oMath xmlns:m="http://schemas.openxmlformats.org/officeDocument/2006/math">
                    <m:r>
                      <a:rPr lang="fr-CA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A" sz="2800" dirty="0"/>
                  <a:t>MOIS(</a:t>
                </a:r>
                <a:r>
                  <a:rPr lang="en-US" sz="2800" dirty="0" err="1"/>
                  <a:t>no_serie_date</a:t>
                </a:r>
                <a:r>
                  <a:rPr lang="en-US" sz="2800" dirty="0"/>
                  <a:t>)</a:t>
                </a:r>
                <a:br>
                  <a:rPr lang="fr-CA" sz="2800" dirty="0"/>
                </a:br>
                <a14:m>
                  <m:oMath xmlns:m="http://schemas.openxmlformats.org/officeDocument/2006/math">
                    <m:r>
                      <a:rPr lang="fr-CA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CA" sz="2800" dirty="0"/>
                  <a:t>ANNEE(</a:t>
                </a:r>
                <a:r>
                  <a:rPr lang="en-US" sz="2800" dirty="0" err="1"/>
                  <a:t>no_serie_date</a:t>
                </a:r>
                <a:r>
                  <a:rPr lang="en-US" sz="2800" dirty="0"/>
                  <a:t>)</a:t>
                </a:r>
                <a:endParaRPr lang="fr-CA" sz="2800" noProof="0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721754E-B0FE-4948-BA23-C698BB643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t="-4147" b="-17051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5C167B-C98F-45FB-A6FA-7EE93B0A6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2886481" cy="3880772"/>
          </a:xfrm>
        </p:spPr>
        <p:txBody>
          <a:bodyPr/>
          <a:lstStyle/>
          <a:p>
            <a:r>
              <a:rPr lang="fr-CA" dirty="0"/>
              <a:t>Éclate une constante de type date en 3 éléments séparés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9ED0BEC-5FBC-40FA-9885-D1603B076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19</a:t>
            </a:fld>
            <a:endParaRPr lang="fr-CA"/>
          </a:p>
        </p:txBody>
      </p:sp>
      <p:pic>
        <p:nvPicPr>
          <p:cNvPr id="8" name="Média en ligne 7" title="Excel P2 D15   Jours Mois Année">
            <a:hlinkClick r:id="" action="ppaction://media"/>
            <a:extLst>
              <a:ext uri="{FF2B5EF4-FFF2-40B4-BE49-F238E27FC236}">
                <a16:creationId xmlns:a16="http://schemas.microsoft.com/office/drawing/2014/main" id="{444B5B62-940A-D871-1132-38CD83E2A297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788120" y="2039562"/>
            <a:ext cx="7298704" cy="4122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0401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1C464-48ED-433E-A8BF-08541D31A8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2804420" cy="3880772"/>
          </a:xfrm>
        </p:spPr>
        <p:txBody>
          <a:bodyPr/>
          <a:lstStyle/>
          <a:p>
            <a:r>
              <a:rPr lang="fr-CA" dirty="0"/>
              <a:t>Afficher le dernier jour du mois d’une date (si le 2</a:t>
            </a:r>
            <a:r>
              <a:rPr lang="fr-CA" baseline="30000" dirty="0"/>
              <a:t>e</a:t>
            </a:r>
            <a:r>
              <a:rPr lang="fr-CA" dirty="0"/>
              <a:t> paramètre est 0)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C974C4-D34D-41C2-A6F6-8F263707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20</a:t>
            </a:fld>
            <a:endParaRPr lang="fr-CA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025E908-4B9C-4829-8517-D128388D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181166" cy="1320800"/>
          </a:xfrm>
        </p:spPr>
        <p:txBody>
          <a:bodyPr>
            <a:normAutofit/>
          </a:bodyPr>
          <a:lstStyle/>
          <a:p>
            <a:r>
              <a:rPr lang="fr-CA" dirty="0"/>
              <a:t>=FIN.MOIS(</a:t>
            </a:r>
            <a:r>
              <a:rPr lang="fr-CA" dirty="0" err="1"/>
              <a:t>date_départ</a:t>
            </a:r>
            <a:r>
              <a:rPr lang="fr-CA" dirty="0"/>
              <a:t>; mois)</a:t>
            </a:r>
          </a:p>
        </p:txBody>
      </p:sp>
      <p:pic>
        <p:nvPicPr>
          <p:cNvPr id="8" name="Média en ligne 7" title="Excel P2 D16 Fin Mois">
            <a:hlinkClick r:id="" action="ppaction://media"/>
            <a:extLst>
              <a:ext uri="{FF2B5EF4-FFF2-40B4-BE49-F238E27FC236}">
                <a16:creationId xmlns:a16="http://schemas.microsoft.com/office/drawing/2014/main" id="{A3ACE130-588E-4F11-E6A0-1DE891DA72B4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880338" y="1699846"/>
            <a:ext cx="7552856" cy="4266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2144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1C464-48ED-433E-A8BF-08541D31A8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Quel est le jour de la semaine de telle date?</a:t>
            </a:r>
          </a:p>
          <a:p>
            <a:r>
              <a:rPr lang="fr-CA" dirty="0"/>
              <a:t>Type de retour par défaut :</a:t>
            </a:r>
          </a:p>
          <a:p>
            <a:pPr lvl="1"/>
            <a:r>
              <a:rPr lang="fr-CA" dirty="0"/>
              <a:t>1 = Dimanche</a:t>
            </a:r>
          </a:p>
          <a:p>
            <a:pPr lvl="1"/>
            <a:r>
              <a:rPr lang="fr-CA" dirty="0"/>
              <a:t>7 = Samedi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C974C4-D34D-41C2-A6F6-8F263707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21</a:t>
            </a:fld>
            <a:endParaRPr lang="fr-CA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025E908-4B9C-4829-8517-D128388D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181166" cy="1320800"/>
          </a:xfrm>
        </p:spPr>
        <p:txBody>
          <a:bodyPr>
            <a:normAutofit/>
          </a:bodyPr>
          <a:lstStyle/>
          <a:p>
            <a:r>
              <a:rPr lang="fr-CA" dirty="0"/>
              <a:t>=JOURSEM(</a:t>
            </a:r>
            <a:r>
              <a:rPr lang="fr-CA" dirty="0" err="1"/>
              <a:t>date_départ</a:t>
            </a:r>
            <a:r>
              <a:rPr lang="fr-CA" dirty="0"/>
              <a:t>; [</a:t>
            </a:r>
            <a:r>
              <a:rPr lang="fr-CA" dirty="0" err="1"/>
              <a:t>type_retour</a:t>
            </a:r>
            <a:r>
              <a:rPr lang="fr-CA" dirty="0"/>
              <a:t>])</a:t>
            </a:r>
          </a:p>
        </p:txBody>
      </p:sp>
      <p:pic>
        <p:nvPicPr>
          <p:cNvPr id="8" name="Média en ligne 7" title="Excel P2 D17 JourSem">
            <a:hlinkClick r:id="" action="ppaction://media"/>
            <a:extLst>
              <a:ext uri="{FF2B5EF4-FFF2-40B4-BE49-F238E27FC236}">
                <a16:creationId xmlns:a16="http://schemas.microsoft.com/office/drawing/2014/main" id="{0B5E4D41-82A0-8B4F-1E99-D57224530DD2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55227" y="1926610"/>
            <a:ext cx="7090588" cy="40052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513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1C464-48ED-433E-A8BF-08541D31A8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CA" dirty="0"/>
              <a:t>Connaître l’âge de quelqu’un selon la date du jour et sa date de naissance.</a:t>
            </a:r>
          </a:p>
          <a:p>
            <a:r>
              <a:rPr lang="fr-CA" b="1" dirty="0"/>
              <a:t>FORMULE</a:t>
            </a:r>
            <a:br>
              <a:rPr lang="fr-CA" dirty="0"/>
            </a:br>
            <a:r>
              <a:rPr lang="fr-CA" dirty="0">
                <a:latin typeface="Courier New" panose="02070309020205020404" pitchFamily="49" charset="0"/>
                <a:cs typeface="Courier New" panose="02070309020205020404" pitchFamily="49" charset="0"/>
              </a:rPr>
              <a:t>=(DATEDUJOUR – DATENAISSANCE) / 365,25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C974C4-D34D-41C2-A6F6-8F263707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22</a:t>
            </a:fld>
            <a:endParaRPr lang="fr-CA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025E908-4B9C-4829-8517-D128388D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181166" cy="1320800"/>
          </a:xfrm>
        </p:spPr>
        <p:txBody>
          <a:bodyPr>
            <a:normAutofit/>
          </a:bodyPr>
          <a:lstStyle/>
          <a:p>
            <a:r>
              <a:rPr lang="fr-CA" dirty="0"/>
              <a:t>Exercice intégrateur</a:t>
            </a:r>
          </a:p>
        </p:txBody>
      </p:sp>
      <p:pic>
        <p:nvPicPr>
          <p:cNvPr id="6" name="Média en ligne 5" title="Excel P2 D18 Exercice intégrateur">
            <a:hlinkClick r:id="" action="ppaction://media"/>
            <a:extLst>
              <a:ext uri="{FF2B5EF4-FFF2-40B4-BE49-F238E27FC236}">
                <a16:creationId xmlns:a16="http://schemas.microsoft.com/office/drawing/2014/main" id="{2A76DB77-6367-9083-2F71-76F93676A811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054355" y="2094314"/>
            <a:ext cx="6575425" cy="3714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1049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AC9716-6FD1-CABC-7D8F-04FD3496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2d) Insertion de graphiques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02DF24-1EA0-CEA5-180A-B0AD60D8C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6C694C-B586-9B68-6FC4-2B1246DB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42814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0DFDC-FBB4-6F59-757F-323751D7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Insérer un histogramme vs un diagramme de secteur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5554BD1A-F754-2834-ED2C-E7936813A9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334" y="2160589"/>
            <a:ext cx="3144388" cy="1889978"/>
          </a:xfrm>
          <a:prstGeom prst="rect">
            <a:avLst/>
          </a:prstGeom>
        </p:spPr>
      </p:pic>
      <p:pic>
        <p:nvPicPr>
          <p:cNvPr id="14" name="Média en ligne 13" title="Excel P2 D25 Histogramme vs secteurs">
            <a:hlinkClick r:id="" action="ppaction://media"/>
            <a:extLst>
              <a:ext uri="{FF2B5EF4-FFF2-40B4-BE49-F238E27FC236}">
                <a16:creationId xmlns:a16="http://schemas.microsoft.com/office/drawing/2014/main" id="{23A66AA7-A2F4-C6F1-42F5-1F8B97F6E6DA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229100" y="2160588"/>
            <a:ext cx="6900863" cy="38814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104A68-E94F-C935-1907-991074AC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24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31FB30-3E91-1D6F-E151-6A34E328ECAD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5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61A1BC6-4561-6714-A344-36713DD72171}"/>
              </a:ext>
            </a:extLst>
          </p:cNvPr>
          <p:cNvSpPr txBox="1"/>
          <p:nvPr/>
        </p:nvSpPr>
        <p:spPr>
          <a:xfrm>
            <a:off x="5975571" y="1422750"/>
            <a:ext cx="4980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05 Éléments graphiques 4.xlsx</a:t>
            </a:r>
            <a:r>
              <a:rPr lang="fr-CA" sz="1400" baseline="30000" dirty="0">
                <a:solidFill>
                  <a:srgbClr val="7030A0"/>
                </a:solidFill>
              </a:rPr>
              <a:t>1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les graphiques ci-contre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81EB8B3-9C96-90D2-EB95-1DD7A4796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151383"/>
            <a:ext cx="3144390" cy="18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51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0DFDC-FBB4-6F59-757F-323751D7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Personnaliser les graphiques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CF9B9938-919A-8370-235D-77D35CABA3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77863" y="2169219"/>
            <a:ext cx="4183062" cy="2755286"/>
          </a:xfrm>
          <a:prstGeom prst="rect">
            <a:avLst/>
          </a:prstGeom>
        </p:spPr>
      </p:pic>
      <p:pic>
        <p:nvPicPr>
          <p:cNvPr id="13" name="Média en ligne 12" title="Excel P2 D26 Personnaliser un graphique">
            <a:hlinkClick r:id="" action="ppaction://media"/>
            <a:extLst>
              <a:ext uri="{FF2B5EF4-FFF2-40B4-BE49-F238E27FC236}">
                <a16:creationId xmlns:a16="http://schemas.microsoft.com/office/drawing/2014/main" id="{DCCD7A95-1EE6-8A2A-E0BB-6EB94DCA728B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89525" y="2330450"/>
            <a:ext cx="6297613" cy="35417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104A68-E94F-C935-1907-991074AC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7F5D2-7F37-4738-9DBB-D901C2C150F0}" type="slidenum">
              <a:rPr lang="fr-CA" smtClean="0"/>
              <a:t>25</a:t>
            </a:fld>
            <a:endParaRPr lang="fr-CA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31FB30-3E91-1D6F-E151-6A34E328ECAD}"/>
              </a:ext>
            </a:extLst>
          </p:cNvPr>
          <p:cNvSpPr txBox="1"/>
          <p:nvPr/>
        </p:nvSpPr>
        <p:spPr>
          <a:xfrm>
            <a:off x="537298" y="6562934"/>
            <a:ext cx="10876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baseline="30000" dirty="0"/>
              <a:t>1</a:t>
            </a:r>
            <a:r>
              <a:rPr lang="fr-CA" sz="800" dirty="0"/>
              <a:t>Source: Le fichier provient de l’éditeur </a:t>
            </a:r>
            <a:r>
              <a:rPr lang="fr-CA" sz="800" dirty="0" err="1"/>
              <a:t>Logitell</a:t>
            </a:r>
            <a:r>
              <a:rPr lang="fr-CA" sz="800" dirty="0"/>
              <a:t>, Excel 2016 - Fonctions de base, </a:t>
            </a:r>
            <a:r>
              <a:rPr lang="fr-CA" sz="800" dirty="0">
                <a:hlinkClick r:id="rId5"/>
              </a:rPr>
              <a:t>https://www.logitell.com/fr/livre-de-lecture/excel-2016---fonctions-de-base</a:t>
            </a:r>
            <a:r>
              <a:rPr lang="fr-CA" sz="800" dirty="0"/>
              <a:t>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F9AA41-02A0-906D-DB43-1D1C20C8A83E}"/>
              </a:ext>
            </a:extLst>
          </p:cNvPr>
          <p:cNvSpPr txBox="1"/>
          <p:nvPr/>
        </p:nvSpPr>
        <p:spPr>
          <a:xfrm>
            <a:off x="427699" y="1422750"/>
            <a:ext cx="49805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Ouvrez le fichier </a:t>
            </a:r>
            <a:r>
              <a:rPr lang="fr-CA" sz="1400" dirty="0">
                <a:solidFill>
                  <a:schemeClr val="accent3"/>
                </a:solidFill>
              </a:rPr>
              <a:t>05 Écart des ventes 4.xlsx</a:t>
            </a:r>
            <a:r>
              <a:rPr lang="fr-CA" sz="1400" baseline="30000" dirty="0">
                <a:solidFill>
                  <a:srgbClr val="7030A0"/>
                </a:solidFill>
              </a:rPr>
              <a:t>1</a:t>
            </a:r>
            <a:endParaRPr lang="fr-CA" sz="14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Tentez de refaire les graphiques ci-contre</a:t>
            </a:r>
            <a:endParaRPr lang="fr-CA" sz="1400" baseline="30000" dirty="0">
              <a:solidFill>
                <a:srgbClr val="7030A0"/>
              </a:solidFill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fr-CA" sz="1400" dirty="0">
                <a:solidFill>
                  <a:srgbClr val="7030A0"/>
                </a:solidFill>
              </a:rPr>
              <a:t>Prenez des notes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endParaRPr lang="fr-CA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02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BED666-3429-4A18-8D27-EB9710F86173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Milieu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A40A975-3DD2-42E4-80DA-D70600175824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dirty="0"/>
              <a:t>Fin de la partie 2</a:t>
            </a:r>
          </a:p>
        </p:txBody>
      </p:sp>
      <p:pic>
        <p:nvPicPr>
          <p:cNvPr id="7" name="Image 6" descr="Une image contenant signe, dessin&#10;&#10;Description générée automatiquement">
            <a:extLst>
              <a:ext uri="{FF2B5EF4-FFF2-40B4-BE49-F238E27FC236}">
                <a16:creationId xmlns:a16="http://schemas.microsoft.com/office/drawing/2014/main" id="{AF8AAAA8-543A-4BC9-B938-C4BE96FD98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747" y="1016846"/>
            <a:ext cx="3124206" cy="167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7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3_Facette">
  <a:themeElements>
    <a:clrScheme name="Rouge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4.xml><?xml version="1.0" encoding="utf-8"?>
<a:theme xmlns:a="http://schemas.openxmlformats.org/drawingml/2006/main" name="2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783</Words>
  <Application>Microsoft Office PowerPoint</Application>
  <PresentationFormat>Grand écran</PresentationFormat>
  <Paragraphs>112</Paragraphs>
  <Slides>26</Slides>
  <Notes>0</Notes>
  <HiddenSlides>0</HiddenSlides>
  <MMClips>17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26</vt:i4>
      </vt:variant>
    </vt:vector>
  </HeadingPairs>
  <TitlesOfParts>
    <vt:vector size="36" baseType="lpstr">
      <vt:lpstr>Arial</vt:lpstr>
      <vt:lpstr>Blackadder ITC</vt:lpstr>
      <vt:lpstr>Cambria Math</vt:lpstr>
      <vt:lpstr>Courier New</vt:lpstr>
      <vt:lpstr>Trebuchet MS</vt:lpstr>
      <vt:lpstr>Wingdings 3</vt:lpstr>
      <vt:lpstr>Facette</vt:lpstr>
      <vt:lpstr>Facette</vt:lpstr>
      <vt:lpstr>3_Facette</vt:lpstr>
      <vt:lpstr>2_Facette</vt:lpstr>
      <vt:lpstr>Milieu informatique</vt:lpstr>
      <vt:lpstr>Contenu</vt:lpstr>
      <vt:lpstr>2a) Formules de base (suite)</vt:lpstr>
      <vt:lpstr>Recopie et types de références</vt:lpstr>
      <vt:lpstr>Insérer des fonctions</vt:lpstr>
      <vt:lpstr>Convertir des formules en constantes</vt:lpstr>
      <vt:lpstr>2b)  Fonctions conditionnelles  et fonctions logiques</vt:lpstr>
      <vt:lpstr>=SI(condition; si_vrai; si_faux)</vt:lpstr>
      <vt:lpstr>Si imbriqué</vt:lpstr>
      <vt:lpstr>=ET(condition1; [condition2]; […])</vt:lpstr>
      <vt:lpstr>=SIERREUR(condition, valeur_si_erreur)</vt:lpstr>
      <vt:lpstr>=SOMME.SI(plage; critère; [somme_plage])</vt:lpstr>
      <vt:lpstr>=MAX.SI.ENS(plage_max; plage_critère1; critère1 plage_critère2; critère2, …)</vt:lpstr>
      <vt:lpstr>Critères</vt:lpstr>
      <vt:lpstr>2c) Fonctions de date</vt:lpstr>
      <vt:lpstr>Retour sur les numéros de série  cachés derrière les dates</vt:lpstr>
      <vt:lpstr>=DATE(année; mois; jour)</vt:lpstr>
      <vt:lpstr>=AUJOURDHUI() vs =MAINTENANT()</vt:lpstr>
      <vt:lpstr>=JOUR(no_serie_date) =MOIS(no_serie_date) =ANNEE(no_serie_date)</vt:lpstr>
      <vt:lpstr>=FIN.MOIS(date_départ; mois)</vt:lpstr>
      <vt:lpstr>=JOURSEM(date_départ; [type_retour])</vt:lpstr>
      <vt:lpstr>Exercice intégrateur</vt:lpstr>
      <vt:lpstr>2d) Insertion de graphiques</vt:lpstr>
      <vt:lpstr>Insérer un histogramme vs un diagramme de secteur</vt:lpstr>
      <vt:lpstr>Personnaliser les graphiques</vt:lpstr>
      <vt:lpstr>Milieu informatique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Martin Hardy</dc:creator>
  <cp:lastModifiedBy>Christopher Coulombe</cp:lastModifiedBy>
  <cp:revision>3</cp:revision>
  <dcterms:created xsi:type="dcterms:W3CDTF">2022-08-29T18:25:38Z</dcterms:created>
  <dcterms:modified xsi:type="dcterms:W3CDTF">2024-09-16T18:41:05Z</dcterms:modified>
</cp:coreProperties>
</file>