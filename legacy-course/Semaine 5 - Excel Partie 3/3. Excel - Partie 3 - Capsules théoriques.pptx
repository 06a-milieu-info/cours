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700" r:id="rId3"/>
    <p:sldMasterId id="2147483737" r:id="rId4"/>
  </p:sldMasterIdLst>
  <p:handoutMasterIdLst>
    <p:handoutMasterId r:id="rId32"/>
  </p:handoutMasterIdLst>
  <p:sldIdLst>
    <p:sldId id="257" r:id="rId5"/>
    <p:sldId id="303" r:id="rId6"/>
    <p:sldId id="258" r:id="rId7"/>
    <p:sldId id="286" r:id="rId8"/>
    <p:sldId id="295" r:id="rId9"/>
    <p:sldId id="294" r:id="rId10"/>
    <p:sldId id="299" r:id="rId11"/>
    <p:sldId id="312" r:id="rId12"/>
    <p:sldId id="277" r:id="rId13"/>
    <p:sldId id="278" r:id="rId14"/>
    <p:sldId id="279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266" r:id="rId24"/>
    <p:sldId id="291" r:id="rId25"/>
    <p:sldId id="292" r:id="rId26"/>
    <p:sldId id="316" r:id="rId27"/>
    <p:sldId id="317" r:id="rId28"/>
    <p:sldId id="318" r:id="rId29"/>
    <p:sldId id="319" r:id="rId30"/>
    <p:sldId id="273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0CB99A-2A3B-4FBA-A49D-D3A3C5B07DF6}" v="175" dt="2023-09-17T20:09:20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648" autoAdjust="0"/>
  </p:normalViewPr>
  <p:slideViewPr>
    <p:cSldViewPr snapToGrid="0">
      <p:cViewPr>
        <p:scale>
          <a:sx n="75" d="100"/>
          <a:sy n="75" d="100"/>
        </p:scale>
        <p:origin x="372" y="-186"/>
      </p:cViewPr>
      <p:guideLst/>
    </p:cSldViewPr>
  </p:slideViewPr>
  <p:outlineViewPr>
    <p:cViewPr>
      <p:scale>
        <a:sx n="33" d="100"/>
        <a:sy n="33" d="100"/>
      </p:scale>
      <p:origin x="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8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Hardy" userId="18c45b91-9529-4376-afee-15439663c977" providerId="ADAL" clId="{3297047B-4D3B-44B9-BEFE-F4C36E9EC3F0}"/>
    <pc:docChg chg="undo custSel addSld delSld modSld">
      <pc:chgData name="Martin Hardy" userId="18c45b91-9529-4376-afee-15439663c977" providerId="ADAL" clId="{3297047B-4D3B-44B9-BEFE-F4C36E9EC3F0}" dt="2022-09-27T17:12:51.572" v="318" actId="207"/>
      <pc:docMkLst>
        <pc:docMk/>
      </pc:docMkLst>
      <pc:sldChg chg="modSp add mod">
        <pc:chgData name="Martin Hardy" userId="18c45b91-9529-4376-afee-15439663c977" providerId="ADAL" clId="{3297047B-4D3B-44B9-BEFE-F4C36E9EC3F0}" dt="2022-09-13T16:52:20.838" v="167" actId="20577"/>
        <pc:sldMkLst>
          <pc:docMk/>
          <pc:sldMk cId="436769087" sldId="258"/>
        </pc:sldMkLst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436769087" sldId="258"/>
            <ac:spMk id="3" creationId="{3BB1E639-E277-4276-A370-1F21E64DA84F}"/>
          </ac:spMkLst>
        </pc:spChg>
        <pc:spChg chg="mod">
          <ac:chgData name="Martin Hardy" userId="18c45b91-9529-4376-afee-15439663c977" providerId="ADAL" clId="{3297047B-4D3B-44B9-BEFE-F4C36E9EC3F0}" dt="2022-09-13T16:52:20.838" v="167" actId="20577"/>
          <ac:spMkLst>
            <pc:docMk/>
            <pc:sldMk cId="436769087" sldId="258"/>
            <ac:spMk id="4" creationId="{95943749-239C-43CB-AF93-4954CABE46C2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436769087" sldId="258"/>
            <ac:spMk id="5" creationId="{AE6B9066-88B4-4E51-A43B-31B99EDC4F15}"/>
          </ac:spMkLst>
        </pc:spChg>
      </pc:sldChg>
      <pc:sldChg chg="modSp add del">
        <pc:chgData name="Martin Hardy" userId="18c45b91-9529-4376-afee-15439663c977" providerId="ADAL" clId="{3297047B-4D3B-44B9-BEFE-F4C36E9EC3F0}" dt="2022-09-13T16:44:51.989" v="130"/>
        <pc:sldMkLst>
          <pc:docMk/>
          <pc:sldMk cId="516294894" sldId="263"/>
        </pc:sldMkLst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516294894" sldId="263"/>
            <ac:spMk id="2" creationId="{EFEC1B32-5AF7-47A8-A9A7-4C02ABE752AD}"/>
          </ac:spMkLst>
        </pc:spChg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516294894" sldId="263"/>
            <ac:spMk id="7" creationId="{7112BE7C-1C1B-4F5A-B20E-6478BD5B0E10}"/>
          </ac:spMkLst>
        </pc:spChg>
      </pc:sldChg>
      <pc:sldChg chg="modSp add del mod">
        <pc:chgData name="Martin Hardy" userId="18c45b91-9529-4376-afee-15439663c977" providerId="ADAL" clId="{3297047B-4D3B-44B9-BEFE-F4C36E9EC3F0}" dt="2022-09-13T16:55:29.858" v="177" actId="14100"/>
        <pc:sldMkLst>
          <pc:docMk/>
          <pc:sldMk cId="1823844879" sldId="264"/>
        </pc:sldMkLst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1823844879" sldId="264"/>
            <ac:spMk id="2" creationId="{032431EE-1582-4D5E-AD33-F3FD6B31852D}"/>
          </ac:spMkLst>
        </pc:spChg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1823844879" sldId="264"/>
            <ac:spMk id="5" creationId="{F681FAB0-513F-44EC-8748-15CEEE16FB9F}"/>
          </ac:spMkLst>
        </pc:spChg>
        <pc:picChg chg="mod">
          <ac:chgData name="Martin Hardy" userId="18c45b91-9529-4376-afee-15439663c977" providerId="ADAL" clId="{3297047B-4D3B-44B9-BEFE-F4C36E9EC3F0}" dt="2022-09-13T16:55:29.858" v="177" actId="14100"/>
          <ac:picMkLst>
            <pc:docMk/>
            <pc:sldMk cId="1823844879" sldId="264"/>
            <ac:picMk id="3" creationId="{267F980E-B00E-433C-89DF-F7CF953B0969}"/>
          </ac:picMkLst>
        </pc:picChg>
        <pc:picChg chg="mod">
          <ac:chgData name="Martin Hardy" userId="18c45b91-9529-4376-afee-15439663c977" providerId="ADAL" clId="{3297047B-4D3B-44B9-BEFE-F4C36E9EC3F0}" dt="2022-09-13T16:55:22.856" v="175" actId="1076"/>
          <ac:picMkLst>
            <pc:docMk/>
            <pc:sldMk cId="1823844879" sldId="264"/>
            <ac:picMk id="6" creationId="{322C097A-B3D2-4C70-BBC0-DE6F8902B4EA}"/>
          </ac:picMkLst>
        </pc:picChg>
        <pc:picChg chg="mod">
          <ac:chgData name="Martin Hardy" userId="18c45b91-9529-4376-afee-15439663c977" providerId="ADAL" clId="{3297047B-4D3B-44B9-BEFE-F4C36E9EC3F0}" dt="2022-09-13T16:55:24.680" v="176" actId="1076"/>
          <ac:picMkLst>
            <pc:docMk/>
            <pc:sldMk cId="1823844879" sldId="264"/>
            <ac:picMk id="7" creationId="{5B6668B6-8FF2-4554-9D94-99C9BF07FDD8}"/>
          </ac:picMkLst>
        </pc:picChg>
      </pc:sldChg>
      <pc:sldChg chg="modSp add del">
        <pc:chgData name="Martin Hardy" userId="18c45b91-9529-4376-afee-15439663c977" providerId="ADAL" clId="{3297047B-4D3B-44B9-BEFE-F4C36E9EC3F0}" dt="2022-09-13T16:44:51.989" v="130"/>
        <pc:sldMkLst>
          <pc:docMk/>
          <pc:sldMk cId="398004097" sldId="265"/>
        </pc:sldMkLst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398004097" sldId="265"/>
            <ac:spMk id="2" creationId="{444CF486-664F-4F0E-931F-12127F466448}"/>
          </ac:spMkLst>
        </pc:spChg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398004097" sldId="265"/>
            <ac:spMk id="3" creationId="{5DD100AC-B5ED-472C-A7BC-07E69D70D178}"/>
          </ac:spMkLst>
        </pc:spChg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398004097" sldId="265"/>
            <ac:spMk id="5" creationId="{4AB42451-9BCE-4BF1-8B46-6F0631F6103C}"/>
          </ac:spMkLst>
        </pc:spChg>
        <pc:picChg chg="mod">
          <ac:chgData name="Martin Hardy" userId="18c45b91-9529-4376-afee-15439663c977" providerId="ADAL" clId="{3297047B-4D3B-44B9-BEFE-F4C36E9EC3F0}" dt="2022-09-13T16:44:51.989" v="130"/>
          <ac:picMkLst>
            <pc:docMk/>
            <pc:sldMk cId="398004097" sldId="265"/>
            <ac:picMk id="6" creationId="{CAAD06EB-7F20-4EFC-B74F-822CEE58A80F}"/>
          </ac:picMkLst>
        </pc:picChg>
      </pc:sldChg>
      <pc:sldChg chg="delSp modSp mod setBg">
        <pc:chgData name="Martin Hardy" userId="18c45b91-9529-4376-afee-15439663c977" providerId="ADAL" clId="{3297047B-4D3B-44B9-BEFE-F4C36E9EC3F0}" dt="2022-09-27T17:12:51.572" v="318" actId="207"/>
        <pc:sldMkLst>
          <pc:docMk/>
          <pc:sldMk cId="2725802250" sldId="266"/>
        </pc:sldMkLst>
        <pc:spChg chg="mod">
          <ac:chgData name="Martin Hardy" userId="18c45b91-9529-4376-afee-15439663c977" providerId="ADAL" clId="{3297047B-4D3B-44B9-BEFE-F4C36E9EC3F0}" dt="2022-09-27T16:48:48.146" v="190"/>
          <ac:spMkLst>
            <pc:docMk/>
            <pc:sldMk cId="2725802250" sldId="266"/>
            <ac:spMk id="2" creationId="{82084410-8BE2-4F3C-8615-BE2535801756}"/>
          </ac:spMkLst>
        </pc:spChg>
        <pc:spChg chg="mod topLvl">
          <ac:chgData name="Martin Hardy" userId="18c45b91-9529-4376-afee-15439663c977" providerId="ADAL" clId="{3297047B-4D3B-44B9-BEFE-F4C36E9EC3F0}" dt="2022-09-27T17:12:51.572" v="318" actId="207"/>
          <ac:spMkLst>
            <pc:docMk/>
            <pc:sldMk cId="2725802250" sldId="266"/>
            <ac:spMk id="10" creationId="{353BC888-51DD-4704-88D6-854CA8B4D214}"/>
          </ac:spMkLst>
        </pc:spChg>
        <pc:spChg chg="mod">
          <ac:chgData name="Martin Hardy" userId="18c45b91-9529-4376-afee-15439663c977" providerId="ADAL" clId="{3297047B-4D3B-44B9-BEFE-F4C36E9EC3F0}" dt="2022-09-27T16:48:48.146" v="190"/>
          <ac:spMkLst>
            <pc:docMk/>
            <pc:sldMk cId="2725802250" sldId="266"/>
            <ac:spMk id="16" creationId="{929C3FCD-9C8A-4A39-B93E-927AF453BE19}"/>
          </ac:spMkLst>
        </pc:spChg>
        <pc:grpChg chg="del">
          <ac:chgData name="Martin Hardy" userId="18c45b91-9529-4376-afee-15439663c977" providerId="ADAL" clId="{3297047B-4D3B-44B9-BEFE-F4C36E9EC3F0}" dt="2022-09-27T16:49:58.084" v="206" actId="478"/>
          <ac:grpSpMkLst>
            <pc:docMk/>
            <pc:sldMk cId="2725802250" sldId="266"/>
            <ac:grpSpMk id="4" creationId="{128691A8-F193-43BD-B508-DB59D2879B53}"/>
          </ac:grpSpMkLst>
        </pc:grpChg>
        <pc:picChg chg="mod">
          <ac:chgData name="Martin Hardy" userId="18c45b91-9529-4376-afee-15439663c977" providerId="ADAL" clId="{3297047B-4D3B-44B9-BEFE-F4C36E9EC3F0}" dt="2022-09-27T16:49:44.779" v="203" actId="14100"/>
          <ac:picMkLst>
            <pc:docMk/>
            <pc:sldMk cId="2725802250" sldId="266"/>
            <ac:picMk id="7" creationId="{BD0EE51C-5396-8B47-7FE2-CA6CF48FD63D}"/>
          </ac:picMkLst>
        </pc:picChg>
        <pc:picChg chg="del topLvl">
          <ac:chgData name="Martin Hardy" userId="18c45b91-9529-4376-afee-15439663c977" providerId="ADAL" clId="{3297047B-4D3B-44B9-BEFE-F4C36E9EC3F0}" dt="2022-09-27T16:49:58.084" v="206" actId="478"/>
          <ac:picMkLst>
            <pc:docMk/>
            <pc:sldMk cId="2725802250" sldId="266"/>
            <ac:picMk id="9" creationId="{D715291B-94F8-4CF5-8AE4-6DB91720232C}"/>
          </ac:picMkLst>
        </pc:picChg>
        <pc:picChg chg="mod">
          <ac:chgData name="Martin Hardy" userId="18c45b91-9529-4376-afee-15439663c977" providerId="ADAL" clId="{3297047B-4D3B-44B9-BEFE-F4C36E9EC3F0}" dt="2022-09-27T16:48:48.146" v="190"/>
          <ac:picMkLst>
            <pc:docMk/>
            <pc:sldMk cId="2725802250" sldId="266"/>
            <ac:picMk id="18" creationId="{A1390045-6256-40C5-B2C0-CEBC4D075AE6}"/>
          </ac:picMkLst>
        </pc:picChg>
      </pc:sldChg>
      <pc:sldChg chg="modSp add del">
        <pc:chgData name="Martin Hardy" userId="18c45b91-9529-4376-afee-15439663c977" providerId="ADAL" clId="{3297047B-4D3B-44B9-BEFE-F4C36E9EC3F0}" dt="2022-09-13T16:51:43.671" v="165" actId="47"/>
        <pc:sldMkLst>
          <pc:docMk/>
          <pc:sldMk cId="572054632" sldId="270"/>
        </pc:sldMkLst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572054632" sldId="270"/>
            <ac:spMk id="3" creationId="{62D3DED9-8C6C-4205-AA46-F4ACD191766B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572054632" sldId="270"/>
            <ac:spMk id="5" creationId="{AE6B9066-88B4-4E51-A43B-31B99EDC4F15}"/>
          </ac:spMkLst>
        </pc:spChg>
      </pc:sldChg>
      <pc:sldChg chg="modSp mod">
        <pc:chgData name="Martin Hardy" userId="18c45b91-9529-4376-afee-15439663c977" providerId="ADAL" clId="{3297047B-4D3B-44B9-BEFE-F4C36E9EC3F0}" dt="2022-09-13T16:41:41.910" v="71" actId="20577"/>
        <pc:sldMkLst>
          <pc:docMk/>
          <pc:sldMk cId="842991506" sldId="276"/>
        </pc:sldMkLst>
        <pc:spChg chg="mod">
          <ac:chgData name="Martin Hardy" userId="18c45b91-9529-4376-afee-15439663c977" providerId="ADAL" clId="{3297047B-4D3B-44B9-BEFE-F4C36E9EC3F0}" dt="2022-09-13T16:41:41.910" v="71" actId="20577"/>
          <ac:spMkLst>
            <pc:docMk/>
            <pc:sldMk cId="842991506" sldId="276"/>
            <ac:spMk id="5" creationId="{EB843271-A768-4AB4-92F3-46C70E5D601F}"/>
          </ac:spMkLst>
        </pc:spChg>
      </pc:sldChg>
      <pc:sldChg chg="modSp add del">
        <pc:chgData name="Martin Hardy" userId="18c45b91-9529-4376-afee-15439663c977" providerId="ADAL" clId="{3297047B-4D3B-44B9-BEFE-F4C36E9EC3F0}" dt="2022-09-13T16:44:51.989" v="130"/>
        <pc:sldMkLst>
          <pc:docMk/>
          <pc:sldMk cId="2239944052" sldId="284"/>
        </pc:sldMkLst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2239944052" sldId="284"/>
            <ac:spMk id="2" creationId="{EFEC1B32-5AF7-47A8-A9A7-4C02ABE752AD}"/>
          </ac:spMkLst>
        </pc:spChg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2239944052" sldId="284"/>
            <ac:spMk id="8" creationId="{ABF0DFDD-A911-4AC2-943D-A3A8183372E2}"/>
          </ac:spMkLst>
        </pc:spChg>
        <pc:picChg chg="mod">
          <ac:chgData name="Martin Hardy" userId="18c45b91-9529-4376-afee-15439663c977" providerId="ADAL" clId="{3297047B-4D3B-44B9-BEFE-F4C36E9EC3F0}" dt="2022-09-13T16:44:51.989" v="130"/>
          <ac:picMkLst>
            <pc:docMk/>
            <pc:sldMk cId="2239944052" sldId="284"/>
            <ac:picMk id="9" creationId="{33124426-1DB1-4645-B5C9-0FBB9D37AE5D}"/>
          </ac:picMkLst>
        </pc:picChg>
        <pc:picChg chg="mod">
          <ac:chgData name="Martin Hardy" userId="18c45b91-9529-4376-afee-15439663c977" providerId="ADAL" clId="{3297047B-4D3B-44B9-BEFE-F4C36E9EC3F0}" dt="2022-09-13T16:44:51.989" v="130"/>
          <ac:picMkLst>
            <pc:docMk/>
            <pc:sldMk cId="2239944052" sldId="284"/>
            <ac:picMk id="10" creationId="{B1D2CEA0-9631-414A-9DFD-9781B9821FA9}"/>
          </ac:picMkLst>
        </pc:picChg>
      </pc:sldChg>
      <pc:sldChg chg="modSp add">
        <pc:chgData name="Martin Hardy" userId="18c45b91-9529-4376-afee-15439663c977" providerId="ADAL" clId="{3297047B-4D3B-44B9-BEFE-F4C36E9EC3F0}" dt="2022-09-13T16:51:17.176" v="144"/>
        <pc:sldMkLst>
          <pc:docMk/>
          <pc:sldMk cId="3643553050" sldId="286"/>
        </pc:sldMkLst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3643553050" sldId="286"/>
            <ac:spMk id="2" creationId="{68B575DB-41D5-401C-88FB-7C93BE7B54D8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3643553050" sldId="286"/>
            <ac:spMk id="3" creationId="{9C7B752F-DB8D-4CE1-B158-CFF711263456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3643553050" sldId="286"/>
            <ac:spMk id="5" creationId="{4F3045AF-29D9-4E4F-90A6-9F76881C63F8}"/>
          </ac:spMkLst>
        </pc:spChg>
        <pc:picChg chg="mod">
          <ac:chgData name="Martin Hardy" userId="18c45b91-9529-4376-afee-15439663c977" providerId="ADAL" clId="{3297047B-4D3B-44B9-BEFE-F4C36E9EC3F0}" dt="2022-09-13T16:51:17.176" v="144"/>
          <ac:picMkLst>
            <pc:docMk/>
            <pc:sldMk cId="3643553050" sldId="286"/>
            <ac:picMk id="10" creationId="{338BD728-A311-49CE-9A68-A93611E3F65F}"/>
          </ac:picMkLst>
        </pc:picChg>
      </pc:sldChg>
      <pc:sldChg chg="del">
        <pc:chgData name="Martin Hardy" userId="18c45b91-9529-4376-afee-15439663c977" providerId="ADAL" clId="{3297047B-4D3B-44B9-BEFE-F4C36E9EC3F0}" dt="2022-09-13T16:43:30.418" v="113" actId="47"/>
        <pc:sldMkLst>
          <pc:docMk/>
          <pc:sldMk cId="2954660565" sldId="287"/>
        </pc:sldMkLst>
      </pc:sldChg>
      <pc:sldChg chg="add del">
        <pc:chgData name="Martin Hardy" userId="18c45b91-9529-4376-afee-15439663c977" providerId="ADAL" clId="{3297047B-4D3B-44B9-BEFE-F4C36E9EC3F0}" dt="2022-09-13T16:39:28.840" v="5" actId="47"/>
        <pc:sldMkLst>
          <pc:docMk/>
          <pc:sldMk cId="1474727850" sldId="288"/>
        </pc:sldMkLst>
      </pc:sldChg>
      <pc:sldChg chg="addSp delSp modSp mod delAnim">
        <pc:chgData name="Martin Hardy" userId="18c45b91-9529-4376-afee-15439663c977" providerId="ADAL" clId="{3297047B-4D3B-44B9-BEFE-F4C36E9EC3F0}" dt="2022-09-13T16:41:52.475" v="72" actId="478"/>
        <pc:sldMkLst>
          <pc:docMk/>
          <pc:sldMk cId="2088179270" sldId="289"/>
        </pc:sldMkLst>
        <pc:spChg chg="add mod">
          <ac:chgData name="Martin Hardy" userId="18c45b91-9529-4376-afee-15439663c977" providerId="ADAL" clId="{3297047B-4D3B-44B9-BEFE-F4C36E9EC3F0}" dt="2022-09-13T16:41:52.475" v="72" actId="478"/>
          <ac:spMkLst>
            <pc:docMk/>
            <pc:sldMk cId="2088179270" sldId="289"/>
            <ac:spMk id="3" creationId="{5A69EB09-1008-26FD-734D-1096EB111ADE}"/>
          </ac:spMkLst>
        </pc:spChg>
        <pc:picChg chg="del">
          <ac:chgData name="Martin Hardy" userId="18c45b91-9529-4376-afee-15439663c977" providerId="ADAL" clId="{3297047B-4D3B-44B9-BEFE-F4C36E9EC3F0}" dt="2022-09-13T16:41:52.475" v="72" actId="478"/>
          <ac:picMkLst>
            <pc:docMk/>
            <pc:sldMk cId="2088179270" sldId="289"/>
            <ac:picMk id="12" creationId="{A30DD6B5-78C4-FD62-6FB6-09BCF3AD5A8E}"/>
          </ac:picMkLst>
        </pc:picChg>
      </pc:sldChg>
      <pc:sldChg chg="addSp delSp modSp mod setBg delAnim modAnim">
        <pc:chgData name="Martin Hardy" userId="18c45b91-9529-4376-afee-15439663c977" providerId="ADAL" clId="{3297047B-4D3B-44B9-BEFE-F4C36E9EC3F0}" dt="2022-09-27T17:11:49.508" v="254" actId="478"/>
        <pc:sldMkLst>
          <pc:docMk/>
          <pc:sldMk cId="2115215066" sldId="291"/>
        </pc:sldMkLst>
        <pc:spChg chg="mod">
          <ac:chgData name="Martin Hardy" userId="18c45b91-9529-4376-afee-15439663c977" providerId="ADAL" clId="{3297047B-4D3B-44B9-BEFE-F4C36E9EC3F0}" dt="2022-09-27T16:48:53.567" v="191"/>
          <ac:spMkLst>
            <pc:docMk/>
            <pc:sldMk cId="2115215066" sldId="291"/>
            <ac:spMk id="2" creationId="{82084410-8BE2-4F3C-8615-BE2535801756}"/>
          </ac:spMkLst>
        </pc:spChg>
        <pc:spChg chg="add del mod">
          <ac:chgData name="Martin Hardy" userId="18c45b91-9529-4376-afee-15439663c977" providerId="ADAL" clId="{3297047B-4D3B-44B9-BEFE-F4C36E9EC3F0}" dt="2022-09-27T16:48:34.992" v="189"/>
          <ac:spMkLst>
            <pc:docMk/>
            <pc:sldMk cId="2115215066" sldId="291"/>
            <ac:spMk id="6" creationId="{E7B1577A-E181-07B4-CB2C-2962422216E0}"/>
          </ac:spMkLst>
        </pc:spChg>
        <pc:spChg chg="mod">
          <ac:chgData name="Martin Hardy" userId="18c45b91-9529-4376-afee-15439663c977" providerId="ADAL" clId="{3297047B-4D3B-44B9-BEFE-F4C36E9EC3F0}" dt="2022-09-27T16:48:53.567" v="191"/>
          <ac:spMkLst>
            <pc:docMk/>
            <pc:sldMk cId="2115215066" sldId="291"/>
            <ac:spMk id="16" creationId="{929C3FCD-9C8A-4A39-B93E-927AF453BE19}"/>
          </ac:spMkLst>
        </pc:spChg>
        <pc:picChg chg="del">
          <ac:chgData name="Martin Hardy" userId="18c45b91-9529-4376-afee-15439663c977" providerId="ADAL" clId="{3297047B-4D3B-44B9-BEFE-F4C36E9EC3F0}" dt="2022-09-27T16:48:19.254" v="188" actId="478"/>
          <ac:picMkLst>
            <pc:docMk/>
            <pc:sldMk cId="2115215066" sldId="291"/>
            <ac:picMk id="3" creationId="{71CC1A10-D503-4AE0-94DF-FB93F35E2FC9}"/>
          </ac:picMkLst>
        </pc:picChg>
        <pc:picChg chg="mod">
          <ac:chgData name="Martin Hardy" userId="18c45b91-9529-4376-afee-15439663c977" providerId="ADAL" clId="{3297047B-4D3B-44B9-BEFE-F4C36E9EC3F0}" dt="2022-09-27T16:48:53.567" v="191"/>
          <ac:picMkLst>
            <pc:docMk/>
            <pc:sldMk cId="2115215066" sldId="291"/>
            <ac:picMk id="5" creationId="{D3CE721F-5A63-4238-B065-FD6C00A2DFA8}"/>
          </ac:picMkLst>
        </pc:picChg>
        <pc:picChg chg="add mod">
          <ac:chgData name="Martin Hardy" userId="18c45b91-9529-4376-afee-15439663c977" providerId="ADAL" clId="{3297047B-4D3B-44B9-BEFE-F4C36E9EC3F0}" dt="2022-09-27T16:49:33.691" v="201" actId="14100"/>
          <ac:picMkLst>
            <pc:docMk/>
            <pc:sldMk cId="2115215066" sldId="291"/>
            <ac:picMk id="7" creationId="{3FBC3AC9-960C-7DFB-D84B-EC60D1349563}"/>
          </ac:picMkLst>
        </pc:picChg>
        <pc:picChg chg="del">
          <ac:chgData name="Martin Hardy" userId="18c45b91-9529-4376-afee-15439663c977" providerId="ADAL" clId="{3297047B-4D3B-44B9-BEFE-F4C36E9EC3F0}" dt="2022-09-27T17:11:49.508" v="254" actId="478"/>
          <ac:picMkLst>
            <pc:docMk/>
            <pc:sldMk cId="2115215066" sldId="291"/>
            <ac:picMk id="15" creationId="{52822FEB-163F-45E2-A620-BC0D4E175165}"/>
          </ac:picMkLst>
        </pc:picChg>
      </pc:sldChg>
      <pc:sldChg chg="addSp delSp modSp mod delAnim modAnim">
        <pc:chgData name="Martin Hardy" userId="18c45b91-9529-4376-afee-15439663c977" providerId="ADAL" clId="{3297047B-4D3B-44B9-BEFE-F4C36E9EC3F0}" dt="2022-09-27T16:49:13.860" v="195" actId="108"/>
        <pc:sldMkLst>
          <pc:docMk/>
          <pc:sldMk cId="3820390089" sldId="292"/>
        </pc:sldMkLst>
        <pc:spChg chg="add del mod">
          <ac:chgData name="Martin Hardy" userId="18c45b91-9529-4376-afee-15439663c977" providerId="ADAL" clId="{3297047B-4D3B-44B9-BEFE-F4C36E9EC3F0}" dt="2022-09-27T16:48:11.812" v="187"/>
          <ac:spMkLst>
            <pc:docMk/>
            <pc:sldMk cId="3820390089" sldId="292"/>
            <ac:spMk id="5" creationId="{813E442D-E4EF-8914-F624-F5BCADBBCE44}"/>
          </ac:spMkLst>
        </pc:spChg>
        <pc:picChg chg="del">
          <ac:chgData name="Martin Hardy" userId="18c45b91-9529-4376-afee-15439663c977" providerId="ADAL" clId="{3297047B-4D3B-44B9-BEFE-F4C36E9EC3F0}" dt="2022-09-27T16:47:50.937" v="186" actId="478"/>
          <ac:picMkLst>
            <pc:docMk/>
            <pc:sldMk cId="3820390089" sldId="292"/>
            <ac:picMk id="3" creationId="{D98C1F13-EDCB-41F3-9098-D4CF1D9DC15C}"/>
          </ac:picMkLst>
        </pc:picChg>
        <pc:picChg chg="add mod">
          <ac:chgData name="Martin Hardy" userId="18c45b91-9529-4376-afee-15439663c977" providerId="ADAL" clId="{3297047B-4D3B-44B9-BEFE-F4C36E9EC3F0}" dt="2022-09-27T16:49:13.860" v="195" actId="108"/>
          <ac:picMkLst>
            <pc:docMk/>
            <pc:sldMk cId="3820390089" sldId="292"/>
            <ac:picMk id="6" creationId="{3BE77BC9-EDA3-0F0A-AA1D-9299A8C74C10}"/>
          </ac:picMkLst>
        </pc:picChg>
      </pc:sldChg>
      <pc:sldChg chg="addSp delSp modSp mod delAnim modAnim">
        <pc:chgData name="Martin Hardy" userId="18c45b91-9529-4376-afee-15439663c977" providerId="ADAL" clId="{3297047B-4D3B-44B9-BEFE-F4C36E9EC3F0}" dt="2022-09-27T17:12:37.541" v="311" actId="478"/>
        <pc:sldMkLst>
          <pc:docMk/>
          <pc:sldMk cId="4021945447" sldId="293"/>
        </pc:sldMkLst>
        <pc:spChg chg="add del mod">
          <ac:chgData name="Martin Hardy" userId="18c45b91-9529-4376-afee-15439663c977" providerId="ADAL" clId="{3297047B-4D3B-44B9-BEFE-F4C36E9EC3F0}" dt="2022-09-27T16:47:46.010" v="185"/>
          <ac:spMkLst>
            <pc:docMk/>
            <pc:sldMk cId="4021945447" sldId="293"/>
            <ac:spMk id="6" creationId="{447DF6D3-5602-3435-B223-DA7410F282AF}"/>
          </ac:spMkLst>
        </pc:spChg>
        <pc:spChg chg="mod">
          <ac:chgData name="Martin Hardy" userId="18c45b91-9529-4376-afee-15439663c977" providerId="ADAL" clId="{3297047B-4D3B-44B9-BEFE-F4C36E9EC3F0}" dt="2022-09-27T17:12:36.060" v="310" actId="207"/>
          <ac:spMkLst>
            <pc:docMk/>
            <pc:sldMk cId="4021945447" sldId="293"/>
            <ac:spMk id="9" creationId="{06987E8E-F831-4FF3-AC89-0510DACDC92F}"/>
          </ac:spMkLst>
        </pc:spChg>
        <pc:picChg chg="del">
          <ac:chgData name="Martin Hardy" userId="18c45b91-9529-4376-afee-15439663c977" providerId="ADAL" clId="{3297047B-4D3B-44B9-BEFE-F4C36E9EC3F0}" dt="2022-09-27T16:47:35.878" v="184" actId="478"/>
          <ac:picMkLst>
            <pc:docMk/>
            <pc:sldMk cId="4021945447" sldId="293"/>
            <ac:picMk id="3" creationId="{4F339D3A-A4E9-4B4E-ABDA-AE9F5A347F77}"/>
          </ac:picMkLst>
        </pc:picChg>
        <pc:picChg chg="add mod">
          <ac:chgData name="Martin Hardy" userId="18c45b91-9529-4376-afee-15439663c977" providerId="ADAL" clId="{3297047B-4D3B-44B9-BEFE-F4C36E9EC3F0}" dt="2022-09-27T16:49:16.572" v="196" actId="108"/>
          <ac:picMkLst>
            <pc:docMk/>
            <pc:sldMk cId="4021945447" sldId="293"/>
            <ac:picMk id="7" creationId="{3E841B69-2A6A-02D2-5B71-CB3D32FC52C5}"/>
          </ac:picMkLst>
        </pc:picChg>
        <pc:picChg chg="del">
          <ac:chgData name="Martin Hardy" userId="18c45b91-9529-4376-afee-15439663c977" providerId="ADAL" clId="{3297047B-4D3B-44B9-BEFE-F4C36E9EC3F0}" dt="2022-09-27T17:12:37.541" v="311" actId="478"/>
          <ac:picMkLst>
            <pc:docMk/>
            <pc:sldMk cId="4021945447" sldId="293"/>
            <ac:picMk id="8" creationId="{5835B67C-3A79-4150-84E4-83D62A34F858}"/>
          </ac:picMkLst>
        </pc:picChg>
      </pc:sldChg>
      <pc:sldChg chg="modSp add setBg">
        <pc:chgData name="Martin Hardy" userId="18c45b91-9529-4376-afee-15439663c977" providerId="ADAL" clId="{3297047B-4D3B-44B9-BEFE-F4C36E9EC3F0}" dt="2022-09-13T16:51:17.176" v="144"/>
        <pc:sldMkLst>
          <pc:docMk/>
          <pc:sldMk cId="1743505682" sldId="294"/>
        </pc:sldMkLst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1743505682" sldId="294"/>
            <ac:spMk id="2" creationId="{C28AF79D-F003-4BD8-B2F7-CAA737A7D15C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1743505682" sldId="294"/>
            <ac:spMk id="3" creationId="{DA3E5F9C-B718-467E-8ACA-74C7A48C74CB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1743505682" sldId="294"/>
            <ac:spMk id="5" creationId="{8E65DB4D-0117-4B7A-B434-EFF13BBC9586}"/>
          </ac:spMkLst>
        </pc:spChg>
        <pc:picChg chg="mod">
          <ac:chgData name="Martin Hardy" userId="18c45b91-9529-4376-afee-15439663c977" providerId="ADAL" clId="{3297047B-4D3B-44B9-BEFE-F4C36E9EC3F0}" dt="2022-09-13T16:51:17.176" v="144"/>
          <ac:picMkLst>
            <pc:docMk/>
            <pc:sldMk cId="1743505682" sldId="294"/>
            <ac:picMk id="6" creationId="{0A749A2E-7427-4908-A9F4-8646F642431D}"/>
          </ac:picMkLst>
        </pc:picChg>
      </pc:sldChg>
      <pc:sldChg chg="modSp add">
        <pc:chgData name="Martin Hardy" userId="18c45b91-9529-4376-afee-15439663c977" providerId="ADAL" clId="{3297047B-4D3B-44B9-BEFE-F4C36E9EC3F0}" dt="2022-09-13T16:51:17.176" v="144"/>
        <pc:sldMkLst>
          <pc:docMk/>
          <pc:sldMk cId="667310465" sldId="295"/>
        </pc:sldMkLst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667310465" sldId="295"/>
            <ac:spMk id="2" creationId="{68B575DB-41D5-401C-88FB-7C93BE7B54D8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667310465" sldId="295"/>
            <ac:spMk id="3" creationId="{9C7B752F-DB8D-4CE1-B158-CFF711263456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667310465" sldId="295"/>
            <ac:spMk id="5" creationId="{4F3045AF-29D9-4E4F-90A6-9F76881C63F8}"/>
          </ac:spMkLst>
        </pc:spChg>
        <pc:picChg chg="mod">
          <ac:chgData name="Martin Hardy" userId="18c45b91-9529-4376-afee-15439663c977" providerId="ADAL" clId="{3297047B-4D3B-44B9-BEFE-F4C36E9EC3F0}" dt="2022-09-13T16:51:17.176" v="144"/>
          <ac:picMkLst>
            <pc:docMk/>
            <pc:sldMk cId="667310465" sldId="295"/>
            <ac:picMk id="6" creationId="{1CB47170-D1B5-48F6-97CE-B0A839D8D095}"/>
          </ac:picMkLst>
        </pc:picChg>
      </pc:sldChg>
      <pc:sldChg chg="modSp add mod setBg">
        <pc:chgData name="Martin Hardy" userId="18c45b91-9529-4376-afee-15439663c977" providerId="ADAL" clId="{3297047B-4D3B-44B9-BEFE-F4C36E9EC3F0}" dt="2022-09-27T16:49:51.883" v="205" actId="14100"/>
        <pc:sldMkLst>
          <pc:docMk/>
          <pc:sldMk cId="1073388253" sldId="296"/>
        </pc:sldMkLst>
        <pc:spChg chg="mod">
          <ac:chgData name="Martin Hardy" userId="18c45b91-9529-4376-afee-15439663c977" providerId="ADAL" clId="{3297047B-4D3B-44B9-BEFE-F4C36E9EC3F0}" dt="2022-09-27T16:48:56.160" v="192"/>
          <ac:spMkLst>
            <pc:docMk/>
            <pc:sldMk cId="1073388253" sldId="296"/>
            <ac:spMk id="2" creationId="{68B575DB-41D5-401C-88FB-7C93BE7B54D8}"/>
          </ac:spMkLst>
        </pc:spChg>
        <pc:spChg chg="mod">
          <ac:chgData name="Martin Hardy" userId="18c45b91-9529-4376-afee-15439663c977" providerId="ADAL" clId="{3297047B-4D3B-44B9-BEFE-F4C36E9EC3F0}" dt="2022-09-27T16:48:56.160" v="192"/>
          <ac:spMkLst>
            <pc:docMk/>
            <pc:sldMk cId="1073388253" sldId="296"/>
            <ac:spMk id="5" creationId="{4F3045AF-29D9-4E4F-90A6-9F76881C63F8}"/>
          </ac:spMkLst>
        </pc:spChg>
        <pc:picChg chg="mod">
          <ac:chgData name="Martin Hardy" userId="18c45b91-9529-4376-afee-15439663c977" providerId="ADAL" clId="{3297047B-4D3B-44B9-BEFE-F4C36E9EC3F0}" dt="2022-09-27T16:49:51.883" v="205" actId="14100"/>
          <ac:picMkLst>
            <pc:docMk/>
            <pc:sldMk cId="1073388253" sldId="296"/>
            <ac:picMk id="10" creationId="{4195B08E-64CC-566E-3319-5CDEA2BD8B55}"/>
          </ac:picMkLst>
        </pc:picChg>
      </pc:sldChg>
      <pc:sldChg chg="modSp add">
        <pc:chgData name="Martin Hardy" userId="18c45b91-9529-4376-afee-15439663c977" providerId="ADAL" clId="{3297047B-4D3B-44B9-BEFE-F4C36E9EC3F0}" dt="2022-09-13T16:51:17.176" v="144"/>
        <pc:sldMkLst>
          <pc:docMk/>
          <pc:sldMk cId="696709923" sldId="299"/>
        </pc:sldMkLst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696709923" sldId="299"/>
            <ac:spMk id="2" creationId="{C28AF79D-F003-4BD8-B2F7-CAA737A7D15C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696709923" sldId="299"/>
            <ac:spMk id="3" creationId="{DA3E5F9C-B718-467E-8ACA-74C7A48C74CB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696709923" sldId="299"/>
            <ac:spMk id="5" creationId="{8E65DB4D-0117-4B7A-B434-EFF13BBC9586}"/>
          </ac:spMkLst>
        </pc:spChg>
        <pc:picChg chg="mod">
          <ac:chgData name="Martin Hardy" userId="18c45b91-9529-4376-afee-15439663c977" providerId="ADAL" clId="{3297047B-4D3B-44B9-BEFE-F4C36E9EC3F0}" dt="2022-09-13T16:51:17.176" v="144"/>
          <ac:picMkLst>
            <pc:docMk/>
            <pc:sldMk cId="696709923" sldId="299"/>
            <ac:picMk id="6" creationId="{406DC279-4AC9-4E6C-B72F-C8CA34969F87}"/>
          </ac:picMkLst>
        </pc:picChg>
      </pc:sldChg>
      <pc:sldChg chg="add">
        <pc:chgData name="Martin Hardy" userId="18c45b91-9529-4376-afee-15439663c977" providerId="ADAL" clId="{3297047B-4D3B-44B9-BEFE-F4C36E9EC3F0}" dt="2022-09-13T16:39:40.936" v="6"/>
        <pc:sldMkLst>
          <pc:docMk/>
          <pc:sldMk cId="235214334" sldId="300"/>
        </pc:sldMkLst>
      </pc:sldChg>
      <pc:sldChg chg="modSp add mod">
        <pc:chgData name="Martin Hardy" userId="18c45b91-9529-4376-afee-15439663c977" providerId="ADAL" clId="{3297047B-4D3B-44B9-BEFE-F4C36E9EC3F0}" dt="2022-09-13T16:45:19.720" v="141" actId="20577"/>
        <pc:sldMkLst>
          <pc:docMk/>
          <pc:sldMk cId="1336557955" sldId="301"/>
        </pc:sldMkLst>
        <pc:spChg chg="mod">
          <ac:chgData name="Martin Hardy" userId="18c45b91-9529-4376-afee-15439663c977" providerId="ADAL" clId="{3297047B-4D3B-44B9-BEFE-F4C36E9EC3F0}" dt="2022-09-13T16:45:19.720" v="141" actId="20577"/>
          <ac:spMkLst>
            <pc:docMk/>
            <pc:sldMk cId="1336557955" sldId="301"/>
            <ac:spMk id="4" creationId="{95943749-239C-43CB-AF93-4954CABE46C2}"/>
          </ac:spMkLst>
        </pc:spChg>
      </pc:sldChg>
      <pc:sldChg chg="modSp add">
        <pc:chgData name="Martin Hardy" userId="18c45b91-9529-4376-afee-15439663c977" providerId="ADAL" clId="{3297047B-4D3B-44B9-BEFE-F4C36E9EC3F0}" dt="2022-09-13T16:51:17.176" v="144"/>
        <pc:sldMkLst>
          <pc:docMk/>
          <pc:sldMk cId="3172326475" sldId="302"/>
        </pc:sldMkLst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3172326475" sldId="302"/>
            <ac:spMk id="2" creationId="{C28AF79D-F003-4BD8-B2F7-CAA737A7D15C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3172326475" sldId="302"/>
            <ac:spMk id="3" creationId="{DA3E5F9C-B718-467E-8ACA-74C7A48C74CB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3172326475" sldId="302"/>
            <ac:spMk id="5" creationId="{8E65DB4D-0117-4B7A-B434-EFF13BBC9586}"/>
          </ac:spMkLst>
        </pc:spChg>
        <pc:picChg chg="mod">
          <ac:chgData name="Martin Hardy" userId="18c45b91-9529-4376-afee-15439663c977" providerId="ADAL" clId="{3297047B-4D3B-44B9-BEFE-F4C36E9EC3F0}" dt="2022-09-13T16:51:17.176" v="144"/>
          <ac:picMkLst>
            <pc:docMk/>
            <pc:sldMk cId="3172326475" sldId="302"/>
            <ac:picMk id="6" creationId="{FD1C3231-CEB3-439A-BB28-C8A7FDC131B4}"/>
          </ac:picMkLst>
        </pc:picChg>
      </pc:sldChg>
      <pc:sldChg chg="modSp mod">
        <pc:chgData name="Martin Hardy" userId="18c45b91-9529-4376-afee-15439663c977" providerId="ADAL" clId="{3297047B-4D3B-44B9-BEFE-F4C36E9EC3F0}" dt="2022-09-13T16:52:44.928" v="172"/>
        <pc:sldMkLst>
          <pc:docMk/>
          <pc:sldMk cId="1638555495" sldId="303"/>
        </pc:sldMkLst>
        <pc:graphicFrameChg chg="mod modGraphic">
          <ac:chgData name="Martin Hardy" userId="18c45b91-9529-4376-afee-15439663c977" providerId="ADAL" clId="{3297047B-4D3B-44B9-BEFE-F4C36E9EC3F0}" dt="2022-09-13T16:52:44.928" v="172"/>
          <ac:graphicFrameMkLst>
            <pc:docMk/>
            <pc:sldMk cId="1638555495" sldId="303"/>
            <ac:graphicFrameMk id="5" creationId="{722F24D7-6EC7-4EB3-9B1E-A70E422E58CA}"/>
          </ac:graphicFrameMkLst>
        </pc:graphicFrameChg>
      </pc:sldChg>
      <pc:sldChg chg="del">
        <pc:chgData name="Martin Hardy" userId="18c45b91-9529-4376-afee-15439663c977" providerId="ADAL" clId="{3297047B-4D3B-44B9-BEFE-F4C36E9EC3F0}" dt="2022-09-13T16:43:30.418" v="113" actId="47"/>
        <pc:sldMkLst>
          <pc:docMk/>
          <pc:sldMk cId="3444130440" sldId="304"/>
        </pc:sldMkLst>
      </pc:sldChg>
      <pc:sldChg chg="modSp">
        <pc:chgData name="Martin Hardy" userId="18c45b91-9529-4376-afee-15439663c977" providerId="ADAL" clId="{3297047B-4D3B-44B9-BEFE-F4C36E9EC3F0}" dt="2022-09-13T16:44:51.989" v="130"/>
        <pc:sldMkLst>
          <pc:docMk/>
          <pc:sldMk cId="2165126463" sldId="305"/>
        </pc:sldMkLst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2165126463" sldId="305"/>
            <ac:spMk id="4" creationId="{59043E3D-982C-4C06-9C0C-C6CC65CD6018}"/>
          </ac:spMkLst>
        </pc:spChg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2165126463" sldId="305"/>
            <ac:spMk id="5" creationId="{761E3710-A748-47CC-89BB-D62BDB1CEC1B}"/>
          </ac:spMkLst>
        </pc:spChg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2165126463" sldId="305"/>
            <ac:spMk id="6" creationId="{CA5CC54B-F8C2-226A-CBE5-7826E8337DB9}"/>
          </ac:spMkLst>
        </pc:spChg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2165126463" sldId="305"/>
            <ac:spMk id="8" creationId="{C65BE6F7-74B3-8908-7142-BABAD483D8DA}"/>
          </ac:spMkLst>
        </pc:spChg>
      </pc:sldChg>
      <pc:sldChg chg="modSp mod">
        <pc:chgData name="Martin Hardy" userId="18c45b91-9529-4376-afee-15439663c977" providerId="ADAL" clId="{3297047B-4D3B-44B9-BEFE-F4C36E9EC3F0}" dt="2022-09-13T16:44:51.989" v="130"/>
        <pc:sldMkLst>
          <pc:docMk/>
          <pc:sldMk cId="4246239074" sldId="306"/>
        </pc:sldMkLst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4246239074" sldId="306"/>
            <ac:spMk id="3" creationId="{62D3DED9-8C6C-4205-AA46-F4ACD191766B}"/>
          </ac:spMkLst>
        </pc:spChg>
        <pc:spChg chg="mod">
          <ac:chgData name="Martin Hardy" userId="18c45b91-9529-4376-afee-15439663c977" providerId="ADAL" clId="{3297047B-4D3B-44B9-BEFE-F4C36E9EC3F0}" dt="2022-09-13T16:44:16.632" v="129" actId="20577"/>
          <ac:spMkLst>
            <pc:docMk/>
            <pc:sldMk cId="4246239074" sldId="306"/>
            <ac:spMk id="4" creationId="{95943749-239C-43CB-AF93-4954CABE46C2}"/>
          </ac:spMkLst>
        </pc:spChg>
        <pc:spChg chg="mod">
          <ac:chgData name="Martin Hardy" userId="18c45b91-9529-4376-afee-15439663c977" providerId="ADAL" clId="{3297047B-4D3B-44B9-BEFE-F4C36E9EC3F0}" dt="2022-09-13T16:44:51.989" v="130"/>
          <ac:spMkLst>
            <pc:docMk/>
            <pc:sldMk cId="4246239074" sldId="306"/>
            <ac:spMk id="5" creationId="{AE6B9066-88B4-4E51-A43B-31B99EDC4F15}"/>
          </ac:spMkLst>
        </pc:spChg>
      </pc:sldChg>
      <pc:sldChg chg="modSp add del">
        <pc:chgData name="Martin Hardy" userId="18c45b91-9529-4376-afee-15439663c977" providerId="ADAL" clId="{3297047B-4D3B-44B9-BEFE-F4C36E9EC3F0}" dt="2022-09-13T16:51:50.054" v="166" actId="47"/>
        <pc:sldMkLst>
          <pc:docMk/>
          <pc:sldMk cId="2866737707" sldId="307"/>
        </pc:sldMkLst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2866737707" sldId="307"/>
            <ac:spMk id="2" creationId="{68B575DB-41D5-401C-88FB-7C93BE7B54D8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2866737707" sldId="307"/>
            <ac:spMk id="3" creationId="{9C7B752F-DB8D-4CE1-B158-CFF711263456}"/>
          </ac:spMkLst>
        </pc:spChg>
        <pc:spChg chg="mod">
          <ac:chgData name="Martin Hardy" userId="18c45b91-9529-4376-afee-15439663c977" providerId="ADAL" clId="{3297047B-4D3B-44B9-BEFE-F4C36E9EC3F0}" dt="2022-09-13T16:51:17.176" v="144"/>
          <ac:spMkLst>
            <pc:docMk/>
            <pc:sldMk cId="2866737707" sldId="307"/>
            <ac:spMk id="5" creationId="{4F3045AF-29D9-4E4F-90A6-9F76881C63F8}"/>
          </ac:spMkLst>
        </pc:spChg>
        <pc:picChg chg="mod">
          <ac:chgData name="Martin Hardy" userId="18c45b91-9529-4376-afee-15439663c977" providerId="ADAL" clId="{3297047B-4D3B-44B9-BEFE-F4C36E9EC3F0}" dt="2022-09-13T16:51:17.176" v="144"/>
          <ac:picMkLst>
            <pc:docMk/>
            <pc:sldMk cId="2866737707" sldId="307"/>
            <ac:picMk id="6" creationId="{348DF259-FECE-48A5-8A8D-891C46D12123}"/>
          </ac:picMkLst>
        </pc:picChg>
      </pc:sldChg>
      <pc:sldChg chg="addSp delSp modSp mod delAnim modAnim">
        <pc:chgData name="Martin Hardy" userId="18c45b91-9529-4376-afee-15439663c977" providerId="ADAL" clId="{3297047B-4D3B-44B9-BEFE-F4C36E9EC3F0}" dt="2022-09-27T16:49:18.627" v="197" actId="108"/>
        <pc:sldMkLst>
          <pc:docMk/>
          <pc:sldMk cId="3992565309" sldId="308"/>
        </pc:sldMkLst>
        <pc:spChg chg="add del mod">
          <ac:chgData name="Martin Hardy" userId="18c45b91-9529-4376-afee-15439663c977" providerId="ADAL" clId="{3297047B-4D3B-44B9-BEFE-F4C36E9EC3F0}" dt="2022-09-27T16:47:20.398" v="183"/>
          <ac:spMkLst>
            <pc:docMk/>
            <pc:sldMk cId="3992565309" sldId="308"/>
            <ac:spMk id="5" creationId="{D549817E-9025-0148-3360-D0E689A05E77}"/>
          </ac:spMkLst>
        </pc:spChg>
        <pc:picChg chg="del">
          <ac:chgData name="Martin Hardy" userId="18c45b91-9529-4376-afee-15439663c977" providerId="ADAL" clId="{3297047B-4D3B-44B9-BEFE-F4C36E9EC3F0}" dt="2022-09-27T16:47:03.614" v="182" actId="478"/>
          <ac:picMkLst>
            <pc:docMk/>
            <pc:sldMk cId="3992565309" sldId="308"/>
            <ac:picMk id="3" creationId="{B0ED9FC3-3AD8-46F6-A799-78223BC2AC5D}"/>
          </ac:picMkLst>
        </pc:picChg>
        <pc:picChg chg="add mod">
          <ac:chgData name="Martin Hardy" userId="18c45b91-9529-4376-afee-15439663c977" providerId="ADAL" clId="{3297047B-4D3B-44B9-BEFE-F4C36E9EC3F0}" dt="2022-09-27T16:49:18.627" v="197" actId="108"/>
          <ac:picMkLst>
            <pc:docMk/>
            <pc:sldMk cId="3992565309" sldId="308"/>
            <ac:picMk id="6" creationId="{9D536A6F-8730-3522-59BE-87B6518B1775}"/>
          </ac:picMkLst>
        </pc:picChg>
      </pc:sldChg>
      <pc:sldChg chg="addSp delSp modSp mod delAnim modAnim">
        <pc:chgData name="Martin Hardy" userId="18c45b91-9529-4376-afee-15439663c977" providerId="ADAL" clId="{3297047B-4D3B-44B9-BEFE-F4C36E9EC3F0}" dt="2022-09-27T16:49:21.117" v="198" actId="108"/>
        <pc:sldMkLst>
          <pc:docMk/>
          <pc:sldMk cId="3488364706" sldId="309"/>
        </pc:sldMkLst>
        <pc:spChg chg="add del mod">
          <ac:chgData name="Martin Hardy" userId="18c45b91-9529-4376-afee-15439663c977" providerId="ADAL" clId="{3297047B-4D3B-44B9-BEFE-F4C36E9EC3F0}" dt="2022-09-27T16:46:59.048" v="181"/>
          <ac:spMkLst>
            <pc:docMk/>
            <pc:sldMk cId="3488364706" sldId="309"/>
            <ac:spMk id="6" creationId="{4CF1A4C7-22CC-089D-95AB-2F363A13E0E6}"/>
          </ac:spMkLst>
        </pc:spChg>
        <pc:picChg chg="del">
          <ac:chgData name="Martin Hardy" userId="18c45b91-9529-4376-afee-15439663c977" providerId="ADAL" clId="{3297047B-4D3B-44B9-BEFE-F4C36E9EC3F0}" dt="2022-09-27T16:45:56.663" v="180" actId="478"/>
          <ac:picMkLst>
            <pc:docMk/>
            <pc:sldMk cId="3488364706" sldId="309"/>
            <ac:picMk id="3" creationId="{F6EB2D30-7B2A-490F-BFB7-DE6D95278F8C}"/>
          </ac:picMkLst>
        </pc:picChg>
        <pc:picChg chg="add mod">
          <ac:chgData name="Martin Hardy" userId="18c45b91-9529-4376-afee-15439663c977" providerId="ADAL" clId="{3297047B-4D3B-44B9-BEFE-F4C36E9EC3F0}" dt="2022-09-27T16:49:21.117" v="198" actId="108"/>
          <ac:picMkLst>
            <pc:docMk/>
            <pc:sldMk cId="3488364706" sldId="309"/>
            <ac:picMk id="7" creationId="{92974706-A73C-884A-9174-66F6366A49E4}"/>
          </ac:picMkLst>
        </pc:picChg>
      </pc:sldChg>
      <pc:sldChg chg="addSp delSp modSp mod delAnim modAnim">
        <pc:chgData name="Martin Hardy" userId="18c45b91-9529-4376-afee-15439663c977" providerId="ADAL" clId="{3297047B-4D3B-44B9-BEFE-F4C36E9EC3F0}" dt="2022-09-27T16:49:23.572" v="199" actId="108"/>
        <pc:sldMkLst>
          <pc:docMk/>
          <pc:sldMk cId="1477450016" sldId="310"/>
        </pc:sldMkLst>
        <pc:spChg chg="add del mod">
          <ac:chgData name="Martin Hardy" userId="18c45b91-9529-4376-afee-15439663c977" providerId="ADAL" clId="{3297047B-4D3B-44B9-BEFE-F4C36E9EC3F0}" dt="2022-09-27T16:45:50.893" v="179"/>
          <ac:spMkLst>
            <pc:docMk/>
            <pc:sldMk cId="1477450016" sldId="310"/>
            <ac:spMk id="5" creationId="{16B7A7CE-D70D-FEEE-2B63-DBFF5D31D8BC}"/>
          </ac:spMkLst>
        </pc:spChg>
        <pc:picChg chg="del">
          <ac:chgData name="Martin Hardy" userId="18c45b91-9529-4376-afee-15439663c977" providerId="ADAL" clId="{3297047B-4D3B-44B9-BEFE-F4C36E9EC3F0}" dt="2022-09-27T16:45:13.150" v="178" actId="478"/>
          <ac:picMkLst>
            <pc:docMk/>
            <pc:sldMk cId="1477450016" sldId="310"/>
            <ac:picMk id="3" creationId="{296E4388-5DD3-4C86-A710-4CDA86138E61}"/>
          </ac:picMkLst>
        </pc:picChg>
        <pc:picChg chg="add mod">
          <ac:chgData name="Martin Hardy" userId="18c45b91-9529-4376-afee-15439663c977" providerId="ADAL" clId="{3297047B-4D3B-44B9-BEFE-F4C36E9EC3F0}" dt="2022-09-27T16:49:23.572" v="199" actId="108"/>
          <ac:picMkLst>
            <pc:docMk/>
            <pc:sldMk cId="1477450016" sldId="310"/>
            <ac:picMk id="6" creationId="{820C4E6A-5DB9-AB0A-E6AB-91509932B815}"/>
          </ac:picMkLst>
        </pc:picChg>
      </pc:sldChg>
      <pc:sldMasterChg chg="delSldLayout">
        <pc:chgData name="Martin Hardy" userId="18c45b91-9529-4376-afee-15439663c977" providerId="ADAL" clId="{3297047B-4D3B-44B9-BEFE-F4C36E9EC3F0}" dt="2022-09-13T16:43:30.418" v="113" actId="47"/>
        <pc:sldMasterMkLst>
          <pc:docMk/>
          <pc:sldMasterMk cId="3666204352" sldId="2147483660"/>
        </pc:sldMasterMkLst>
        <pc:sldLayoutChg chg="del">
          <pc:chgData name="Martin Hardy" userId="18c45b91-9529-4376-afee-15439663c977" providerId="ADAL" clId="{3297047B-4D3B-44B9-BEFE-F4C36E9EC3F0}" dt="2022-09-13T16:43:30.418" v="113" actId="47"/>
          <pc:sldLayoutMkLst>
            <pc:docMk/>
            <pc:sldMasterMk cId="3666204352" sldId="2147483660"/>
            <pc:sldLayoutMk cId="2555610128" sldId="2147483718"/>
          </pc:sldLayoutMkLst>
        </pc:sldLayoutChg>
      </pc:sldMasterChg>
    </pc:docChg>
  </pc:docChgLst>
  <pc:docChgLst>
    <pc:chgData name="Martin Hardy" userId="18c45b91-9529-4376-afee-15439663c977" providerId="ADAL" clId="{FB31EEB9-871F-4623-8C58-5A69C1F1397D}"/>
    <pc:docChg chg="undo custSel addSld delSld modSld sldOrd delMainMaster modMainMaster modShowInfo">
      <pc:chgData name="Martin Hardy" userId="18c45b91-9529-4376-afee-15439663c977" providerId="ADAL" clId="{FB31EEB9-871F-4623-8C58-5A69C1F1397D}" dt="2022-09-11T12:59:01.740" v="738" actId="2744"/>
      <pc:docMkLst>
        <pc:docMk/>
      </pc:docMkLst>
      <pc:sldChg chg="modSp mod">
        <pc:chgData name="Martin Hardy" userId="18c45b91-9529-4376-afee-15439663c977" providerId="ADAL" clId="{FB31EEB9-871F-4623-8C58-5A69C1F1397D}" dt="2022-09-06T20:11:36.682" v="562" actId="6549"/>
        <pc:sldMkLst>
          <pc:docMk/>
          <pc:sldMk cId="2281852327" sldId="257"/>
        </pc:sldMkLst>
        <pc:spChg chg="mod">
          <ac:chgData name="Martin Hardy" userId="18c45b91-9529-4376-afee-15439663c977" providerId="ADAL" clId="{FB31EEB9-871F-4623-8C58-5A69C1F1397D}" dt="2022-09-06T20:11:36.682" v="562" actId="6549"/>
          <ac:spMkLst>
            <pc:docMk/>
            <pc:sldMk cId="2281852327" sldId="257"/>
            <ac:spMk id="3" creationId="{7A40A975-3DD2-42E4-80DA-D70600175824}"/>
          </ac:spMkLst>
        </pc:spChg>
      </pc:sldChg>
      <pc:sldChg chg="modSp add mod">
        <pc:chgData name="Martin Hardy" userId="18c45b91-9529-4376-afee-15439663c977" providerId="ADAL" clId="{FB31EEB9-871F-4623-8C58-5A69C1F1397D}" dt="2022-09-06T19:04:22.254" v="227" actId="6549"/>
        <pc:sldMkLst>
          <pc:docMk/>
          <pc:sldMk cId="436769087" sldId="258"/>
        </pc:sldMkLst>
        <pc:spChg chg="mod">
          <ac:chgData name="Martin Hardy" userId="18c45b91-9529-4376-afee-15439663c977" providerId="ADAL" clId="{FB31EEB9-871F-4623-8C58-5A69C1F1397D}" dt="2022-09-06T19:04:22.254" v="227" actId="6549"/>
          <ac:spMkLst>
            <pc:docMk/>
            <pc:sldMk cId="436769087" sldId="258"/>
            <ac:spMk id="4" creationId="{95943749-239C-43CB-AF93-4954CABE46C2}"/>
          </ac:spMkLst>
        </pc:sp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638555495" sldId="258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36769087" sldId="259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597818438" sldId="260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119517671" sldId="261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675740629" sldId="262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800569950" sldId="263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324242622" sldId="264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950874491" sldId="266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582424432" sldId="267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725802250" sldId="268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572054632" sldId="269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52014604" sldId="270"/>
        </pc:sldMkLst>
      </pc:sldChg>
      <pc:sldChg chg="delSp modSp add mod">
        <pc:chgData name="Martin Hardy" userId="18c45b91-9529-4376-afee-15439663c977" providerId="ADAL" clId="{FB31EEB9-871F-4623-8C58-5A69C1F1397D}" dt="2022-09-06T19:07:28.405" v="260" actId="478"/>
        <pc:sldMkLst>
          <pc:docMk/>
          <pc:sldMk cId="572054632" sldId="270"/>
        </pc:sldMkLst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572054632" sldId="270"/>
            <ac:spMk id="3" creationId="{62D3DED9-8C6C-4205-AA46-F4ACD191766B}"/>
          </ac:spMkLst>
        </pc:spChg>
        <pc:spChg chg="mod">
          <ac:chgData name="Martin Hardy" userId="18c45b91-9529-4376-afee-15439663c977" providerId="ADAL" clId="{FB31EEB9-871F-4623-8C58-5A69C1F1397D}" dt="2022-09-06T19:07:25.896" v="259" actId="20577"/>
          <ac:spMkLst>
            <pc:docMk/>
            <pc:sldMk cId="572054632" sldId="270"/>
            <ac:spMk id="4" creationId="{95943749-239C-43CB-AF93-4954CABE46C2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572054632" sldId="270"/>
            <ac:spMk id="5" creationId="{AE6B9066-88B4-4E51-A43B-31B99EDC4F15}"/>
          </ac:spMkLst>
        </pc:spChg>
        <pc:spChg chg="del">
          <ac:chgData name="Martin Hardy" userId="18c45b91-9529-4376-afee-15439663c977" providerId="ADAL" clId="{FB31EEB9-871F-4623-8C58-5A69C1F1397D}" dt="2022-09-06T19:07:28.405" v="260" actId="478"/>
          <ac:spMkLst>
            <pc:docMk/>
            <pc:sldMk cId="572054632" sldId="270"/>
            <ac:spMk id="7" creationId="{E340BB6E-335A-4FD9-BAD0-8635F3DFFD9C}"/>
          </ac:spMkLst>
        </pc:sp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202264003" sldId="271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034388267" sldId="272"/>
        </pc:sldMkLst>
      </pc:sldChg>
      <pc:sldChg chg="modSp mod">
        <pc:chgData name="Martin Hardy" userId="18c45b91-9529-4376-afee-15439663c977" providerId="ADAL" clId="{FB31EEB9-871F-4623-8C58-5A69C1F1397D}" dt="2022-09-06T18:20:06.957" v="37" actId="20577"/>
        <pc:sldMkLst>
          <pc:docMk/>
          <pc:sldMk cId="2369871575" sldId="273"/>
        </pc:sldMkLst>
        <pc:spChg chg="mod">
          <ac:chgData name="Martin Hardy" userId="18c45b91-9529-4376-afee-15439663c977" providerId="ADAL" clId="{FB31EEB9-871F-4623-8C58-5A69C1F1397D}" dt="2022-09-06T18:20:06.957" v="37" actId="20577"/>
          <ac:spMkLst>
            <pc:docMk/>
            <pc:sldMk cId="2369871575" sldId="273"/>
            <ac:spMk id="3" creationId="{7A40A975-3DD2-42E4-80DA-D70600175824}"/>
          </ac:spMkLst>
        </pc:sp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607558254" sldId="274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267202015" sldId="275"/>
        </pc:sldMkLst>
      </pc:sldChg>
      <pc:sldChg chg="modSp add mod">
        <pc:chgData name="Martin Hardy" userId="18c45b91-9529-4376-afee-15439663c977" providerId="ADAL" clId="{FB31EEB9-871F-4623-8C58-5A69C1F1397D}" dt="2022-09-06T19:04:14.002" v="224" actId="20577"/>
        <pc:sldMkLst>
          <pc:docMk/>
          <pc:sldMk cId="842991506" sldId="276"/>
        </pc:sldMkLst>
        <pc:spChg chg="mod">
          <ac:chgData name="Martin Hardy" userId="18c45b91-9529-4376-afee-15439663c977" providerId="ADAL" clId="{FB31EEB9-871F-4623-8C58-5A69C1F1397D}" dt="2022-09-06T19:04:14.002" v="224" actId="20577"/>
          <ac:spMkLst>
            <pc:docMk/>
            <pc:sldMk cId="842991506" sldId="276"/>
            <ac:spMk id="5" creationId="{EB843271-A768-4AB4-92F3-46C70E5D601F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842991506" sldId="276"/>
            <ac:spMk id="6" creationId="{7AF93DD5-8C57-4A51-B8E3-065B77766CD3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842991506" sldId="276"/>
            <ac:spMk id="9" creationId="{CDE0EA86-B51D-44D8-9D47-1D824BD83F84}"/>
          </ac:spMkLst>
        </pc:spChg>
      </pc:sldChg>
      <pc:sldChg chg="addSp delSp modSp add mod delAnim modAnim">
        <pc:chgData name="Martin Hardy" userId="18c45b91-9529-4376-afee-15439663c977" providerId="ADAL" clId="{FB31EEB9-871F-4623-8C58-5A69C1F1397D}" dt="2022-09-06T19:42:21.175" v="372" actId="108"/>
        <pc:sldMkLst>
          <pc:docMk/>
          <pc:sldMk cId="1886529869" sldId="277"/>
        </pc:sldMkLst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1886529869" sldId="277"/>
            <ac:spMk id="2" creationId="{161654A6-921B-4E46-9695-C130D28EADFD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1886529869" sldId="277"/>
            <ac:spMk id="4" creationId="{1E26A941-C539-469E-8333-5A22F22AD575}"/>
          </ac:spMkLst>
        </pc:spChg>
        <pc:spChg chg="add del mod">
          <ac:chgData name="Martin Hardy" userId="18c45b91-9529-4376-afee-15439663c977" providerId="ADAL" clId="{FB31EEB9-871F-4623-8C58-5A69C1F1397D}" dt="2022-09-06T19:35:57.688" v="312"/>
          <ac:spMkLst>
            <pc:docMk/>
            <pc:sldMk cId="1886529869" sldId="277"/>
            <ac:spMk id="6" creationId="{EA3E4BB0-FBD9-67DF-B5BA-E1C104ACCAF1}"/>
          </ac:spMkLst>
        </pc:spChg>
        <pc:spChg chg="add del mod">
          <ac:chgData name="Martin Hardy" userId="18c45b91-9529-4376-afee-15439663c977" providerId="ADAL" clId="{FB31EEB9-871F-4623-8C58-5A69C1F1397D}" dt="2022-09-06T19:36:55.178" v="318"/>
          <ac:spMkLst>
            <pc:docMk/>
            <pc:sldMk cId="1886529869" sldId="277"/>
            <ac:spMk id="9" creationId="{B4F935FC-2256-33EE-696D-820008855835}"/>
          </ac:spMkLst>
        </pc:spChg>
        <pc:spChg chg="mod">
          <ac:chgData name="Martin Hardy" userId="18c45b91-9529-4376-afee-15439663c977" providerId="ADAL" clId="{FB31EEB9-871F-4623-8C58-5A69C1F1397D}" dt="2022-09-06T19:36:05.298" v="315" actId="1076"/>
          <ac:spMkLst>
            <pc:docMk/>
            <pc:sldMk cId="1886529869" sldId="277"/>
            <ac:spMk id="12" creationId="{391E4A5F-4081-4DC1-8F2C-F86D38945C4A}"/>
          </ac:spMkLst>
        </pc:spChg>
        <pc:picChg chg="del mod">
          <ac:chgData name="Martin Hardy" userId="18c45b91-9529-4376-afee-15439663c977" providerId="ADAL" clId="{FB31EEB9-871F-4623-8C58-5A69C1F1397D}" dt="2022-09-06T19:35:37.153" v="311" actId="478"/>
          <ac:picMkLst>
            <pc:docMk/>
            <pc:sldMk cId="1886529869" sldId="277"/>
            <ac:picMk id="3" creationId="{CFD44D24-56DD-45EA-9F23-8C7CAA68A883}"/>
          </ac:picMkLst>
        </pc:picChg>
        <pc:picChg chg="add del mod">
          <ac:chgData name="Martin Hardy" userId="18c45b91-9529-4376-afee-15439663c977" providerId="ADAL" clId="{FB31EEB9-871F-4623-8C58-5A69C1F1397D}" dt="2022-09-06T19:36:39.586" v="317" actId="478"/>
          <ac:picMkLst>
            <pc:docMk/>
            <pc:sldMk cId="1886529869" sldId="277"/>
            <ac:picMk id="7" creationId="{3C6EE45B-F908-F52D-F5B9-96DA1037FCE9}"/>
          </ac:picMkLst>
        </pc:picChg>
        <pc:picChg chg="add mod">
          <ac:chgData name="Martin Hardy" userId="18c45b91-9529-4376-afee-15439663c977" providerId="ADAL" clId="{FB31EEB9-871F-4623-8C58-5A69C1F1397D}" dt="2022-09-06T19:42:21.175" v="372" actId="108"/>
          <ac:picMkLst>
            <pc:docMk/>
            <pc:sldMk cId="1886529869" sldId="277"/>
            <ac:picMk id="10" creationId="{5B9EAD7F-EFA4-B776-2C85-E128B57487C9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262234525" sldId="282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58:16.717" v="485" actId="207"/>
        <pc:sldMkLst>
          <pc:docMk/>
          <pc:sldMk cId="2425671808" sldId="284"/>
        </pc:sldMkLst>
        <pc:spChg chg="add del mod">
          <ac:chgData name="Martin Hardy" userId="18c45b91-9529-4376-afee-15439663c977" providerId="ADAL" clId="{FB31EEB9-871F-4623-8C58-5A69C1F1397D}" dt="2022-09-06T19:40:43.791" v="360"/>
          <ac:spMkLst>
            <pc:docMk/>
            <pc:sldMk cId="2425671808" sldId="284"/>
            <ac:spMk id="3" creationId="{E9302224-8B30-F21C-B8E6-A10FBCCCFF5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425671808" sldId="284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425671808" sldId="284"/>
            <ac:spMk id="5" creationId="{761E3710-A748-47CC-89BB-D62BDB1CEC1B}"/>
          </ac:spMkLst>
        </pc:spChg>
        <pc:spChg chg="mod topLvl">
          <ac:chgData name="Martin Hardy" userId="18c45b91-9529-4376-afee-15439663c977" providerId="ADAL" clId="{FB31EEB9-871F-4623-8C58-5A69C1F1397D}" dt="2022-09-06T19:58:16.717" v="485" actId="207"/>
          <ac:spMkLst>
            <pc:docMk/>
            <pc:sldMk cId="2425671808" sldId="284"/>
            <ac:spMk id="13" creationId="{620471B2-0DDC-46BC-A69E-BA7373653F57}"/>
          </ac:spMkLst>
        </pc:spChg>
        <pc:grpChg chg="del">
          <ac:chgData name="Martin Hardy" userId="18c45b91-9529-4376-afee-15439663c977" providerId="ADAL" clId="{FB31EEB9-871F-4623-8C58-5A69C1F1397D}" dt="2022-09-06T19:56:57.500" v="461" actId="478"/>
          <ac:grpSpMkLst>
            <pc:docMk/>
            <pc:sldMk cId="2425671808" sldId="284"/>
            <ac:grpSpMk id="11" creationId="{54283458-139C-429B-9122-4E030161C956}"/>
          </ac:grpSpMkLst>
        </pc:grpChg>
        <pc:picChg chg="add mod">
          <ac:chgData name="Martin Hardy" userId="18c45b91-9529-4376-afee-15439663c977" providerId="ADAL" clId="{FB31EEB9-871F-4623-8C58-5A69C1F1397D}" dt="2022-09-06T19:42:40.119" v="380" actId="108"/>
          <ac:picMkLst>
            <pc:docMk/>
            <pc:sldMk cId="2425671808" sldId="284"/>
            <ac:picMk id="6" creationId="{D7DA712C-717B-C73D-8E35-6135E483CB91}"/>
          </ac:picMkLst>
        </pc:picChg>
        <pc:picChg chg="del topLvl">
          <ac:chgData name="Martin Hardy" userId="18c45b91-9529-4376-afee-15439663c977" providerId="ADAL" clId="{FB31EEB9-871F-4623-8C58-5A69C1F1397D}" dt="2022-09-06T19:56:57.500" v="461" actId="478"/>
          <ac:picMkLst>
            <pc:docMk/>
            <pc:sldMk cId="2425671808" sldId="284"/>
            <ac:picMk id="12" creationId="{A862CC79-D720-498F-9AFD-F783392124DD}"/>
          </ac:picMkLst>
        </pc:picChg>
        <pc:picChg chg="del mod">
          <ac:chgData name="Martin Hardy" userId="18c45b91-9529-4376-afee-15439663c977" providerId="ADAL" clId="{FB31EEB9-871F-4623-8C58-5A69C1F1397D}" dt="2022-09-06T19:40:35.081" v="359" actId="478"/>
          <ac:picMkLst>
            <pc:docMk/>
            <pc:sldMk cId="2425671808" sldId="284"/>
            <ac:picMk id="15" creationId="{9DC9E7A7-D506-4E42-BDA4-BA2C7F5C0EBE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506133087" sldId="285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957505724" sldId="286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42:23.927" v="373" actId="108"/>
        <pc:sldMkLst>
          <pc:docMk/>
          <pc:sldMk cId="3643553050" sldId="286"/>
        </pc:sldMkLst>
        <pc:spChg chg="add del mod">
          <ac:chgData name="Martin Hardy" userId="18c45b91-9529-4376-afee-15439663c977" providerId="ADAL" clId="{FB31EEB9-871F-4623-8C58-5A69C1F1397D}" dt="2022-09-06T19:37:23.147" v="322"/>
          <ac:spMkLst>
            <pc:docMk/>
            <pc:sldMk cId="3643553050" sldId="286"/>
            <ac:spMk id="7" creationId="{4F3A5A7E-5C9E-0149-0800-C74D392005D2}"/>
          </ac:spMkLst>
        </pc:spChg>
        <pc:picChg chg="del">
          <ac:chgData name="Martin Hardy" userId="18c45b91-9529-4376-afee-15439663c977" providerId="ADAL" clId="{FB31EEB9-871F-4623-8C58-5A69C1F1397D}" dt="2022-09-06T19:37:13.803" v="321" actId="478"/>
          <ac:picMkLst>
            <pc:docMk/>
            <pc:sldMk cId="3643553050" sldId="286"/>
            <ac:picMk id="6" creationId="{FF787307-C504-4996-AE3C-BDD94648F55E}"/>
          </ac:picMkLst>
        </pc:picChg>
        <pc:picChg chg="add mod">
          <ac:chgData name="Martin Hardy" userId="18c45b91-9529-4376-afee-15439663c977" providerId="ADAL" clId="{FB31EEB9-871F-4623-8C58-5A69C1F1397D}" dt="2022-09-06T19:42:23.927" v="373" actId="108"/>
          <ac:picMkLst>
            <pc:docMk/>
            <pc:sldMk cId="3643553050" sldId="286"/>
            <ac:picMk id="8" creationId="{D286D066-1433-885F-34BE-F612D752C2F9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698988620" sldId="287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33:09.739" v="302" actId="108"/>
        <pc:sldMkLst>
          <pc:docMk/>
          <pc:sldMk cId="2954660565" sldId="287"/>
        </pc:sldMkLst>
        <pc:spChg chg="add del mod">
          <ac:chgData name="Martin Hardy" userId="18c45b91-9529-4376-afee-15439663c977" providerId="ADAL" clId="{FB31EEB9-871F-4623-8C58-5A69C1F1397D}" dt="2022-09-06T19:32:54.077" v="301"/>
          <ac:spMkLst>
            <pc:docMk/>
            <pc:sldMk cId="2954660565" sldId="287"/>
            <ac:spMk id="7" creationId="{860E3B26-3FF3-999A-7C5D-31EE4449181D}"/>
          </ac:spMkLst>
        </pc:spChg>
        <pc:picChg chg="del">
          <ac:chgData name="Martin Hardy" userId="18c45b91-9529-4376-afee-15439663c977" providerId="ADAL" clId="{FB31EEB9-871F-4623-8C58-5A69C1F1397D}" dt="2022-09-06T19:32:26.680" v="300" actId="478"/>
          <ac:picMkLst>
            <pc:docMk/>
            <pc:sldMk cId="2954660565" sldId="287"/>
            <ac:picMk id="6" creationId="{A2179336-9C7A-4AEC-937A-B15333AED9CD}"/>
          </ac:picMkLst>
        </pc:picChg>
        <pc:picChg chg="add mod">
          <ac:chgData name="Martin Hardy" userId="18c45b91-9529-4376-afee-15439663c977" providerId="ADAL" clId="{FB31EEB9-871F-4623-8C58-5A69C1F1397D}" dt="2022-09-06T19:33:09.739" v="302" actId="108"/>
          <ac:picMkLst>
            <pc:docMk/>
            <pc:sldMk cId="2954660565" sldId="287"/>
            <ac:picMk id="8" creationId="{4824D8DF-706E-700B-1EFF-23C01ABD6685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55:57.027" v="433" actId="20577"/>
        <pc:sldMkLst>
          <pc:docMk/>
          <pc:sldMk cId="1474727850" sldId="288"/>
        </pc:sldMkLst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1474727850" sldId="288"/>
            <ac:spMk id="2" creationId="{6F5441EB-209E-471D-A7B7-D422F075FF04}"/>
          </ac:spMkLst>
        </pc:spChg>
        <pc:spChg chg="add del mod">
          <ac:chgData name="Martin Hardy" userId="18c45b91-9529-4376-afee-15439663c977" providerId="ADAL" clId="{FB31EEB9-871F-4623-8C58-5A69C1F1397D}" dt="2022-09-06T19:35:01.226" v="306"/>
          <ac:spMkLst>
            <pc:docMk/>
            <pc:sldMk cId="1474727850" sldId="288"/>
            <ac:spMk id="4" creationId="{B0DADEB5-2305-2C4D-BF65-90FA21E7F056}"/>
          </ac:spMkLst>
        </pc:spChg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1474727850" sldId="288"/>
            <ac:spMk id="5" creationId="{1DFBB768-D330-4ED9-A790-6ADD9B6D01ED}"/>
          </ac:spMkLst>
        </pc:spChg>
        <pc:spChg chg="mod topLvl">
          <ac:chgData name="Martin Hardy" userId="18c45b91-9529-4376-afee-15439663c977" providerId="ADAL" clId="{FB31EEB9-871F-4623-8C58-5A69C1F1397D}" dt="2022-09-06T19:55:57.027" v="433" actId="20577"/>
          <ac:spMkLst>
            <pc:docMk/>
            <pc:sldMk cId="1474727850" sldId="288"/>
            <ac:spMk id="11" creationId="{B94B2B2F-E5A9-43AD-A5F4-C4DCBBDFFB44}"/>
          </ac:spMkLst>
        </pc:spChg>
        <pc:grpChg chg="del">
          <ac:chgData name="Martin Hardy" userId="18c45b91-9529-4376-afee-15439663c977" providerId="ADAL" clId="{FB31EEB9-871F-4623-8C58-5A69C1F1397D}" dt="2022-09-06T19:55:26.956" v="407" actId="478"/>
          <ac:grpSpMkLst>
            <pc:docMk/>
            <pc:sldMk cId="1474727850" sldId="288"/>
            <ac:grpSpMk id="9" creationId="{302EC5EF-7E7E-40C2-B65B-AF11C5203708}"/>
          </ac:grpSpMkLst>
        </pc:grpChg>
        <pc:picChg chg="add mod">
          <ac:chgData name="Martin Hardy" userId="18c45b91-9529-4376-afee-15439663c977" providerId="ADAL" clId="{FB31EEB9-871F-4623-8C58-5A69C1F1397D}" dt="2022-09-06T19:42:14.399" v="370" actId="108"/>
          <ac:picMkLst>
            <pc:docMk/>
            <pc:sldMk cId="1474727850" sldId="288"/>
            <ac:picMk id="6" creationId="{73735BCB-6ADF-0701-C955-2FC75737AB45}"/>
          </ac:picMkLst>
        </pc:picChg>
        <pc:picChg chg="del mod">
          <ac:chgData name="Martin Hardy" userId="18c45b91-9529-4376-afee-15439663c977" providerId="ADAL" clId="{FB31EEB9-871F-4623-8C58-5A69C1F1397D}" dt="2022-09-06T19:34:50.803" v="305" actId="478"/>
          <ac:picMkLst>
            <pc:docMk/>
            <pc:sldMk cId="1474727850" sldId="288"/>
            <ac:picMk id="8" creationId="{2903BB87-56D3-4B27-BBCD-E70BD9F22FDE}"/>
          </ac:picMkLst>
        </pc:picChg>
        <pc:picChg chg="del topLvl">
          <ac:chgData name="Martin Hardy" userId="18c45b91-9529-4376-afee-15439663c977" providerId="ADAL" clId="{FB31EEB9-871F-4623-8C58-5A69C1F1397D}" dt="2022-09-06T19:55:26.956" v="407" actId="478"/>
          <ac:picMkLst>
            <pc:docMk/>
            <pc:sldMk cId="1474727850" sldId="288"/>
            <ac:picMk id="10" creationId="{F989FB25-FFA5-404B-88E5-91868CCB003A}"/>
          </ac:picMkLst>
        </pc:picChg>
        <pc:picChg chg="mod">
          <ac:chgData name="Martin Hardy" userId="18c45b91-9529-4376-afee-15439663c977" providerId="ADAL" clId="{FB31EEB9-871F-4623-8C58-5A69C1F1397D}" dt="2022-09-06T18:26:49.009" v="45"/>
          <ac:picMkLst>
            <pc:docMk/>
            <pc:sldMk cId="1474727850" sldId="288"/>
            <ac:picMk id="13" creationId="{2FB3561E-114A-4FD4-B6B9-19AB289C4914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296781462" sldId="288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56:25.749" v="460" actId="207"/>
        <pc:sldMkLst>
          <pc:docMk/>
          <pc:sldMk cId="2088179270" sldId="289"/>
        </pc:sldMkLst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2088179270" sldId="289"/>
            <ac:spMk id="4" creationId="{6E29412E-0426-4660-9476-69A7B4D6012B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2088179270" sldId="289"/>
            <ac:spMk id="5" creationId="{BD799286-E914-457A-B5CD-41ABF872FE63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2088179270" sldId="289"/>
            <ac:spMk id="6" creationId="{02587D1E-4285-4685-9FB6-1D06D5B91B0A}"/>
          </ac:spMkLst>
        </pc:spChg>
        <pc:spChg chg="add del mod">
          <ac:chgData name="Martin Hardy" userId="18c45b91-9529-4376-afee-15439663c977" providerId="ADAL" clId="{FB31EEB9-871F-4623-8C58-5A69C1F1397D}" dt="2022-09-06T19:35:25.561" v="308"/>
          <ac:spMkLst>
            <pc:docMk/>
            <pc:sldMk cId="2088179270" sldId="289"/>
            <ac:spMk id="7" creationId="{1016D63D-0F7D-5C28-A90C-3E0243E18598}"/>
          </ac:spMkLst>
        </pc:spChg>
        <pc:spChg chg="mod topLvl">
          <ac:chgData name="Martin Hardy" userId="18c45b91-9529-4376-afee-15439663c977" providerId="ADAL" clId="{FB31EEB9-871F-4623-8C58-5A69C1F1397D}" dt="2022-09-06T19:56:25.749" v="460" actId="207"/>
          <ac:spMkLst>
            <pc:docMk/>
            <pc:sldMk cId="2088179270" sldId="289"/>
            <ac:spMk id="10" creationId="{9EB41351-CF9E-4915-8252-1F34329152FF}"/>
          </ac:spMkLst>
        </pc:spChg>
        <pc:grpChg chg="del">
          <ac:chgData name="Martin Hardy" userId="18c45b91-9529-4376-afee-15439663c977" providerId="ADAL" clId="{FB31EEB9-871F-4623-8C58-5A69C1F1397D}" dt="2022-09-06T19:56:02.083" v="434" actId="478"/>
          <ac:grpSpMkLst>
            <pc:docMk/>
            <pc:sldMk cId="2088179270" sldId="289"/>
            <ac:grpSpMk id="8" creationId="{AFD3E850-DBC6-46D9-9C9D-6E816552073E}"/>
          </ac:grpSpMkLst>
        </pc:grpChg>
        <pc:picChg chg="del mod">
          <ac:chgData name="Martin Hardy" userId="18c45b91-9529-4376-afee-15439663c977" providerId="ADAL" clId="{FB31EEB9-871F-4623-8C58-5A69C1F1397D}" dt="2022-09-06T19:35:05.314" v="307" actId="478"/>
          <ac:picMkLst>
            <pc:docMk/>
            <pc:sldMk cId="2088179270" sldId="289"/>
            <ac:picMk id="2" creationId="{C928563A-6B18-491A-A721-B5DA94D9F6DA}"/>
          </ac:picMkLst>
        </pc:picChg>
        <pc:picChg chg="del topLvl">
          <ac:chgData name="Martin Hardy" userId="18c45b91-9529-4376-afee-15439663c977" providerId="ADAL" clId="{FB31EEB9-871F-4623-8C58-5A69C1F1397D}" dt="2022-09-06T19:56:02.083" v="434" actId="478"/>
          <ac:picMkLst>
            <pc:docMk/>
            <pc:sldMk cId="2088179270" sldId="289"/>
            <ac:picMk id="9" creationId="{4D62E50C-40C9-46DE-9EC2-F64D1DF1CAB8}"/>
          </ac:picMkLst>
        </pc:picChg>
        <pc:picChg chg="add mod">
          <ac:chgData name="Martin Hardy" userId="18c45b91-9529-4376-afee-15439663c977" providerId="ADAL" clId="{FB31EEB9-871F-4623-8C58-5A69C1F1397D}" dt="2022-09-06T19:42:17.432" v="371" actId="108"/>
          <ac:picMkLst>
            <pc:docMk/>
            <pc:sldMk cId="2088179270" sldId="289"/>
            <ac:picMk id="12" creationId="{A30DD6B5-78C4-FD62-6FB6-09BCF3AD5A8E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397238755" sldId="290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42:31.319" v="376" actId="108"/>
        <pc:sldMkLst>
          <pc:docMk/>
          <pc:sldMk cId="3104017807" sldId="290"/>
        </pc:sldMkLst>
        <pc:spChg chg="mod">
          <ac:chgData name="Martin Hardy" userId="18c45b91-9529-4376-afee-15439663c977" providerId="ADAL" clId="{FB31EEB9-871F-4623-8C58-5A69C1F1397D}" dt="2022-09-06T19:38:48.791" v="341" actId="14100"/>
          <ac:spMkLst>
            <pc:docMk/>
            <pc:sldMk cId="3104017807" sldId="290"/>
            <ac:spMk id="3" creationId="{755C167B-C98F-45FB-A6FA-7EE93B0A6D0A}"/>
          </ac:spMkLst>
        </pc:spChg>
        <pc:spChg chg="add del mod">
          <ac:chgData name="Martin Hardy" userId="18c45b91-9529-4376-afee-15439663c977" providerId="ADAL" clId="{FB31EEB9-871F-4623-8C58-5A69C1F1397D}" dt="2022-09-06T19:38:42.376" v="338"/>
          <ac:spMkLst>
            <pc:docMk/>
            <pc:sldMk cId="3104017807" sldId="290"/>
            <ac:spMk id="7" creationId="{B83B8A98-BC97-A16F-EEA4-34546989BF5F}"/>
          </ac:spMkLst>
        </pc:spChg>
        <pc:picChg chg="del">
          <ac:chgData name="Martin Hardy" userId="18c45b91-9529-4376-afee-15439663c977" providerId="ADAL" clId="{FB31EEB9-871F-4623-8C58-5A69C1F1397D}" dt="2022-09-06T19:38:26.249" v="337" actId="478"/>
          <ac:picMkLst>
            <pc:docMk/>
            <pc:sldMk cId="3104017807" sldId="290"/>
            <ac:picMk id="6" creationId="{16D29642-2F2E-4713-95AD-8F14F6F1E44C}"/>
          </ac:picMkLst>
        </pc:picChg>
        <pc:picChg chg="add mod">
          <ac:chgData name="Martin Hardy" userId="18c45b91-9529-4376-afee-15439663c977" providerId="ADAL" clId="{FB31EEB9-871F-4623-8C58-5A69C1F1397D}" dt="2022-09-06T19:42:31.319" v="376" actId="108"/>
          <ac:picMkLst>
            <pc:docMk/>
            <pc:sldMk cId="3104017807" sldId="290"/>
            <ac:picMk id="8" creationId="{444B5B62-940A-D871-1132-38CD83E2A297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622120471" sldId="291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586015288" sldId="292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633210000" sldId="293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42:33.080" v="377" actId="108"/>
        <pc:sldMkLst>
          <pc:docMk/>
          <pc:sldMk cId="3421446240" sldId="293"/>
        </pc:sldMkLst>
        <pc:spChg chg="mod">
          <ac:chgData name="Martin Hardy" userId="18c45b91-9529-4376-afee-15439663c977" providerId="ADAL" clId="{FB31EEB9-871F-4623-8C58-5A69C1F1397D}" dt="2022-09-06T19:39:15.631" v="346" actId="14100"/>
          <ac:spMkLst>
            <pc:docMk/>
            <pc:sldMk cId="3421446240" sldId="293"/>
            <ac:spMk id="3" creationId="{0E01C464-48ED-433E-A8BF-08541D31A883}"/>
          </ac:spMkLst>
        </pc:spChg>
        <pc:spChg chg="add del mod">
          <ac:chgData name="Martin Hardy" userId="18c45b91-9529-4376-afee-15439663c977" providerId="ADAL" clId="{FB31EEB9-871F-4623-8C58-5A69C1F1397D}" dt="2022-09-06T19:39:12.630" v="345"/>
          <ac:spMkLst>
            <pc:docMk/>
            <pc:sldMk cId="3421446240" sldId="293"/>
            <ac:spMk id="6" creationId="{6EDFBC2F-9AD0-AD04-08DB-2630BA55DFD6}"/>
          </ac:spMkLst>
        </pc:spChg>
        <pc:picChg chg="del">
          <ac:chgData name="Martin Hardy" userId="18c45b91-9529-4376-afee-15439663c977" providerId="ADAL" clId="{FB31EEB9-871F-4623-8C58-5A69C1F1397D}" dt="2022-09-06T19:38:57.425" v="344" actId="478"/>
          <ac:picMkLst>
            <pc:docMk/>
            <pc:sldMk cId="3421446240" sldId="293"/>
            <ac:picMk id="2" creationId="{8066D563-F389-4016-8078-AFFF4E0FC9BC}"/>
          </ac:picMkLst>
        </pc:picChg>
        <pc:picChg chg="add mod">
          <ac:chgData name="Martin Hardy" userId="18c45b91-9529-4376-afee-15439663c977" providerId="ADAL" clId="{FB31EEB9-871F-4623-8C58-5A69C1F1397D}" dt="2022-09-06T19:42:33.080" v="377" actId="108"/>
          <ac:picMkLst>
            <pc:docMk/>
            <pc:sldMk cId="3421446240" sldId="293"/>
            <ac:picMk id="8" creationId="{A3ACE130-588E-4F11-E6A0-1DE891DA72B4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41.903" v="381" actId="108"/>
        <pc:sldMkLst>
          <pc:docMk/>
          <pc:sldMk cId="178198611" sldId="297"/>
        </pc:sldMkLst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78198611" sldId="297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78198611" sldId="297"/>
            <ac:spMk id="5" creationId="{761E3710-A748-47CC-89BB-D62BDB1CEC1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78198611" sldId="297"/>
            <ac:spMk id="6" creationId="{28FF9A3D-DE7A-4712-8824-981D13CBFD75}"/>
          </ac:spMkLst>
        </pc:spChg>
        <pc:spChg chg="add del mod">
          <ac:chgData name="Martin Hardy" userId="18c45b91-9529-4376-afee-15439663c977" providerId="ADAL" clId="{FB31EEB9-871F-4623-8C58-5A69C1F1397D}" dt="2022-09-06T19:41:05.574" v="362"/>
          <ac:spMkLst>
            <pc:docMk/>
            <pc:sldMk cId="178198611" sldId="297"/>
            <ac:spMk id="7" creationId="{CA05CEDB-73A2-6016-38A0-D8F5F2A630B2}"/>
          </ac:spMkLst>
        </pc:spChg>
        <pc:picChg chg="del mod">
          <ac:chgData name="Martin Hardy" userId="18c45b91-9529-4376-afee-15439663c977" providerId="ADAL" clId="{FB31EEB9-871F-4623-8C58-5A69C1F1397D}" dt="2022-09-06T19:40:55.992" v="361" actId="478"/>
          <ac:picMkLst>
            <pc:docMk/>
            <pc:sldMk cId="178198611" sldId="297"/>
            <ac:picMk id="8" creationId="{C99F9BC1-96C9-45AE-BC67-10C40BADAFED}"/>
          </ac:picMkLst>
        </pc:picChg>
        <pc:picChg chg="add mod">
          <ac:chgData name="Martin Hardy" userId="18c45b91-9529-4376-afee-15439663c977" providerId="ADAL" clId="{FB31EEB9-871F-4623-8C58-5A69C1F1397D}" dt="2022-09-06T19:42:41.903" v="381" actId="108"/>
          <ac:picMkLst>
            <pc:docMk/>
            <pc:sldMk cId="178198611" sldId="297"/>
            <ac:picMk id="9" creationId="{493CD0CC-2A00-998A-A9C4-FEA1F95BD327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45.959" v="383" actId="108"/>
        <pc:sldMkLst>
          <pc:docMk/>
          <pc:sldMk cId="2284316722" sldId="298"/>
        </pc:sldMkLst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284316722" sldId="298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284316722" sldId="298"/>
            <ac:spMk id="5" creationId="{761E3710-A748-47CC-89BB-D62BDB1CEC1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284316722" sldId="298"/>
            <ac:spMk id="6" creationId="{28FF9A3D-DE7A-4712-8824-981D13CBFD75}"/>
          </ac:spMkLst>
        </pc:spChg>
        <pc:spChg chg="add del mod">
          <ac:chgData name="Martin Hardy" userId="18c45b91-9529-4376-afee-15439663c977" providerId="ADAL" clId="{FB31EEB9-871F-4623-8C58-5A69C1F1397D}" dt="2022-09-06T19:41:55.716" v="368"/>
          <ac:spMkLst>
            <pc:docMk/>
            <pc:sldMk cId="2284316722" sldId="298"/>
            <ac:spMk id="7" creationId="{DC5B0C68-3EE0-F91B-2307-C6E8E8C1B827}"/>
          </ac:spMkLst>
        </pc:spChg>
        <pc:picChg chg="del mod">
          <ac:chgData name="Martin Hardy" userId="18c45b91-9529-4376-afee-15439663c977" providerId="ADAL" clId="{FB31EEB9-871F-4623-8C58-5A69C1F1397D}" dt="2022-09-06T19:41:47.313" v="367" actId="478"/>
          <ac:picMkLst>
            <pc:docMk/>
            <pc:sldMk cId="2284316722" sldId="298"/>
            <ac:picMk id="9" creationId="{D3F30A81-6517-4CA7-8172-371D8C48379F}"/>
          </ac:picMkLst>
        </pc:picChg>
        <pc:picChg chg="add mod">
          <ac:chgData name="Martin Hardy" userId="18c45b91-9529-4376-afee-15439663c977" providerId="ADAL" clId="{FB31EEB9-871F-4623-8C58-5A69C1F1397D}" dt="2022-09-06T19:42:45.959" v="383" actId="108"/>
          <ac:picMkLst>
            <pc:docMk/>
            <pc:sldMk cId="2284316722" sldId="298"/>
            <ac:picMk id="10" creationId="{01F91208-7125-B000-1146-055ED1AC8FED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34.863" v="378" actId="108"/>
        <pc:sldMkLst>
          <pc:docMk/>
          <pc:sldMk cId="4005130374" sldId="299"/>
        </pc:sldMkLst>
        <pc:spChg chg="add del mod">
          <ac:chgData name="Martin Hardy" userId="18c45b91-9529-4376-afee-15439663c977" providerId="ADAL" clId="{FB31EEB9-871F-4623-8C58-5A69C1F1397D}" dt="2022-09-06T19:39:42.764" v="350"/>
          <ac:spMkLst>
            <pc:docMk/>
            <pc:sldMk cId="4005130374" sldId="299"/>
            <ac:spMk id="6" creationId="{9D401C44-181A-4702-0C7C-AD2FE4E0CFCD}"/>
          </ac:spMkLst>
        </pc:spChg>
        <pc:picChg chg="del">
          <ac:chgData name="Martin Hardy" userId="18c45b91-9529-4376-afee-15439663c977" providerId="ADAL" clId="{FB31EEB9-871F-4623-8C58-5A69C1F1397D}" dt="2022-09-06T19:39:23.465" v="349" actId="478"/>
          <ac:picMkLst>
            <pc:docMk/>
            <pc:sldMk cId="4005130374" sldId="299"/>
            <ac:picMk id="2" creationId="{D1133D27-3215-4E2A-B96B-38E863CDF244}"/>
          </ac:picMkLst>
        </pc:picChg>
        <pc:picChg chg="add mod">
          <ac:chgData name="Martin Hardy" userId="18c45b91-9529-4376-afee-15439663c977" providerId="ADAL" clId="{FB31EEB9-871F-4623-8C58-5A69C1F1397D}" dt="2022-09-06T19:42:34.863" v="378" actId="108"/>
          <ac:picMkLst>
            <pc:docMk/>
            <pc:sldMk cId="4005130374" sldId="299"/>
            <ac:picMk id="8" creationId="{0B5E4D41-82A0-8B4F-1E99-D57224530DD2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43.239" v="382" actId="108"/>
        <pc:sldMkLst>
          <pc:docMk/>
          <pc:sldMk cId="1064017932" sldId="302"/>
        </pc:sldMkLst>
        <pc:spChg chg="add del mod">
          <ac:chgData name="Martin Hardy" userId="18c45b91-9529-4376-afee-15439663c977" providerId="ADAL" clId="{FB31EEB9-871F-4623-8C58-5A69C1F1397D}" dt="2022-09-06T19:41:33.283" v="366"/>
          <ac:spMkLst>
            <pc:docMk/>
            <pc:sldMk cId="1064017932" sldId="302"/>
            <ac:spMk id="3" creationId="{E547FA73-0988-B109-ED70-2AD426460986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064017932" sldId="302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064017932" sldId="302"/>
            <ac:spMk id="5" creationId="{761E3710-A748-47CC-89BB-D62BDB1CEC1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064017932" sldId="302"/>
            <ac:spMk id="6" creationId="{28FF9A3D-DE7A-4712-8824-981D13CBFD75}"/>
          </ac:spMkLst>
        </pc:spChg>
        <pc:picChg chg="add mod">
          <ac:chgData name="Martin Hardy" userId="18c45b91-9529-4376-afee-15439663c977" providerId="ADAL" clId="{FB31EEB9-871F-4623-8C58-5A69C1F1397D}" dt="2022-09-06T19:42:43.239" v="382" actId="108"/>
          <ac:picMkLst>
            <pc:docMk/>
            <pc:sldMk cId="1064017932" sldId="302"/>
            <ac:picMk id="7" creationId="{E8272CE0-9749-C409-7213-C84503C2B0A0}"/>
          </ac:picMkLst>
        </pc:picChg>
        <pc:picChg chg="del mod">
          <ac:chgData name="Martin Hardy" userId="18c45b91-9529-4376-afee-15439663c977" providerId="ADAL" clId="{FB31EEB9-871F-4623-8C58-5A69C1F1397D}" dt="2022-09-06T19:41:22.112" v="363" actId="478"/>
          <ac:picMkLst>
            <pc:docMk/>
            <pc:sldMk cId="1064017932" sldId="302"/>
            <ac:picMk id="8" creationId="{9D35DA5E-05EA-45CD-A72F-6166301CE362}"/>
          </ac:picMkLst>
        </pc:picChg>
      </pc:sldChg>
      <pc:sldChg chg="delSp modSp add mod setBg modAnim delDesignElem">
        <pc:chgData name="Martin Hardy" userId="18c45b91-9529-4376-afee-15439663c977" providerId="ADAL" clId="{FB31EEB9-871F-4623-8C58-5A69C1F1397D}" dt="2022-09-06T19:08:15.846" v="270"/>
        <pc:sldMkLst>
          <pc:docMk/>
          <pc:sldMk cId="1638555495" sldId="303"/>
        </pc:sldMkLst>
        <pc:spChg chg="mod">
          <ac:chgData name="Martin Hardy" userId="18c45b91-9529-4376-afee-15439663c977" providerId="ADAL" clId="{FB31EEB9-871F-4623-8C58-5A69C1F1397D}" dt="2022-09-06T19:06:06.446" v="257" actId="207"/>
          <ac:spMkLst>
            <pc:docMk/>
            <pc:sldMk cId="1638555495" sldId="303"/>
            <ac:spMk id="6" creationId="{EB1677F1-0331-4992-9DEA-02D602B01970}"/>
          </ac:spMkLst>
        </pc:spChg>
        <pc:spChg chg="del">
          <ac:chgData name="Martin Hardy" userId="18c45b91-9529-4376-afee-15439663c977" providerId="ADAL" clId="{FB31EEB9-871F-4623-8C58-5A69C1F1397D}" dt="2022-09-06T18:25:41.089" v="41"/>
          <ac:spMkLst>
            <pc:docMk/>
            <pc:sldMk cId="1638555495" sldId="303"/>
            <ac:spMk id="9" creationId="{655AE6B0-AC9E-4167-806F-E9DB135FC46B}"/>
          </ac:spMkLst>
        </pc:spChg>
        <pc:spChg chg="del">
          <ac:chgData name="Martin Hardy" userId="18c45b91-9529-4376-afee-15439663c977" providerId="ADAL" clId="{FB31EEB9-871F-4623-8C58-5A69C1F1397D}" dt="2022-09-06T18:25:41.089" v="41"/>
          <ac:spMkLst>
            <pc:docMk/>
            <pc:sldMk cId="1638555495" sldId="303"/>
            <ac:spMk id="22" creationId="{87BD1F4E-A66D-4C06-86DA-8D56CA7A3B41}"/>
          </ac:spMkLst>
        </pc:spChg>
        <pc:grpChg chg="del">
          <ac:chgData name="Martin Hardy" userId="18c45b91-9529-4376-afee-15439663c977" providerId="ADAL" clId="{FB31EEB9-871F-4623-8C58-5A69C1F1397D}" dt="2022-09-06T18:25:41.089" v="41"/>
          <ac:grpSpMkLst>
            <pc:docMk/>
            <pc:sldMk cId="1638555495" sldId="303"/>
            <ac:grpSpMk id="11" creationId="{3523416A-383B-4FDC-B4C9-D8EDDFE9C043}"/>
          </ac:grpSpMkLst>
        </pc:grpChg>
        <pc:graphicFrameChg chg="add mod">
          <ac:chgData name="Martin Hardy" userId="18c45b91-9529-4376-afee-15439663c977" providerId="ADAL" clId="{FB31EEB9-871F-4623-8C58-5A69C1F1397D}" dt="2022-09-06T19:08:15.846" v="270"/>
          <ac:graphicFrameMkLst>
            <pc:docMk/>
            <pc:sldMk cId="1638555495" sldId="303"/>
            <ac:graphicFrameMk id="5" creationId="{722F24D7-6EC7-4EB3-9B1E-A70E422E58CA}"/>
          </ac:graphicFrameMkLst>
        </pc:graphicFrameChg>
        <pc:picChg chg="del mod">
          <ac:chgData name="Martin Hardy" userId="18c45b91-9529-4376-afee-15439663c977" providerId="ADAL" clId="{FB31EEB9-871F-4623-8C58-5A69C1F1397D}" dt="2022-09-06T19:05:52.487" v="256" actId="478"/>
          <ac:picMkLst>
            <pc:docMk/>
            <pc:sldMk cId="1638555495" sldId="303"/>
            <ac:picMk id="21" creationId="{19553CE9-CFBF-42BA-BFEA-6956F7F706FE}"/>
          </ac:picMkLst>
        </pc:picChg>
      </pc:sldChg>
      <pc:sldChg chg="delSp modSp add mod ord">
        <pc:chgData name="Martin Hardy" userId="18c45b91-9529-4376-afee-15439663c977" providerId="ADAL" clId="{FB31EEB9-871F-4623-8C58-5A69C1F1397D}" dt="2022-09-06T19:03:59.682" v="221" actId="20577"/>
        <pc:sldMkLst>
          <pc:docMk/>
          <pc:sldMk cId="3444130440" sldId="304"/>
        </pc:sldMkLst>
        <pc:spChg chg="mod">
          <ac:chgData name="Martin Hardy" userId="18c45b91-9529-4376-afee-15439663c977" providerId="ADAL" clId="{FB31EEB9-871F-4623-8C58-5A69C1F1397D}" dt="2022-09-06T18:47:22.515" v="52"/>
          <ac:spMkLst>
            <pc:docMk/>
            <pc:sldMk cId="3444130440" sldId="304"/>
            <ac:spMk id="3" creationId="{62D3DED9-8C6C-4205-AA46-F4ACD191766B}"/>
          </ac:spMkLst>
        </pc:spChg>
        <pc:spChg chg="mod">
          <ac:chgData name="Martin Hardy" userId="18c45b91-9529-4376-afee-15439663c977" providerId="ADAL" clId="{FB31EEB9-871F-4623-8C58-5A69C1F1397D}" dt="2022-09-06T19:03:59.682" v="221" actId="20577"/>
          <ac:spMkLst>
            <pc:docMk/>
            <pc:sldMk cId="3444130440" sldId="304"/>
            <ac:spMk id="4" creationId="{95943749-239C-43CB-AF93-4954CABE46C2}"/>
          </ac:spMkLst>
        </pc:spChg>
        <pc:spChg chg="mod">
          <ac:chgData name="Martin Hardy" userId="18c45b91-9529-4376-afee-15439663c977" providerId="ADAL" clId="{FB31EEB9-871F-4623-8C58-5A69C1F1397D}" dt="2022-09-06T18:47:22.515" v="52"/>
          <ac:spMkLst>
            <pc:docMk/>
            <pc:sldMk cId="3444130440" sldId="304"/>
            <ac:spMk id="5" creationId="{AE6B9066-88B4-4E51-A43B-31B99EDC4F15}"/>
          </ac:spMkLst>
        </pc:spChg>
        <pc:spChg chg="del">
          <ac:chgData name="Martin Hardy" userId="18c45b91-9529-4376-afee-15439663c977" providerId="ADAL" clId="{FB31EEB9-871F-4623-8C58-5A69C1F1397D}" dt="2022-09-06T18:47:39.268" v="80" actId="478"/>
          <ac:spMkLst>
            <pc:docMk/>
            <pc:sldMk cId="3444130440" sldId="304"/>
            <ac:spMk id="6" creationId="{CE1DAD45-7B7F-4C9E-BCE6-9C0C13E2986E}"/>
          </ac:spMkLst>
        </pc:spChg>
      </pc:sldChg>
      <pc:sldChg chg="addSp delSp modSp add mod delAnim modAnim">
        <pc:chgData name="Martin Hardy" userId="18c45b91-9529-4376-afee-15439663c977" providerId="ADAL" clId="{FB31EEB9-871F-4623-8C58-5A69C1F1397D}" dt="2022-09-06T19:55:23.013" v="406" actId="1076"/>
        <pc:sldMkLst>
          <pc:docMk/>
          <pc:sldMk cId="2165126463" sldId="305"/>
        </pc:sldMkLst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2165126463" sldId="305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2165126463" sldId="305"/>
            <ac:spMk id="5" creationId="{761E3710-A748-47CC-89BB-D62BDB1CEC1B}"/>
          </ac:spMkLst>
        </pc:spChg>
        <pc:spChg chg="add del mod">
          <ac:chgData name="Martin Hardy" userId="18c45b91-9529-4376-afee-15439663c977" providerId="ADAL" clId="{FB31EEB9-871F-4623-8C58-5A69C1F1397D}" dt="2022-09-06T19:34:20.633" v="304"/>
          <ac:spMkLst>
            <pc:docMk/>
            <pc:sldMk cId="2165126463" sldId="305"/>
            <ac:spMk id="7" creationId="{AD4B6FAC-3F5B-0F2C-19A5-E0694D56F799}"/>
          </ac:spMkLst>
        </pc:spChg>
        <pc:spChg chg="mod topLvl">
          <ac:chgData name="Martin Hardy" userId="18c45b91-9529-4376-afee-15439663c977" providerId="ADAL" clId="{FB31EEB9-871F-4623-8C58-5A69C1F1397D}" dt="2022-09-06T19:55:23.013" v="406" actId="1076"/>
          <ac:spMkLst>
            <pc:docMk/>
            <pc:sldMk cId="2165126463" sldId="305"/>
            <ac:spMk id="10" creationId="{E324DB25-E395-414F-9F95-810C2DA761A2}"/>
          </ac:spMkLst>
        </pc:spChg>
        <pc:grpChg chg="del">
          <ac:chgData name="Martin Hardy" userId="18c45b91-9529-4376-afee-15439663c977" providerId="ADAL" clId="{FB31EEB9-871F-4623-8C58-5A69C1F1397D}" dt="2022-09-06T19:55:07.012" v="384" actId="478"/>
          <ac:grpSpMkLst>
            <pc:docMk/>
            <pc:sldMk cId="2165126463" sldId="305"/>
            <ac:grpSpMk id="8" creationId="{C08DE63A-09FB-4D49-BFC8-5DD0FAF1382A}"/>
          </ac:grpSpMkLst>
        </pc:grpChg>
        <pc:picChg chg="mod">
          <ac:chgData name="Martin Hardy" userId="18c45b91-9529-4376-afee-15439663c977" providerId="ADAL" clId="{FB31EEB9-871F-4623-8C58-5A69C1F1397D}" dt="2022-09-06T18:26:49.009" v="45"/>
          <ac:picMkLst>
            <pc:docMk/>
            <pc:sldMk cId="2165126463" sldId="305"/>
            <ac:picMk id="2" creationId="{6D783849-B0E9-4CDC-817A-47928ACC2E80}"/>
          </ac:picMkLst>
        </pc:picChg>
        <pc:picChg chg="del mod">
          <ac:chgData name="Martin Hardy" userId="18c45b91-9529-4376-afee-15439663c977" providerId="ADAL" clId="{FB31EEB9-871F-4623-8C58-5A69C1F1397D}" dt="2022-09-06T19:33:45.410" v="303" actId="478"/>
          <ac:picMkLst>
            <pc:docMk/>
            <pc:sldMk cId="2165126463" sldId="305"/>
            <ac:picMk id="6" creationId="{CEB1AA5A-2B70-4617-B80B-42E4AFDCCDC0}"/>
          </ac:picMkLst>
        </pc:picChg>
        <pc:picChg chg="del topLvl">
          <ac:chgData name="Martin Hardy" userId="18c45b91-9529-4376-afee-15439663c977" providerId="ADAL" clId="{FB31EEB9-871F-4623-8C58-5A69C1F1397D}" dt="2022-09-06T19:55:07.012" v="384" actId="478"/>
          <ac:picMkLst>
            <pc:docMk/>
            <pc:sldMk cId="2165126463" sldId="305"/>
            <ac:picMk id="9" creationId="{053A1C58-9D8C-4293-AB81-4B44E3E907B7}"/>
          </ac:picMkLst>
        </pc:picChg>
        <pc:picChg chg="add mod">
          <ac:chgData name="Martin Hardy" userId="18c45b91-9529-4376-afee-15439663c977" providerId="ADAL" clId="{FB31EEB9-871F-4623-8C58-5A69C1F1397D}" dt="2022-09-06T19:42:09.351" v="369" actId="108"/>
          <ac:picMkLst>
            <pc:docMk/>
            <pc:sldMk cId="2165126463" sldId="305"/>
            <ac:picMk id="12" creationId="{576C9628-6AEF-E679-C7AC-14653EC5B844}"/>
          </ac:picMkLst>
        </pc:picChg>
      </pc:sldChg>
      <pc:sldChg chg="delSp modSp add mod">
        <pc:chgData name="Martin Hardy" userId="18c45b91-9529-4376-afee-15439663c977" providerId="ADAL" clId="{FB31EEB9-871F-4623-8C58-5A69C1F1397D}" dt="2022-09-06T19:04:07.637" v="223" actId="478"/>
        <pc:sldMkLst>
          <pc:docMk/>
          <pc:sldMk cId="4246239074" sldId="306"/>
        </pc:sldMkLst>
        <pc:spChg chg="mod">
          <ac:chgData name="Martin Hardy" userId="18c45b91-9529-4376-afee-15439663c977" providerId="ADAL" clId="{FB31EEB9-871F-4623-8C58-5A69C1F1397D}" dt="2022-09-06T19:04:06.529" v="222" actId="20577"/>
          <ac:spMkLst>
            <pc:docMk/>
            <pc:sldMk cId="4246239074" sldId="306"/>
            <ac:spMk id="4" creationId="{95943749-239C-43CB-AF93-4954CABE46C2}"/>
          </ac:spMkLst>
        </pc:spChg>
        <pc:spChg chg="del">
          <ac:chgData name="Martin Hardy" userId="18c45b91-9529-4376-afee-15439663c977" providerId="ADAL" clId="{FB31EEB9-871F-4623-8C58-5A69C1F1397D}" dt="2022-09-06T19:04:07.637" v="223" actId="478"/>
          <ac:spMkLst>
            <pc:docMk/>
            <pc:sldMk cId="4246239074" sldId="306"/>
            <ac:spMk id="6" creationId="{CE1DAD45-7B7F-4C9E-BCE6-9C0C13E2986E}"/>
          </ac:spMkLst>
        </pc:spChg>
      </pc:sldChg>
      <pc:sldChg chg="addSp delSp modSp add mod delAnim modAnim">
        <pc:chgData name="Martin Hardy" userId="18c45b91-9529-4376-afee-15439663c977" providerId="ADAL" clId="{FB31EEB9-871F-4623-8C58-5A69C1F1397D}" dt="2022-09-06T19:42:27.279" v="374" actId="108"/>
        <pc:sldMkLst>
          <pc:docMk/>
          <pc:sldMk cId="1878971237" sldId="307"/>
        </pc:sldMkLst>
        <pc:spChg chg="add del mod">
          <ac:chgData name="Martin Hardy" userId="18c45b91-9529-4376-afee-15439663c977" providerId="ADAL" clId="{FB31EEB9-871F-4623-8C58-5A69C1F1397D}" dt="2022-09-06T19:37:50.019" v="328"/>
          <ac:spMkLst>
            <pc:docMk/>
            <pc:sldMk cId="1878971237" sldId="307"/>
            <ac:spMk id="7" creationId="{ADADDDBD-66EC-A4A9-D3B7-065446B975E4}"/>
          </ac:spMkLst>
        </pc:spChg>
        <pc:picChg chg="del">
          <ac:chgData name="Martin Hardy" userId="18c45b91-9529-4376-afee-15439663c977" providerId="ADAL" clId="{FB31EEB9-871F-4623-8C58-5A69C1F1397D}" dt="2022-09-06T19:37:40.017" v="325" actId="478"/>
          <ac:picMkLst>
            <pc:docMk/>
            <pc:sldMk cId="1878971237" sldId="307"/>
            <ac:picMk id="6" creationId="{4C541498-8722-49C1-AF30-AD826557CCFA}"/>
          </ac:picMkLst>
        </pc:picChg>
        <pc:picChg chg="add mod">
          <ac:chgData name="Martin Hardy" userId="18c45b91-9529-4376-afee-15439663c977" providerId="ADAL" clId="{FB31EEB9-871F-4623-8C58-5A69C1F1397D}" dt="2022-09-06T19:42:27.279" v="374" actId="108"/>
          <ac:picMkLst>
            <pc:docMk/>
            <pc:sldMk cId="1878971237" sldId="307"/>
            <ac:picMk id="8" creationId="{D5932212-8F85-1262-CB48-71867CD76665}"/>
          </ac:picMkLst>
        </pc:picChg>
      </pc:sldChg>
      <pc:sldChg chg="addSp delSp modSp add mod setBg delAnim modAnim">
        <pc:chgData name="Martin Hardy" userId="18c45b91-9529-4376-afee-15439663c977" providerId="ADAL" clId="{FB31EEB9-871F-4623-8C58-5A69C1F1397D}" dt="2022-09-06T19:42:29.055" v="375" actId="108"/>
        <pc:sldMkLst>
          <pc:docMk/>
          <pc:sldMk cId="1132440465" sldId="308"/>
        </pc:sldMkLst>
        <pc:spChg chg="add del mod">
          <ac:chgData name="Martin Hardy" userId="18c45b91-9529-4376-afee-15439663c977" providerId="ADAL" clId="{FB31EEB9-871F-4623-8C58-5A69C1F1397D}" dt="2022-09-06T19:38:12.961" v="333"/>
          <ac:spMkLst>
            <pc:docMk/>
            <pc:sldMk cId="1132440465" sldId="308"/>
            <ac:spMk id="7" creationId="{9961DC97-B89A-0B3D-ED30-5C9186196296}"/>
          </ac:spMkLst>
        </pc:spChg>
        <pc:picChg chg="del">
          <ac:chgData name="Martin Hardy" userId="18c45b91-9529-4376-afee-15439663c977" providerId="ADAL" clId="{FB31EEB9-871F-4623-8C58-5A69C1F1397D}" dt="2022-09-06T19:38:05.257" v="332" actId="478"/>
          <ac:picMkLst>
            <pc:docMk/>
            <pc:sldMk cId="1132440465" sldId="308"/>
            <ac:picMk id="6" creationId="{C2770C85-3FE7-42FF-A69C-20BC066653EC}"/>
          </ac:picMkLst>
        </pc:picChg>
        <pc:picChg chg="add mod">
          <ac:chgData name="Martin Hardy" userId="18c45b91-9529-4376-afee-15439663c977" providerId="ADAL" clId="{FB31EEB9-871F-4623-8C58-5A69C1F1397D}" dt="2022-09-06T19:42:29.055" v="375" actId="108"/>
          <ac:picMkLst>
            <pc:docMk/>
            <pc:sldMk cId="1132440465" sldId="308"/>
            <ac:picMk id="8" creationId="{C349D77F-406C-478D-5EDB-0788D8C2B817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37.359" v="379" actId="108"/>
        <pc:sldMkLst>
          <pc:docMk/>
          <pc:sldMk cId="1610498445" sldId="309"/>
        </pc:sldMkLst>
        <pc:spChg chg="add del mod">
          <ac:chgData name="Martin Hardy" userId="18c45b91-9529-4376-afee-15439663c977" providerId="ADAL" clId="{FB31EEB9-871F-4623-8C58-5A69C1F1397D}" dt="2022-09-06T19:40:17.030" v="357"/>
          <ac:spMkLst>
            <pc:docMk/>
            <pc:sldMk cId="1610498445" sldId="309"/>
            <ac:spMk id="4" creationId="{340B7DA5-5F32-2297-216B-512539026400}"/>
          </ac:spMkLst>
        </pc:spChg>
        <pc:picChg chg="add mod">
          <ac:chgData name="Martin Hardy" userId="18c45b91-9529-4376-afee-15439663c977" providerId="ADAL" clId="{FB31EEB9-871F-4623-8C58-5A69C1F1397D}" dt="2022-09-06T19:42:37.359" v="379" actId="108"/>
          <ac:picMkLst>
            <pc:docMk/>
            <pc:sldMk cId="1610498445" sldId="309"/>
            <ac:picMk id="6" creationId="{2A76DB77-6367-9083-2F71-76F93676A811}"/>
          </ac:picMkLst>
        </pc:picChg>
        <pc:picChg chg="del">
          <ac:chgData name="Martin Hardy" userId="18c45b91-9529-4376-afee-15439663c977" providerId="ADAL" clId="{FB31EEB9-871F-4623-8C58-5A69C1F1397D}" dt="2022-09-06T19:40:06.136" v="355" actId="478"/>
          <ac:picMkLst>
            <pc:docMk/>
            <pc:sldMk cId="1610498445" sldId="309"/>
            <ac:picMk id="8" creationId="{B3FB85C2-C087-4B51-9A17-B8F4EE14970E}"/>
          </ac:picMkLst>
        </pc:picChg>
      </pc:sldChg>
      <pc:sldChg chg="modSp new mod">
        <pc:chgData name="Martin Hardy" userId="18c45b91-9529-4376-afee-15439663c977" providerId="ADAL" clId="{FB31EEB9-871F-4623-8C58-5A69C1F1397D}" dt="2022-09-06T19:09:25.373" v="298" actId="20577"/>
        <pc:sldMkLst>
          <pc:docMk/>
          <pc:sldMk cId="3342814045" sldId="310"/>
        </pc:sldMkLst>
        <pc:spChg chg="mod">
          <ac:chgData name="Martin Hardy" userId="18c45b91-9529-4376-afee-15439663c977" providerId="ADAL" clId="{FB31EEB9-871F-4623-8C58-5A69C1F1397D}" dt="2022-09-06T19:09:25.373" v="298" actId="20577"/>
          <ac:spMkLst>
            <pc:docMk/>
            <pc:sldMk cId="3342814045" sldId="310"/>
            <ac:spMk id="2" creationId="{FEAC9716-6FD1-CABC-7D8F-04FD349618B8}"/>
          </ac:spMkLst>
        </pc:spChg>
      </pc:sldChg>
      <pc:sldChg chg="addSp delSp modSp new mod modAnim">
        <pc:chgData name="Martin Hardy" userId="18c45b91-9529-4376-afee-15439663c977" providerId="ADAL" clId="{FB31EEB9-871F-4623-8C58-5A69C1F1397D}" dt="2022-09-06T20:36:15.151" v="730" actId="108"/>
        <pc:sldMkLst>
          <pc:docMk/>
          <pc:sldMk cId="2866351807" sldId="311"/>
        </pc:sldMkLst>
        <pc:spChg chg="mod">
          <ac:chgData name="Martin Hardy" userId="18c45b91-9529-4376-afee-15439663c977" providerId="ADAL" clId="{FB31EEB9-871F-4623-8C58-5A69C1F1397D}" dt="2022-09-06T20:13:00.427" v="626" actId="20577"/>
          <ac:spMkLst>
            <pc:docMk/>
            <pc:sldMk cId="2866351807" sldId="311"/>
            <ac:spMk id="2" creationId="{B390DFDC-FBB4-6F59-757F-323751D71199}"/>
          </ac:spMkLst>
        </pc:spChg>
        <pc:spChg chg="add del">
          <ac:chgData name="Martin Hardy" userId="18c45b91-9529-4376-afee-15439663c977" providerId="ADAL" clId="{FB31EEB9-871F-4623-8C58-5A69C1F1397D}" dt="2022-09-06T20:18:06.859" v="678"/>
          <ac:spMkLst>
            <pc:docMk/>
            <pc:sldMk cId="2866351807" sldId="311"/>
            <ac:spMk id="3" creationId="{63AB3403-A04B-664C-0EC8-F57412D95CB3}"/>
          </ac:spMkLst>
        </pc:spChg>
        <pc:spChg chg="del mod">
          <ac:chgData name="Martin Hardy" userId="18c45b91-9529-4376-afee-15439663c977" providerId="ADAL" clId="{FB31EEB9-871F-4623-8C58-5A69C1F1397D}" dt="2022-09-06T20:36:05.189" v="729"/>
          <ac:spMkLst>
            <pc:docMk/>
            <pc:sldMk cId="2866351807" sldId="311"/>
            <ac:spMk id="4" creationId="{6F9ED3C5-3C3C-2E21-1BFF-5E879A616709}"/>
          </ac:spMkLst>
        </pc:spChg>
        <pc:spChg chg="add">
          <ac:chgData name="Martin Hardy" userId="18c45b91-9529-4376-afee-15439663c977" providerId="ADAL" clId="{FB31EEB9-871F-4623-8C58-5A69C1F1397D}" dt="2022-09-06T20:07:40.072" v="486" actId="22"/>
          <ac:spMkLst>
            <pc:docMk/>
            <pc:sldMk cId="2866351807" sldId="311"/>
            <ac:spMk id="7" creationId="{1131FB30-3E91-1D6F-E151-6A34E328ECAD}"/>
          </ac:spMkLst>
        </pc:spChg>
        <pc:spChg chg="add mod">
          <ac:chgData name="Martin Hardy" userId="18c45b91-9529-4376-afee-15439663c977" providerId="ADAL" clId="{FB31EEB9-871F-4623-8C58-5A69C1F1397D}" dt="2022-09-06T20:19:52.481" v="716" actId="20577"/>
          <ac:spMkLst>
            <pc:docMk/>
            <pc:sldMk cId="2866351807" sldId="311"/>
            <ac:spMk id="9" creationId="{761A1BC6-4561-6714-A344-36713DD72171}"/>
          </ac:spMkLst>
        </pc:spChg>
        <pc:graphicFrameChg chg="add mod">
          <ac:chgData name="Martin Hardy" userId="18c45b91-9529-4376-afee-15439663c977" providerId="ADAL" clId="{FB31EEB9-871F-4623-8C58-5A69C1F1397D}" dt="2022-09-06T20:18:06.784" v="677"/>
          <ac:graphicFrameMkLst>
            <pc:docMk/>
            <pc:sldMk cId="2866351807" sldId="311"/>
            <ac:graphicFrameMk id="10" creationId="{00000000-0008-0000-0000-000002000000}"/>
          </ac:graphicFrameMkLst>
        </pc:graphicFrameChg>
        <pc:graphicFrameChg chg="add mod">
          <ac:chgData name="Martin Hardy" userId="18c45b91-9529-4376-afee-15439663c977" providerId="ADAL" clId="{FB31EEB9-871F-4623-8C58-5A69C1F1397D}" dt="2022-09-06T20:18:18.569" v="682"/>
          <ac:graphicFrameMkLst>
            <pc:docMk/>
            <pc:sldMk cId="2866351807" sldId="311"/>
            <ac:graphicFrameMk id="12" creationId="{00000000-0008-0000-0000-000003000000}"/>
          </ac:graphicFrameMkLst>
        </pc:graphicFrameChg>
        <pc:picChg chg="add mod">
          <ac:chgData name="Martin Hardy" userId="18c45b91-9529-4376-afee-15439663c977" providerId="ADAL" clId="{FB31EEB9-871F-4623-8C58-5A69C1F1397D}" dt="2022-09-06T20:18:44.456" v="690" actId="1076"/>
          <ac:picMkLst>
            <pc:docMk/>
            <pc:sldMk cId="2866351807" sldId="311"/>
            <ac:picMk id="11" creationId="{5554BD1A-F754-2834-ED2C-E7936813A9EC}"/>
          </ac:picMkLst>
        </pc:picChg>
        <pc:picChg chg="add mod">
          <ac:chgData name="Martin Hardy" userId="18c45b91-9529-4376-afee-15439663c977" providerId="ADAL" clId="{FB31EEB9-871F-4623-8C58-5A69C1F1397D}" dt="2022-09-06T20:18:41.537" v="689" actId="1076"/>
          <ac:picMkLst>
            <pc:docMk/>
            <pc:sldMk cId="2866351807" sldId="311"/>
            <ac:picMk id="13" creationId="{981EB8B3-9C96-90D2-EB95-1DD7A4796DCB}"/>
          </ac:picMkLst>
        </pc:picChg>
        <pc:picChg chg="add mod">
          <ac:chgData name="Martin Hardy" userId="18c45b91-9529-4376-afee-15439663c977" providerId="ADAL" clId="{FB31EEB9-871F-4623-8C58-5A69C1F1397D}" dt="2022-09-06T20:36:15.151" v="730" actId="108"/>
          <ac:picMkLst>
            <pc:docMk/>
            <pc:sldMk cId="2866351807" sldId="311"/>
            <ac:picMk id="14" creationId="{23A66AA7-A2F4-C6F1-42F5-1F8B97F6E6DA}"/>
          </ac:picMkLst>
        </pc:picChg>
      </pc:sldChg>
      <pc:sldChg chg="addSp delSp modSp add mod modAnim">
        <pc:chgData name="Martin Hardy" userId="18c45b91-9529-4376-afee-15439663c977" providerId="ADAL" clId="{FB31EEB9-871F-4623-8C58-5A69C1F1397D}" dt="2022-09-06T20:45:00.061" v="732" actId="108"/>
        <pc:sldMkLst>
          <pc:docMk/>
          <pc:sldMk cId="808023134" sldId="312"/>
        </pc:sldMkLst>
        <pc:spChg chg="mod">
          <ac:chgData name="Martin Hardy" userId="18c45b91-9529-4376-afee-15439663c977" providerId="ADAL" clId="{FB31EEB9-871F-4623-8C58-5A69C1F1397D}" dt="2022-09-06T20:14:55.361" v="655" actId="20577"/>
          <ac:spMkLst>
            <pc:docMk/>
            <pc:sldMk cId="808023134" sldId="312"/>
            <ac:spMk id="2" creationId="{B390DFDC-FBB4-6F59-757F-323751D71199}"/>
          </ac:spMkLst>
        </pc:spChg>
        <pc:spChg chg="add del">
          <ac:chgData name="Martin Hardy" userId="18c45b91-9529-4376-afee-15439663c977" providerId="ADAL" clId="{FB31EEB9-871F-4623-8C58-5A69C1F1397D}" dt="2022-09-06T20:20:33.703" v="726"/>
          <ac:spMkLst>
            <pc:docMk/>
            <pc:sldMk cId="808023134" sldId="312"/>
            <ac:spMk id="3" creationId="{63AB3403-A04B-664C-0EC8-F57412D95CB3}"/>
          </ac:spMkLst>
        </pc:spChg>
        <pc:spChg chg="del">
          <ac:chgData name="Martin Hardy" userId="18c45b91-9529-4376-afee-15439663c977" providerId="ADAL" clId="{FB31EEB9-871F-4623-8C58-5A69C1F1397D}" dt="2022-09-06T20:44:52.509" v="731"/>
          <ac:spMkLst>
            <pc:docMk/>
            <pc:sldMk cId="808023134" sldId="312"/>
            <ac:spMk id="4" creationId="{6F9ED3C5-3C3C-2E21-1BFF-5E879A616709}"/>
          </ac:spMkLst>
        </pc:spChg>
        <pc:spChg chg="add del">
          <ac:chgData name="Martin Hardy" userId="18c45b91-9529-4376-afee-15439663c977" providerId="ADAL" clId="{FB31EEB9-871F-4623-8C58-5A69C1F1397D}" dt="2022-09-06T20:20:04.160" v="718" actId="478"/>
          <ac:spMkLst>
            <pc:docMk/>
            <pc:sldMk cId="808023134" sldId="312"/>
            <ac:spMk id="8" creationId="{B4D09036-4AA7-FC71-DD06-02402D91F291}"/>
          </ac:spMkLst>
        </pc:spChg>
        <pc:spChg chg="add mod">
          <ac:chgData name="Martin Hardy" userId="18c45b91-9529-4376-afee-15439663c977" providerId="ADAL" clId="{FB31EEB9-871F-4623-8C58-5A69C1F1397D}" dt="2022-09-06T20:20:45.048" v="728" actId="1076"/>
          <ac:spMkLst>
            <pc:docMk/>
            <pc:sldMk cId="808023134" sldId="312"/>
            <ac:spMk id="10" creationId="{B9F9AA41-02A0-906D-DB43-1D1C20C8A83E}"/>
          </ac:spMkLst>
        </pc:spChg>
        <pc:graphicFrameChg chg="add mod">
          <ac:chgData name="Martin Hardy" userId="18c45b91-9529-4376-afee-15439663c977" providerId="ADAL" clId="{FB31EEB9-871F-4623-8C58-5A69C1F1397D}" dt="2022-09-06T20:20:33.639" v="725"/>
          <ac:graphicFrameMkLst>
            <pc:docMk/>
            <pc:sldMk cId="808023134" sldId="312"/>
            <ac:graphicFrameMk id="11" creationId="{00000000-0008-0000-0000-000003000000}"/>
          </ac:graphicFrameMkLst>
        </pc:graphicFrameChg>
        <pc:picChg chg="add mod">
          <ac:chgData name="Martin Hardy" userId="18c45b91-9529-4376-afee-15439663c977" providerId="ADAL" clId="{FB31EEB9-871F-4623-8C58-5A69C1F1397D}" dt="2022-09-06T20:20:36.272" v="727" actId="1076"/>
          <ac:picMkLst>
            <pc:docMk/>
            <pc:sldMk cId="808023134" sldId="312"/>
            <ac:picMk id="12" creationId="{CF9B9938-919A-8370-235D-77D35CABA31F}"/>
          </ac:picMkLst>
        </pc:picChg>
        <pc:picChg chg="add mod">
          <ac:chgData name="Martin Hardy" userId="18c45b91-9529-4376-afee-15439663c977" providerId="ADAL" clId="{FB31EEB9-871F-4623-8C58-5A69C1F1397D}" dt="2022-09-06T20:45:00.061" v="732" actId="108"/>
          <ac:picMkLst>
            <pc:docMk/>
            <pc:sldMk cId="808023134" sldId="312"/>
            <ac:picMk id="13" creationId="{DCCD7A95-1EE6-8A2A-E0BB-6EB94DCA728B}"/>
          </ac:picMkLst>
        </pc:picChg>
      </pc:sldChg>
      <pc:sldMasterChg chg="modSp">
        <pc:chgData name="Martin Hardy" userId="18c45b91-9529-4376-afee-15439663c977" providerId="ADAL" clId="{FB31EEB9-871F-4623-8C58-5A69C1F1397D}" dt="2022-09-11T12:58:25.797" v="733"/>
        <pc:sldMasterMkLst>
          <pc:docMk/>
          <pc:sldMasterMk cId="3666204352" sldId="2147483660"/>
        </pc:sldMasterMkLst>
        <pc:picChg chg="mod">
          <ac:chgData name="Martin Hardy" userId="18c45b91-9529-4376-afee-15439663c977" providerId="ADAL" clId="{FB31EEB9-871F-4623-8C58-5A69C1F1397D}" dt="2022-09-11T12:58:25.797" v="733"/>
          <ac:picMkLst>
            <pc:docMk/>
            <pc:sldMasterMk cId="3666204352" sldId="2147483660"/>
            <ac:picMk id="18" creationId="{55650D28-7B73-4377-82E0-B5D3C473AC9E}"/>
          </ac:picMkLst>
        </pc:picChg>
      </pc:sldMasterChg>
      <pc:sldMasterChg chg="modSp">
        <pc:chgData name="Martin Hardy" userId="18c45b91-9529-4376-afee-15439663c977" providerId="ADAL" clId="{FB31EEB9-871F-4623-8C58-5A69C1F1397D}" dt="2022-09-11T12:58:32.388" v="734"/>
        <pc:sldMasterMkLst>
          <pc:docMk/>
          <pc:sldMasterMk cId="3666204352" sldId="2147483665"/>
        </pc:sldMasterMkLst>
        <pc:picChg chg="mod">
          <ac:chgData name="Martin Hardy" userId="18c45b91-9529-4376-afee-15439663c977" providerId="ADAL" clId="{FB31EEB9-871F-4623-8C58-5A69C1F1397D}" dt="2022-09-11T12:58:32.388" v="734"/>
          <ac:picMkLst>
            <pc:docMk/>
            <pc:sldMasterMk cId="3666204352" sldId="2147483665"/>
            <ac:picMk id="18" creationId="{55650D28-7B73-4377-82E0-B5D3C473AC9E}"/>
          </ac:picMkLst>
        </pc:picChg>
      </pc:sldMasterChg>
      <pc:sldMasterChg chg="del delSldLayout">
        <pc:chgData name="Martin Hardy" userId="18c45b91-9529-4376-afee-15439663c977" providerId="ADAL" clId="{FB31EEB9-871F-4623-8C58-5A69C1F1397D}" dt="2022-09-06T18:19:44.678" v="36" actId="47"/>
        <pc:sldMasterMkLst>
          <pc:docMk/>
          <pc:sldMasterMk cId="2515760009" sldId="2147483677"/>
        </pc:sldMasterMkLst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2515760009" sldId="2147483677"/>
            <pc:sldLayoutMk cId="2667462067" sldId="2147483680"/>
          </pc:sldLayoutMkLst>
        </pc:sldLayoutChg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2515760009" sldId="2147483677"/>
            <pc:sldLayoutMk cId="349319652" sldId="2147483681"/>
          </pc:sldLayoutMkLst>
        </pc:sldLayoutChg>
      </pc:sldMasterChg>
      <pc:sldMasterChg chg="del delSldLayout">
        <pc:chgData name="Martin Hardy" userId="18c45b91-9529-4376-afee-15439663c977" providerId="ADAL" clId="{FB31EEB9-871F-4623-8C58-5A69C1F1397D}" dt="2022-09-06T18:19:44.678" v="36" actId="47"/>
        <pc:sldMasterMkLst>
          <pc:docMk/>
          <pc:sldMasterMk cId="3933151967" sldId="2147483694"/>
        </pc:sldMasterMkLst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3933151967" sldId="2147483694"/>
            <pc:sldLayoutMk cId="3275665713" sldId="2147483697"/>
          </pc:sldLayoutMkLst>
        </pc:sldLayoutChg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3933151967" sldId="2147483694"/>
            <pc:sldLayoutMk cId="1360323315" sldId="2147483698"/>
          </pc:sldLayoutMkLst>
        </pc:sldLayoutChg>
      </pc:sldMasterChg>
      <pc:sldMasterChg chg="modSp">
        <pc:chgData name="Martin Hardy" userId="18c45b91-9529-4376-afee-15439663c977" providerId="ADAL" clId="{FB31EEB9-871F-4623-8C58-5A69C1F1397D}" dt="2022-09-11T12:58:37.896" v="735"/>
        <pc:sldMasterMkLst>
          <pc:docMk/>
          <pc:sldMasterMk cId="3183902731" sldId="2147483700"/>
        </pc:sldMasterMkLst>
        <pc:picChg chg="mod">
          <ac:chgData name="Martin Hardy" userId="18c45b91-9529-4376-afee-15439663c977" providerId="ADAL" clId="{FB31EEB9-871F-4623-8C58-5A69C1F1397D}" dt="2022-09-11T12:58:37.896" v="735"/>
          <ac:picMkLst>
            <pc:docMk/>
            <pc:sldMasterMk cId="3183902731" sldId="2147483700"/>
            <ac:picMk id="18" creationId="{D2CB7D9C-B51C-4907-932A-DC4BA1C48A19}"/>
          </ac:picMkLst>
        </pc:picChg>
      </pc:sldMasterChg>
      <pc:sldMasterChg chg="addSp modSp">
        <pc:chgData name="Martin Hardy" userId="18c45b91-9529-4376-afee-15439663c977" providerId="ADAL" clId="{FB31EEB9-871F-4623-8C58-5A69C1F1397D}" dt="2022-09-11T12:58:43.896" v="736"/>
        <pc:sldMasterMkLst>
          <pc:docMk/>
          <pc:sldMasterMk cId="847529990" sldId="2147483719"/>
        </pc:sldMasterMkLst>
        <pc:picChg chg="add mod">
          <ac:chgData name="Martin Hardy" userId="18c45b91-9529-4376-afee-15439663c977" providerId="ADAL" clId="{FB31EEB9-871F-4623-8C58-5A69C1F1397D}" dt="2022-09-11T12:58:43.896" v="736"/>
          <ac:picMkLst>
            <pc:docMk/>
            <pc:sldMasterMk cId="847529990" sldId="2147483719"/>
            <ac:picMk id="7" creationId="{068942D7-8F2F-C1B7-D38B-9B7CCDB9049D}"/>
          </ac:picMkLst>
        </pc:picChg>
      </pc:sldMasterChg>
      <pc:sldMasterChg chg="addSp modSp">
        <pc:chgData name="Martin Hardy" userId="18c45b91-9529-4376-afee-15439663c977" providerId="ADAL" clId="{FB31EEB9-871F-4623-8C58-5A69C1F1397D}" dt="2022-09-11T12:58:50.496" v="737"/>
        <pc:sldMasterMkLst>
          <pc:docMk/>
          <pc:sldMasterMk cId="2453046026" sldId="2147483737"/>
        </pc:sldMasterMkLst>
        <pc:picChg chg="add mod">
          <ac:chgData name="Martin Hardy" userId="18c45b91-9529-4376-afee-15439663c977" providerId="ADAL" clId="{FB31EEB9-871F-4623-8C58-5A69C1F1397D}" dt="2022-09-11T12:58:50.496" v="737"/>
          <ac:picMkLst>
            <pc:docMk/>
            <pc:sldMasterMk cId="2453046026" sldId="2147483737"/>
            <ac:picMk id="7" creationId="{7CF48ECD-101D-C1A2-79DB-313065461DB7}"/>
          </ac:picMkLst>
        </pc:picChg>
      </pc:sldMasterChg>
    </pc:docChg>
  </pc:docChgLst>
  <pc:docChgLst>
    <pc:chgData name="Martin Hardy" userId="18c45b91-9529-4376-afee-15439663c977" providerId="ADAL" clId="{0E64A691-16E8-4D2C-AAF6-CC891B5947BC}"/>
    <pc:docChg chg="undo custSel addSld delSld modSld sldOrd delMainMaster">
      <pc:chgData name="Martin Hardy" userId="18c45b91-9529-4376-afee-15439663c977" providerId="ADAL" clId="{0E64A691-16E8-4D2C-AAF6-CC891B5947BC}" dt="2022-09-13T18:58:38.067" v="652" actId="14100"/>
      <pc:docMkLst>
        <pc:docMk/>
      </pc:docMkLst>
      <pc:sldChg chg="modSp mod">
        <pc:chgData name="Martin Hardy" userId="18c45b91-9529-4376-afee-15439663c977" providerId="ADAL" clId="{0E64A691-16E8-4D2C-AAF6-CC891B5947BC}" dt="2022-09-12T19:09:08.816" v="236" actId="20577"/>
        <pc:sldMkLst>
          <pc:docMk/>
          <pc:sldMk cId="2281852327" sldId="257"/>
        </pc:sldMkLst>
        <pc:spChg chg="mod">
          <ac:chgData name="Martin Hardy" userId="18c45b91-9529-4376-afee-15439663c977" providerId="ADAL" clId="{0E64A691-16E8-4D2C-AAF6-CC891B5947BC}" dt="2022-09-12T19:09:08.816" v="236" actId="20577"/>
          <ac:spMkLst>
            <pc:docMk/>
            <pc:sldMk cId="2281852327" sldId="257"/>
            <ac:spMk id="3" creationId="{7A40A975-3DD2-42E4-80DA-D70600175824}"/>
          </ac:spMkLst>
        </pc:spChg>
      </pc:sldChg>
      <pc:sldChg chg="modSp del mod ord">
        <pc:chgData name="Martin Hardy" userId="18c45b91-9529-4376-afee-15439663c977" providerId="ADAL" clId="{0E64A691-16E8-4D2C-AAF6-CC891B5947BC}" dt="2022-09-13T18:00:17.835" v="295" actId="20577"/>
        <pc:sldMkLst>
          <pc:docMk/>
          <pc:sldMk cId="436769087" sldId="258"/>
        </pc:sldMkLst>
        <pc:spChg chg="mod">
          <ac:chgData name="Martin Hardy" userId="18c45b91-9529-4376-afee-15439663c977" providerId="ADAL" clId="{0E64A691-16E8-4D2C-AAF6-CC891B5947BC}" dt="2022-09-13T18:00:17.835" v="295" actId="20577"/>
          <ac:spMkLst>
            <pc:docMk/>
            <pc:sldMk cId="436769087" sldId="258"/>
            <ac:spMk id="4" creationId="{95943749-239C-43CB-AF93-4954CABE46C2}"/>
          </ac:spMkLst>
        </pc:spChg>
      </pc:sldChg>
      <pc:sldChg chg="addSp delSp modSp mod delAnim modAnim">
        <pc:chgData name="Martin Hardy" userId="18c45b91-9529-4376-afee-15439663c977" providerId="ADAL" clId="{0E64A691-16E8-4D2C-AAF6-CC891B5947BC}" dt="2022-09-13T18:57:13.940" v="642" actId="108"/>
        <pc:sldMkLst>
          <pc:docMk/>
          <pc:sldMk cId="516294894" sldId="263"/>
        </pc:sldMkLst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516294894" sldId="263"/>
            <ac:spMk id="2" creationId="{EFEC1B32-5AF7-47A8-A9A7-4C02ABE752AD}"/>
          </ac:spMkLst>
        </pc:spChg>
        <pc:spChg chg="add del mod">
          <ac:chgData name="Martin Hardy" userId="18c45b91-9529-4376-afee-15439663c977" providerId="ADAL" clId="{0E64A691-16E8-4D2C-AAF6-CC891B5947BC}" dt="2022-09-13T18:54:38.547" v="625"/>
          <ac:spMkLst>
            <pc:docMk/>
            <pc:sldMk cId="516294894" sldId="263"/>
            <ac:spMk id="4" creationId="{57C40F9E-463F-C914-97EA-58EFD0F482CB}"/>
          </ac:spMkLst>
        </pc:spChg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516294894" sldId="263"/>
            <ac:spMk id="7" creationId="{7112BE7C-1C1B-4F5A-B20E-6478BD5B0E10}"/>
          </ac:spMkLst>
        </pc:spChg>
        <pc:spChg chg="mod topLvl">
          <ac:chgData name="Martin Hardy" userId="18c45b91-9529-4376-afee-15439663c977" providerId="ADAL" clId="{0E64A691-16E8-4D2C-AAF6-CC891B5947BC}" dt="2022-09-13T18:02:06.619" v="302" actId="20577"/>
          <ac:spMkLst>
            <pc:docMk/>
            <pc:sldMk cId="516294894" sldId="263"/>
            <ac:spMk id="10" creationId="{F7B6C1B8-A466-4EA1-A898-D9F9F968FBFC}"/>
          </ac:spMkLst>
        </pc:spChg>
        <pc:grpChg chg="del">
          <ac:chgData name="Martin Hardy" userId="18c45b91-9529-4376-afee-15439663c977" providerId="ADAL" clId="{0E64A691-16E8-4D2C-AAF6-CC891B5947BC}" dt="2022-09-13T17:52:22.835" v="237" actId="478"/>
          <ac:grpSpMkLst>
            <pc:docMk/>
            <pc:sldMk cId="516294894" sldId="263"/>
            <ac:grpSpMk id="8" creationId="{6562A8B1-CA69-4E7D-AC8D-0F5887374438}"/>
          </ac:grpSpMkLst>
        </pc:grpChg>
        <pc:picChg chg="add mod">
          <ac:chgData name="Martin Hardy" userId="18c45b91-9529-4376-afee-15439663c977" providerId="ADAL" clId="{0E64A691-16E8-4D2C-AAF6-CC891B5947BC}" dt="2022-09-13T18:57:13.940" v="642" actId="108"/>
          <ac:picMkLst>
            <pc:docMk/>
            <pc:sldMk cId="516294894" sldId="263"/>
            <ac:picMk id="5" creationId="{3F81FE94-856C-C464-F13C-4668998EF4E7}"/>
          </ac:picMkLst>
        </pc:picChg>
        <pc:picChg chg="del topLvl">
          <ac:chgData name="Martin Hardy" userId="18c45b91-9529-4376-afee-15439663c977" providerId="ADAL" clId="{0E64A691-16E8-4D2C-AAF6-CC891B5947BC}" dt="2022-09-13T17:52:22.835" v="237" actId="478"/>
          <ac:picMkLst>
            <pc:docMk/>
            <pc:sldMk cId="516294894" sldId="263"/>
            <ac:picMk id="9" creationId="{B90DA29C-4DCA-4E9F-9CE0-01C07C20E9BB}"/>
          </ac:picMkLst>
        </pc:picChg>
        <pc:picChg chg="del mod">
          <ac:chgData name="Martin Hardy" userId="18c45b91-9529-4376-afee-15439663c977" providerId="ADAL" clId="{0E64A691-16E8-4D2C-AAF6-CC891B5947BC}" dt="2022-09-13T18:54:13.742" v="624" actId="478"/>
          <ac:picMkLst>
            <pc:docMk/>
            <pc:sldMk cId="516294894" sldId="263"/>
            <ac:picMk id="16" creationId="{61AAD895-5DD2-41C8-84CD-62087B1B2BE0}"/>
          </ac:picMkLst>
        </pc:picChg>
        <pc:cxnChg chg="del">
          <ac:chgData name="Martin Hardy" userId="18c45b91-9529-4376-afee-15439663c977" providerId="ADAL" clId="{0E64A691-16E8-4D2C-AAF6-CC891B5947BC}" dt="2022-09-13T17:56:13.497" v="263" actId="478"/>
          <ac:cxnSpMkLst>
            <pc:docMk/>
            <pc:sldMk cId="516294894" sldId="263"/>
            <ac:cxnSpMk id="12" creationId="{F41605AE-8040-4F25-BC7F-8D1F7DBCB421}"/>
          </ac:cxnSpMkLst>
        </pc:cxnChg>
      </pc:sldChg>
      <pc:sldChg chg="addSp delSp modSp mod delAnim modAnim">
        <pc:chgData name="Martin Hardy" userId="18c45b91-9529-4376-afee-15439663c977" providerId="ADAL" clId="{0E64A691-16E8-4D2C-AAF6-CC891B5947BC}" dt="2022-09-13T18:57:11.756" v="640" actId="108"/>
        <pc:sldMkLst>
          <pc:docMk/>
          <pc:sldMk cId="1823844879" sldId="264"/>
        </pc:sldMkLst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1823844879" sldId="264"/>
            <ac:spMk id="2" creationId="{032431EE-1582-4D5E-AD33-F3FD6B31852D}"/>
          </ac:spMkLst>
        </pc:spChg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1823844879" sldId="264"/>
            <ac:spMk id="5" creationId="{F681FAB0-513F-44EC-8748-15CEEE16FB9F}"/>
          </ac:spMkLst>
        </pc:spChg>
        <pc:spChg chg="add del mod">
          <ac:chgData name="Martin Hardy" userId="18c45b91-9529-4376-afee-15439663c977" providerId="ADAL" clId="{0E64A691-16E8-4D2C-AAF6-CC891B5947BC}" dt="2022-09-13T18:55:32.930" v="629"/>
          <ac:spMkLst>
            <pc:docMk/>
            <pc:sldMk cId="1823844879" sldId="264"/>
            <ac:spMk id="8" creationId="{502532C1-58B6-AA4C-54F3-DFE40A751BBB}"/>
          </ac:spMkLst>
        </pc:spChg>
        <pc:picChg chg="del mod">
          <ac:chgData name="Martin Hardy" userId="18c45b91-9529-4376-afee-15439663c977" providerId="ADAL" clId="{0E64A691-16E8-4D2C-AAF6-CC891B5947BC}" dt="2022-09-13T18:55:13.301" v="628" actId="478"/>
          <ac:picMkLst>
            <pc:docMk/>
            <pc:sldMk cId="1823844879" sldId="264"/>
            <ac:picMk id="3" creationId="{267F980E-B00E-433C-89DF-F7CF953B0969}"/>
          </ac:picMkLst>
        </pc:picChg>
        <pc:picChg chg="mod">
          <ac:chgData name="Martin Hardy" userId="18c45b91-9529-4376-afee-15439663c977" providerId="ADAL" clId="{0E64A691-16E8-4D2C-AAF6-CC891B5947BC}" dt="2022-09-13T17:58:31.739" v="275"/>
          <ac:picMkLst>
            <pc:docMk/>
            <pc:sldMk cId="1823844879" sldId="264"/>
            <ac:picMk id="6" creationId="{322C097A-B3D2-4C70-BBC0-DE6F8902B4EA}"/>
          </ac:picMkLst>
        </pc:picChg>
        <pc:picChg chg="add mod">
          <ac:chgData name="Martin Hardy" userId="18c45b91-9529-4376-afee-15439663c977" providerId="ADAL" clId="{0E64A691-16E8-4D2C-AAF6-CC891B5947BC}" dt="2022-09-13T18:57:11.756" v="640" actId="108"/>
          <ac:picMkLst>
            <pc:docMk/>
            <pc:sldMk cId="1823844879" sldId="264"/>
            <ac:picMk id="9" creationId="{E7FCF49A-90EC-EE50-C1DC-8D061B42C444}"/>
          </ac:picMkLst>
        </pc:picChg>
      </pc:sldChg>
      <pc:sldChg chg="addSp delSp modSp mod delAnim modAnim">
        <pc:chgData name="Martin Hardy" userId="18c45b91-9529-4376-afee-15439663c977" providerId="ADAL" clId="{0E64A691-16E8-4D2C-AAF6-CC891B5947BC}" dt="2022-09-13T18:57:08.755" v="639" actId="1035"/>
        <pc:sldMkLst>
          <pc:docMk/>
          <pc:sldMk cId="398004097" sldId="265"/>
        </pc:sldMkLst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398004097" sldId="265"/>
            <ac:spMk id="2" creationId="{444CF486-664F-4F0E-931F-12127F466448}"/>
          </ac:spMkLst>
        </pc:spChg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398004097" sldId="265"/>
            <ac:spMk id="3" creationId="{5DD100AC-B5ED-472C-A7BC-07E69D70D178}"/>
          </ac:spMkLst>
        </pc:spChg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398004097" sldId="265"/>
            <ac:spMk id="5" creationId="{4AB42451-9BCE-4BF1-8B46-6F0631F6103C}"/>
          </ac:spMkLst>
        </pc:spChg>
        <pc:spChg chg="add del mod">
          <ac:chgData name="Martin Hardy" userId="18c45b91-9529-4376-afee-15439663c977" providerId="ADAL" clId="{0E64A691-16E8-4D2C-AAF6-CC891B5947BC}" dt="2022-09-13T18:52:24.398" v="617"/>
          <ac:spMkLst>
            <pc:docMk/>
            <pc:sldMk cId="398004097" sldId="265"/>
            <ac:spMk id="7" creationId="{CD882B82-DE7F-4045-35C7-FAF011F4A1D6}"/>
          </ac:spMkLst>
        </pc:spChg>
        <pc:picChg chg="del mod">
          <ac:chgData name="Martin Hardy" userId="18c45b91-9529-4376-afee-15439663c977" providerId="ADAL" clId="{0E64A691-16E8-4D2C-AAF6-CC891B5947BC}" dt="2022-09-13T18:52:11.735" v="616" actId="478"/>
          <ac:picMkLst>
            <pc:docMk/>
            <pc:sldMk cId="398004097" sldId="265"/>
            <ac:picMk id="6" creationId="{CAAD06EB-7F20-4EFC-B74F-822CEE58A80F}"/>
          </ac:picMkLst>
        </pc:picChg>
        <pc:picChg chg="add mod">
          <ac:chgData name="Martin Hardy" userId="18c45b91-9529-4376-afee-15439663c977" providerId="ADAL" clId="{0E64A691-16E8-4D2C-AAF6-CC891B5947BC}" dt="2022-09-13T18:57:08.755" v="639" actId="1035"/>
          <ac:picMkLst>
            <pc:docMk/>
            <pc:sldMk cId="398004097" sldId="265"/>
            <ac:picMk id="8" creationId="{4F74FF4D-5A67-4F46-36E8-64D488AE5B7C}"/>
          </ac:picMkLst>
        </pc:picChg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572054632" sldId="270"/>
        </pc:sldMkLst>
      </pc:sldChg>
      <pc:sldChg chg="modSp mod">
        <pc:chgData name="Martin Hardy" userId="18c45b91-9529-4376-afee-15439663c977" providerId="ADAL" clId="{0E64A691-16E8-4D2C-AAF6-CC891B5947BC}" dt="2022-09-12T19:03:43.956" v="159" actId="20577"/>
        <pc:sldMkLst>
          <pc:docMk/>
          <pc:sldMk cId="2369871575" sldId="273"/>
        </pc:sldMkLst>
        <pc:spChg chg="mod">
          <ac:chgData name="Martin Hardy" userId="18c45b91-9529-4376-afee-15439663c977" providerId="ADAL" clId="{0E64A691-16E8-4D2C-AAF6-CC891B5947BC}" dt="2022-09-12T19:03:43.956" v="159" actId="20577"/>
          <ac:spMkLst>
            <pc:docMk/>
            <pc:sldMk cId="2369871575" sldId="273"/>
            <ac:spMk id="3" creationId="{7A40A975-3DD2-42E4-80DA-D70600175824}"/>
          </ac:spMkLst>
        </pc:spChg>
      </pc:sldChg>
      <pc:sldChg chg="delSp modSp mod">
        <pc:chgData name="Martin Hardy" userId="18c45b91-9529-4376-afee-15439663c977" providerId="ADAL" clId="{0E64A691-16E8-4D2C-AAF6-CC891B5947BC}" dt="2022-09-13T18:00:45.844" v="300" actId="20577"/>
        <pc:sldMkLst>
          <pc:docMk/>
          <pc:sldMk cId="842991506" sldId="276"/>
        </pc:sldMkLst>
        <pc:spChg chg="mod">
          <ac:chgData name="Martin Hardy" userId="18c45b91-9529-4376-afee-15439663c977" providerId="ADAL" clId="{0E64A691-16E8-4D2C-AAF6-CC891B5947BC}" dt="2022-09-13T18:00:45.844" v="300" actId="20577"/>
          <ac:spMkLst>
            <pc:docMk/>
            <pc:sldMk cId="842991506" sldId="276"/>
            <ac:spMk id="5" creationId="{EB843271-A768-4AB4-92F3-46C70E5D601F}"/>
          </ac:spMkLst>
        </pc:spChg>
        <pc:spChg chg="mod">
          <ac:chgData name="Martin Hardy" userId="18c45b91-9529-4376-afee-15439663c977" providerId="ADAL" clId="{0E64A691-16E8-4D2C-AAF6-CC891B5947BC}" dt="2022-09-13T17:58:41.022" v="277"/>
          <ac:spMkLst>
            <pc:docMk/>
            <pc:sldMk cId="842991506" sldId="276"/>
            <ac:spMk id="6" creationId="{7AF93DD5-8C57-4A51-B8E3-065B77766CD3}"/>
          </ac:spMkLst>
        </pc:spChg>
        <pc:spChg chg="del">
          <ac:chgData name="Martin Hardy" userId="18c45b91-9529-4376-afee-15439663c977" providerId="ADAL" clId="{0E64A691-16E8-4D2C-AAF6-CC891B5947BC}" dt="2022-09-12T19:04:02.599" v="162" actId="478"/>
          <ac:spMkLst>
            <pc:docMk/>
            <pc:sldMk cId="842991506" sldId="276"/>
            <ac:spMk id="7" creationId="{8172BFBD-9DCD-47FC-B95B-F85151E59151}"/>
          </ac:spMkLst>
        </pc:spChg>
        <pc:spChg chg="mod">
          <ac:chgData name="Martin Hardy" userId="18c45b91-9529-4376-afee-15439663c977" providerId="ADAL" clId="{0E64A691-16E8-4D2C-AAF6-CC891B5947BC}" dt="2022-09-13T17:58:41.022" v="277"/>
          <ac:spMkLst>
            <pc:docMk/>
            <pc:sldMk cId="842991506" sldId="276"/>
            <ac:spMk id="9" creationId="{CDE0EA86-B51D-44D8-9D47-1D824BD83F84}"/>
          </ac:spMkLst>
        </pc:spChg>
      </pc:sldChg>
      <pc:sldChg chg="del">
        <pc:chgData name="Martin Hardy" userId="18c45b91-9529-4376-afee-15439663c977" providerId="ADAL" clId="{0E64A691-16E8-4D2C-AAF6-CC891B5947BC}" dt="2022-09-12T19:04:19.352" v="167" actId="47"/>
        <pc:sldMkLst>
          <pc:docMk/>
          <pc:sldMk cId="1886529869" sldId="277"/>
        </pc:sldMkLst>
      </pc:sldChg>
      <pc:sldChg chg="addSp delSp modSp mod delAnim modAnim">
        <pc:chgData name="Martin Hardy" userId="18c45b91-9529-4376-afee-15439663c977" providerId="ADAL" clId="{0E64A691-16E8-4D2C-AAF6-CC891B5947BC}" dt="2022-09-13T18:57:12.868" v="641" actId="108"/>
        <pc:sldMkLst>
          <pc:docMk/>
          <pc:sldMk cId="2239944052" sldId="284"/>
        </pc:sldMkLst>
        <pc:spChg chg="mod">
          <ac:chgData name="Martin Hardy" userId="18c45b91-9529-4376-afee-15439663c977" providerId="ADAL" clId="{0E64A691-16E8-4D2C-AAF6-CC891B5947BC}" dt="2022-09-13T18:47:18.590" v="613" actId="6549"/>
          <ac:spMkLst>
            <pc:docMk/>
            <pc:sldMk cId="2239944052" sldId="284"/>
            <ac:spMk id="2" creationId="{EFEC1B32-5AF7-47A8-A9A7-4C02ABE752AD}"/>
          </ac:spMkLst>
        </pc:spChg>
        <pc:spChg chg="add del mod">
          <ac:chgData name="Martin Hardy" userId="18c45b91-9529-4376-afee-15439663c977" providerId="ADAL" clId="{0E64A691-16E8-4D2C-AAF6-CC891B5947BC}" dt="2022-09-13T18:55:07.205" v="627"/>
          <ac:spMkLst>
            <pc:docMk/>
            <pc:sldMk cId="2239944052" sldId="284"/>
            <ac:spMk id="4" creationId="{F0DB3DA9-2340-22BC-B36F-14ECF534E702}"/>
          </ac:spMkLst>
        </pc:spChg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2239944052" sldId="284"/>
            <ac:spMk id="8" creationId="{ABF0DFDD-A911-4AC2-943D-A3A8183372E2}"/>
          </ac:spMkLst>
        </pc:spChg>
        <pc:picChg chg="add mod">
          <ac:chgData name="Martin Hardy" userId="18c45b91-9529-4376-afee-15439663c977" providerId="ADAL" clId="{0E64A691-16E8-4D2C-AAF6-CC891B5947BC}" dt="2022-09-13T18:57:12.868" v="641" actId="108"/>
          <ac:picMkLst>
            <pc:docMk/>
            <pc:sldMk cId="2239944052" sldId="284"/>
            <ac:picMk id="5" creationId="{97EDA907-E474-0B30-02C7-97F143278065}"/>
          </ac:picMkLst>
        </pc:picChg>
        <pc:picChg chg="mod">
          <ac:chgData name="Martin Hardy" userId="18c45b91-9529-4376-afee-15439663c977" providerId="ADAL" clId="{0E64A691-16E8-4D2C-AAF6-CC891B5947BC}" dt="2022-09-13T17:58:31.739" v="275"/>
          <ac:picMkLst>
            <pc:docMk/>
            <pc:sldMk cId="2239944052" sldId="284"/>
            <ac:picMk id="9" creationId="{33124426-1DB1-4645-B5C9-0FBB9D37AE5D}"/>
          </ac:picMkLst>
        </pc:picChg>
        <pc:picChg chg="del">
          <ac:chgData name="Martin Hardy" userId="18c45b91-9529-4376-afee-15439663c977" providerId="ADAL" clId="{0E64A691-16E8-4D2C-AAF6-CC891B5947BC}" dt="2022-09-13T18:54:41.558" v="626" actId="478"/>
          <ac:picMkLst>
            <pc:docMk/>
            <pc:sldMk cId="2239944052" sldId="284"/>
            <ac:picMk id="10" creationId="{B1D2CEA0-9631-414A-9DFD-9781B9821FA9}"/>
          </ac:picMkLst>
        </pc:picChg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2425671808" sldId="284"/>
        </pc:sldMkLst>
      </pc:sldChg>
      <pc:sldChg chg="addSp delSp modSp del mod ord delAnim modAnim">
        <pc:chgData name="Martin Hardy" userId="18c45b91-9529-4376-afee-15439663c977" providerId="ADAL" clId="{0E64A691-16E8-4D2C-AAF6-CC891B5947BC}" dt="2022-09-13T18:57:17.924" v="646" actId="108"/>
        <pc:sldMkLst>
          <pc:docMk/>
          <pc:sldMk cId="3643553050" sldId="286"/>
        </pc:sldMkLst>
        <pc:spChg chg="add mod">
          <ac:chgData name="Martin Hardy" userId="18c45b91-9529-4376-afee-15439663c977" providerId="ADAL" clId="{0E64A691-16E8-4D2C-AAF6-CC891B5947BC}" dt="2022-09-13T18:01:45.433" v="301" actId="20577"/>
          <ac:spMkLst>
            <pc:docMk/>
            <pc:sldMk cId="3643553050" sldId="286"/>
            <ac:spMk id="9" creationId="{7C133A10-B534-0641-7484-0D02BDCDD391}"/>
          </ac:spMkLst>
        </pc:spChg>
        <pc:spChg chg="add del mod">
          <ac:chgData name="Martin Hardy" userId="18c45b91-9529-4376-afee-15439663c977" providerId="ADAL" clId="{0E64A691-16E8-4D2C-AAF6-CC891B5947BC}" dt="2022-09-13T18:52:58.731" v="619"/>
          <ac:spMkLst>
            <pc:docMk/>
            <pc:sldMk cId="3643553050" sldId="286"/>
            <ac:spMk id="12" creationId="{E22ECCFF-CD36-D9AC-19D8-D917278A0B59}"/>
          </ac:spMkLst>
        </pc:spChg>
        <pc:grpChg chg="del">
          <ac:chgData name="Martin Hardy" userId="18c45b91-9529-4376-afee-15439663c977" providerId="ADAL" clId="{0E64A691-16E8-4D2C-AAF6-CC891B5947BC}" dt="2022-09-13T17:59:09.841" v="281" actId="478"/>
          <ac:grpSpMkLst>
            <pc:docMk/>
            <pc:sldMk cId="3643553050" sldId="286"/>
            <ac:grpSpMk id="6" creationId="{91A61490-B166-4115-9998-00D41F7AEF4B}"/>
          </ac:grpSpMkLst>
        </pc:grpChg>
        <pc:picChg chg="del">
          <ac:chgData name="Martin Hardy" userId="18c45b91-9529-4376-afee-15439663c977" providerId="ADAL" clId="{0E64A691-16E8-4D2C-AAF6-CC891B5947BC}" dt="2022-09-13T18:52:46.215" v="618" actId="478"/>
          <ac:picMkLst>
            <pc:docMk/>
            <pc:sldMk cId="3643553050" sldId="286"/>
            <ac:picMk id="10" creationId="{338BD728-A311-49CE-9A68-A93611E3F65F}"/>
          </ac:picMkLst>
        </pc:picChg>
        <pc:picChg chg="add mod">
          <ac:chgData name="Martin Hardy" userId="18c45b91-9529-4376-afee-15439663c977" providerId="ADAL" clId="{0E64A691-16E8-4D2C-AAF6-CC891B5947BC}" dt="2022-09-13T18:57:17.924" v="646" actId="108"/>
          <ac:picMkLst>
            <pc:docMk/>
            <pc:sldMk cId="3643553050" sldId="286"/>
            <ac:picMk id="13" creationId="{A8F72C59-1DFB-DF9C-6359-98AA08160BAF}"/>
          </ac:picMkLst>
        </pc:picChg>
      </pc:sldChg>
      <pc:sldChg chg="addSp delSp modSp mod delAnim">
        <pc:chgData name="Martin Hardy" userId="18c45b91-9529-4376-afee-15439663c977" providerId="ADAL" clId="{0E64A691-16E8-4D2C-AAF6-CC891B5947BC}" dt="2022-09-12T19:03:03.906" v="150" actId="6549"/>
        <pc:sldMkLst>
          <pc:docMk/>
          <pc:sldMk cId="2954660565" sldId="287"/>
        </pc:sldMkLst>
        <pc:spChg chg="mod">
          <ac:chgData name="Martin Hardy" userId="18c45b91-9529-4376-afee-15439663c977" providerId="ADAL" clId="{0E64A691-16E8-4D2C-AAF6-CC891B5947BC}" dt="2022-09-12T19:03:03.906" v="150" actId="6549"/>
          <ac:spMkLst>
            <pc:docMk/>
            <pc:sldMk cId="2954660565" sldId="287"/>
            <ac:spMk id="2" creationId="{CCD4A964-BE84-460B-B1C7-B355AB52407B}"/>
          </ac:spMkLst>
        </pc:spChg>
        <pc:spChg chg="mod">
          <ac:chgData name="Martin Hardy" userId="18c45b91-9529-4376-afee-15439663c977" providerId="ADAL" clId="{0E64A691-16E8-4D2C-AAF6-CC891B5947BC}" dt="2022-09-12T19:03:00.924" v="148" actId="6549"/>
          <ac:spMkLst>
            <pc:docMk/>
            <pc:sldMk cId="2954660565" sldId="287"/>
            <ac:spMk id="3" creationId="{8BDF9BCE-0A40-4070-A3D4-A639070B53B4}"/>
          </ac:spMkLst>
        </pc:spChg>
        <pc:spChg chg="add mod">
          <ac:chgData name="Martin Hardy" userId="18c45b91-9529-4376-afee-15439663c977" providerId="ADAL" clId="{0E64A691-16E8-4D2C-AAF6-CC891B5947BC}" dt="2022-09-12T19:03:02.367" v="149" actId="478"/>
          <ac:spMkLst>
            <pc:docMk/>
            <pc:sldMk cId="2954660565" sldId="287"/>
            <ac:spMk id="6" creationId="{BF0361B7-EE79-C5A9-7945-DD41ADE4DF34}"/>
          </ac:spMkLst>
        </pc:spChg>
        <pc:picChg chg="del">
          <ac:chgData name="Martin Hardy" userId="18c45b91-9529-4376-afee-15439663c977" providerId="ADAL" clId="{0E64A691-16E8-4D2C-AAF6-CC891B5947BC}" dt="2022-09-12T19:03:02.367" v="149" actId="478"/>
          <ac:picMkLst>
            <pc:docMk/>
            <pc:sldMk cId="2954660565" sldId="287"/>
            <ac:picMk id="8" creationId="{4824D8DF-706E-700B-1EFF-23C01ABD6685}"/>
          </ac:picMkLst>
        </pc:picChg>
      </pc:sldChg>
      <pc:sldChg chg="addSp delSp modSp mod addAnim delAnim modAnim">
        <pc:chgData name="Martin Hardy" userId="18c45b91-9529-4376-afee-15439663c977" providerId="ADAL" clId="{0E64A691-16E8-4D2C-AAF6-CC891B5947BC}" dt="2022-09-13T18:58:27.212" v="650" actId="14100"/>
        <pc:sldMkLst>
          <pc:docMk/>
          <pc:sldMk cId="2088179270" sldId="289"/>
        </pc:sldMkLst>
        <pc:spChg chg="add del mod">
          <ac:chgData name="Martin Hardy" userId="18c45b91-9529-4376-afee-15439663c977" providerId="ADAL" clId="{0E64A691-16E8-4D2C-AAF6-CC891B5947BC}" dt="2022-09-12T19:04:11.063" v="166" actId="478"/>
          <ac:spMkLst>
            <pc:docMk/>
            <pc:sldMk cId="2088179270" sldId="289"/>
            <ac:spMk id="3" creationId="{131135ED-6B25-E71B-B654-ACD4EB11F39B}"/>
          </ac:spMkLst>
        </pc:spChg>
        <pc:spChg chg="del mod">
          <ac:chgData name="Martin Hardy" userId="18c45b91-9529-4376-afee-15439663c977" providerId="ADAL" clId="{0E64A691-16E8-4D2C-AAF6-CC891B5947BC}" dt="2022-09-13T18:39:30.871" v="592"/>
          <ac:spMkLst>
            <pc:docMk/>
            <pc:sldMk cId="2088179270" sldId="289"/>
            <ac:spMk id="3" creationId="{5A69EB09-1008-26FD-734D-1096EB111ADE}"/>
          </ac:spMkLst>
        </pc:spChg>
        <pc:spChg chg="mod">
          <ac:chgData name="Martin Hardy" userId="18c45b91-9529-4376-afee-15439663c977" providerId="ADAL" clId="{0E64A691-16E8-4D2C-AAF6-CC891B5947BC}" dt="2022-09-13T17:58:41.022" v="277"/>
          <ac:spMkLst>
            <pc:docMk/>
            <pc:sldMk cId="2088179270" sldId="289"/>
            <ac:spMk id="4" creationId="{6E29412E-0426-4660-9476-69A7B4D6012B}"/>
          </ac:spMkLst>
        </pc:spChg>
        <pc:spChg chg="mod">
          <ac:chgData name="Martin Hardy" userId="18c45b91-9529-4376-afee-15439663c977" providerId="ADAL" clId="{0E64A691-16E8-4D2C-AAF6-CC891B5947BC}" dt="2022-09-13T18:07:23.351" v="570" actId="20577"/>
          <ac:spMkLst>
            <pc:docMk/>
            <pc:sldMk cId="2088179270" sldId="289"/>
            <ac:spMk id="5" creationId="{BD799286-E914-457A-B5CD-41ABF872FE63}"/>
          </ac:spMkLst>
        </pc:spChg>
        <pc:spChg chg="mod">
          <ac:chgData name="Martin Hardy" userId="18c45b91-9529-4376-afee-15439663c977" providerId="ADAL" clId="{0E64A691-16E8-4D2C-AAF6-CC891B5947BC}" dt="2022-09-13T18:27:08.523" v="590" actId="6549"/>
          <ac:spMkLst>
            <pc:docMk/>
            <pc:sldMk cId="2088179270" sldId="289"/>
            <ac:spMk id="6" creationId="{02587D1E-4285-4685-9FB6-1D06D5B91B0A}"/>
          </ac:spMkLst>
        </pc:spChg>
        <pc:spChg chg="mod">
          <ac:chgData name="Martin Hardy" userId="18c45b91-9529-4376-afee-15439663c977" providerId="ADAL" clId="{0E64A691-16E8-4D2C-AAF6-CC891B5947BC}" dt="2022-09-13T18:07:17.015" v="569" actId="1076"/>
          <ac:spMkLst>
            <pc:docMk/>
            <pc:sldMk cId="2088179270" sldId="289"/>
            <ac:spMk id="10" creationId="{9EB41351-CF9E-4915-8252-1F34329152FF}"/>
          </ac:spMkLst>
        </pc:spChg>
        <pc:spChg chg="del">
          <ac:chgData name="Martin Hardy" userId="18c45b91-9529-4376-afee-15439663c977" providerId="ADAL" clId="{0E64A691-16E8-4D2C-AAF6-CC891B5947BC}" dt="2022-09-13T18:05:31.255" v="309" actId="478"/>
          <ac:spMkLst>
            <pc:docMk/>
            <pc:sldMk cId="2088179270" sldId="289"/>
            <ac:spMk id="11" creationId="{D54871EE-0B3B-4783-983C-1845B01EC576}"/>
          </ac:spMkLst>
        </pc:spChg>
        <pc:picChg chg="add mod">
          <ac:chgData name="Martin Hardy" userId="18c45b91-9529-4376-afee-15439663c977" providerId="ADAL" clId="{0E64A691-16E8-4D2C-AAF6-CC891B5947BC}" dt="2022-09-13T18:58:27.212" v="650" actId="14100"/>
          <ac:picMkLst>
            <pc:docMk/>
            <pc:sldMk cId="2088179270" sldId="289"/>
            <ac:picMk id="2" creationId="{548A5D54-599E-D8C4-0FFF-1F035100681F}"/>
          </ac:picMkLst>
        </pc:picChg>
        <pc:picChg chg="add del">
          <ac:chgData name="Martin Hardy" userId="18c45b91-9529-4376-afee-15439663c977" providerId="ADAL" clId="{0E64A691-16E8-4D2C-AAF6-CC891B5947BC}" dt="2022-09-12T19:04:11.063" v="166" actId="478"/>
          <ac:picMkLst>
            <pc:docMk/>
            <pc:sldMk cId="2088179270" sldId="289"/>
            <ac:picMk id="12" creationId="{A30DD6B5-78C4-FD62-6FB6-09BCF3AD5A8E}"/>
          </ac:picMkLst>
        </pc:picChg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3104017807" sldId="290"/>
        </pc:sldMkLst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3421446240" sldId="293"/>
        </pc:sldMkLst>
      </pc:sldChg>
      <pc:sldChg chg="addSp delSp modSp mod ord delAnim modAnim">
        <pc:chgData name="Martin Hardy" userId="18c45b91-9529-4376-afee-15439663c977" providerId="ADAL" clId="{0E64A691-16E8-4D2C-AAF6-CC891B5947BC}" dt="2022-09-13T18:57:16.372" v="644" actId="108"/>
        <pc:sldMkLst>
          <pc:docMk/>
          <pc:sldMk cId="1743505682" sldId="294"/>
        </pc:sldMkLst>
        <pc:spChg chg="add del mod">
          <ac:chgData name="Martin Hardy" userId="18c45b91-9529-4376-afee-15439663c977" providerId="ADAL" clId="{0E64A691-16E8-4D2C-AAF6-CC891B5947BC}" dt="2022-09-13T18:53:26.066" v="621"/>
          <ac:spMkLst>
            <pc:docMk/>
            <pc:sldMk cId="1743505682" sldId="294"/>
            <ac:spMk id="7" creationId="{78CF4072-D589-29ED-5B74-04C93AF5E9EC}"/>
          </ac:spMkLst>
        </pc:spChg>
        <pc:picChg chg="del">
          <ac:chgData name="Martin Hardy" userId="18c45b91-9529-4376-afee-15439663c977" providerId="ADAL" clId="{0E64A691-16E8-4D2C-AAF6-CC891B5947BC}" dt="2022-09-13T18:53:15.311" v="620" actId="478"/>
          <ac:picMkLst>
            <pc:docMk/>
            <pc:sldMk cId="1743505682" sldId="294"/>
            <ac:picMk id="6" creationId="{0A749A2E-7427-4908-A9F4-8646F642431D}"/>
          </ac:picMkLst>
        </pc:picChg>
        <pc:picChg chg="add mod">
          <ac:chgData name="Martin Hardy" userId="18c45b91-9529-4376-afee-15439663c977" providerId="ADAL" clId="{0E64A691-16E8-4D2C-AAF6-CC891B5947BC}" dt="2022-09-13T18:57:16.372" v="644" actId="108"/>
          <ac:picMkLst>
            <pc:docMk/>
            <pc:sldMk cId="1743505682" sldId="294"/>
            <ac:picMk id="8" creationId="{F2289E3D-2537-7798-8DF5-84486E4F941E}"/>
          </ac:picMkLst>
        </pc:picChg>
      </pc:sldChg>
      <pc:sldChg chg="addSp delSp modSp mod ord delAnim modAnim">
        <pc:chgData name="Martin Hardy" userId="18c45b91-9529-4376-afee-15439663c977" providerId="ADAL" clId="{0E64A691-16E8-4D2C-AAF6-CC891B5947BC}" dt="2022-09-13T18:57:17.141" v="645" actId="108"/>
        <pc:sldMkLst>
          <pc:docMk/>
          <pc:sldMk cId="667310465" sldId="295"/>
        </pc:sldMkLst>
        <pc:spChg chg="add del mod">
          <ac:chgData name="Martin Hardy" userId="18c45b91-9529-4376-afee-15439663c977" providerId="ADAL" clId="{0E64A691-16E8-4D2C-AAF6-CC891B5947BC}" dt="2022-09-13T18:53:56.554" v="623"/>
          <ac:spMkLst>
            <pc:docMk/>
            <pc:sldMk cId="667310465" sldId="295"/>
            <ac:spMk id="7" creationId="{A8626D77-A88F-C5DB-1FF2-504232D8162C}"/>
          </ac:spMkLst>
        </pc:spChg>
        <pc:picChg chg="del">
          <ac:chgData name="Martin Hardy" userId="18c45b91-9529-4376-afee-15439663c977" providerId="ADAL" clId="{0E64A691-16E8-4D2C-AAF6-CC891B5947BC}" dt="2022-09-13T18:53:44.063" v="622" actId="478"/>
          <ac:picMkLst>
            <pc:docMk/>
            <pc:sldMk cId="667310465" sldId="295"/>
            <ac:picMk id="6" creationId="{1CB47170-D1B5-48F6-97CE-B0A839D8D095}"/>
          </ac:picMkLst>
        </pc:picChg>
        <pc:picChg chg="add mod">
          <ac:chgData name="Martin Hardy" userId="18c45b91-9529-4376-afee-15439663c977" providerId="ADAL" clId="{0E64A691-16E8-4D2C-AAF6-CC891B5947BC}" dt="2022-09-13T18:57:17.141" v="645" actId="108"/>
          <ac:picMkLst>
            <pc:docMk/>
            <pc:sldMk cId="667310465" sldId="295"/>
            <ac:picMk id="8" creationId="{581D568E-E506-2AB5-2851-D5BE22D730B8}"/>
          </ac:picMkLst>
        </pc:picChg>
      </pc:sldChg>
      <pc:sldChg chg="addSp delSp modSp mod ord delAnim modAnim">
        <pc:chgData name="Martin Hardy" userId="18c45b91-9529-4376-afee-15439663c977" providerId="ADAL" clId="{0E64A691-16E8-4D2C-AAF6-CC891B5947BC}" dt="2022-09-13T18:57:04.125" v="636" actId="108"/>
        <pc:sldMkLst>
          <pc:docMk/>
          <pc:sldMk cId="1073388253" sldId="296"/>
        </pc:sldMkLst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1073388253" sldId="296"/>
            <ac:spMk id="2" creationId="{68B575DB-41D5-401C-88FB-7C93BE7B54D8}"/>
          </ac:spMkLst>
        </pc:spChg>
        <pc:spChg chg="mod">
          <ac:chgData name="Martin Hardy" userId="18c45b91-9529-4376-afee-15439663c977" providerId="ADAL" clId="{0E64A691-16E8-4D2C-AAF6-CC891B5947BC}" dt="2022-09-13T17:56:49.242" v="271" actId="14100"/>
          <ac:spMkLst>
            <pc:docMk/>
            <pc:sldMk cId="1073388253" sldId="296"/>
            <ac:spMk id="3" creationId="{9C7B752F-DB8D-4CE1-B158-CFF711263456}"/>
          </ac:spMkLst>
        </pc:spChg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1073388253" sldId="296"/>
            <ac:spMk id="5" creationId="{4F3045AF-29D9-4E4F-90A6-9F76881C63F8}"/>
          </ac:spMkLst>
        </pc:spChg>
        <pc:spChg chg="add del mod">
          <ac:chgData name="Martin Hardy" userId="18c45b91-9529-4376-afee-15439663c977" providerId="ADAL" clId="{0E64A691-16E8-4D2C-AAF6-CC891B5947BC}" dt="2022-09-13T17:58:50.536" v="278" actId="21"/>
          <ac:spMkLst>
            <pc:docMk/>
            <pc:sldMk cId="1073388253" sldId="296"/>
            <ac:spMk id="7" creationId="{632A1E8E-07E8-F165-479A-5DB89FEC9326}"/>
          </ac:spMkLst>
        </pc:spChg>
        <pc:spChg chg="add del mod">
          <ac:chgData name="Martin Hardy" userId="18c45b91-9529-4376-afee-15439663c977" providerId="ADAL" clId="{0E64A691-16E8-4D2C-AAF6-CC891B5947BC}" dt="2022-09-13T18:56:07.178" v="631"/>
          <ac:spMkLst>
            <pc:docMk/>
            <pc:sldMk cId="1073388253" sldId="296"/>
            <ac:spMk id="9" creationId="{BBE55EDA-A0DE-EBCC-4E25-0F2F91F117AE}"/>
          </ac:spMkLst>
        </pc:spChg>
        <pc:picChg chg="del mod">
          <ac:chgData name="Martin Hardy" userId="18c45b91-9529-4376-afee-15439663c977" providerId="ADAL" clId="{0E64A691-16E8-4D2C-AAF6-CC891B5947BC}" dt="2022-09-13T18:55:45.046" v="630" actId="478"/>
          <ac:picMkLst>
            <pc:docMk/>
            <pc:sldMk cId="1073388253" sldId="296"/>
            <ac:picMk id="6" creationId="{348DF259-FECE-48A5-8A8D-891C46D12123}"/>
          </ac:picMkLst>
        </pc:picChg>
        <pc:picChg chg="add mod">
          <ac:chgData name="Martin Hardy" userId="18c45b91-9529-4376-afee-15439663c977" providerId="ADAL" clId="{0E64A691-16E8-4D2C-AAF6-CC891B5947BC}" dt="2022-09-13T18:57:04.125" v="636" actId="108"/>
          <ac:picMkLst>
            <pc:docMk/>
            <pc:sldMk cId="1073388253" sldId="296"/>
            <ac:picMk id="10" creationId="{4195B08E-64CC-566E-3319-5CDEA2BD8B55}"/>
          </ac:picMkLst>
        </pc:picChg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178198611" sldId="297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2284316722" sldId="298"/>
        </pc:sldMkLst>
      </pc:sldChg>
      <pc:sldChg chg="addSp delSp modSp mod ord delAnim modAnim">
        <pc:chgData name="Martin Hardy" userId="18c45b91-9529-4376-afee-15439663c977" providerId="ADAL" clId="{0E64A691-16E8-4D2C-AAF6-CC891B5947BC}" dt="2022-09-13T18:57:15.493" v="643" actId="108"/>
        <pc:sldMkLst>
          <pc:docMk/>
          <pc:sldMk cId="696709923" sldId="299"/>
        </pc:sldMkLst>
        <pc:spChg chg="add del mod">
          <ac:chgData name="Martin Hardy" userId="18c45b91-9529-4376-afee-15439663c977" providerId="ADAL" clId="{0E64A691-16E8-4D2C-AAF6-CC891B5947BC}" dt="2022-09-13T18:51:34.750" v="615"/>
          <ac:spMkLst>
            <pc:docMk/>
            <pc:sldMk cId="696709923" sldId="299"/>
            <ac:spMk id="7" creationId="{4603E173-176C-5F04-8E98-C18D39415668}"/>
          </ac:spMkLst>
        </pc:spChg>
        <pc:picChg chg="del">
          <ac:chgData name="Martin Hardy" userId="18c45b91-9529-4376-afee-15439663c977" providerId="ADAL" clId="{0E64A691-16E8-4D2C-AAF6-CC891B5947BC}" dt="2022-09-13T18:51:22.052" v="614" actId="478"/>
          <ac:picMkLst>
            <pc:docMk/>
            <pc:sldMk cId="696709923" sldId="299"/>
            <ac:picMk id="6" creationId="{406DC279-4AC9-4E6C-B72F-C8CA34969F87}"/>
          </ac:picMkLst>
        </pc:picChg>
        <pc:picChg chg="add mod">
          <ac:chgData name="Martin Hardy" userId="18c45b91-9529-4376-afee-15439663c977" providerId="ADAL" clId="{0E64A691-16E8-4D2C-AAF6-CC891B5947BC}" dt="2022-09-13T18:57:15.493" v="643" actId="108"/>
          <ac:picMkLst>
            <pc:docMk/>
            <pc:sldMk cId="696709923" sldId="299"/>
            <ac:picMk id="8" creationId="{5294ED4A-666B-21CB-527F-081D0132E668}"/>
          </ac:picMkLst>
        </pc:picChg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4005130374" sldId="299"/>
        </pc:sldMkLst>
      </pc:sldChg>
      <pc:sldChg chg="addSp delSp modSp mod delAnim modAnim">
        <pc:chgData name="Martin Hardy" userId="18c45b91-9529-4376-afee-15439663c977" providerId="ADAL" clId="{0E64A691-16E8-4D2C-AAF6-CC891B5947BC}" dt="2022-09-13T18:58:21.564" v="649" actId="14100"/>
        <pc:sldMkLst>
          <pc:docMk/>
          <pc:sldMk cId="235214334" sldId="300"/>
        </pc:sldMkLst>
        <pc:spChg chg="mod">
          <ac:chgData name="Martin Hardy" userId="18c45b91-9529-4376-afee-15439663c977" providerId="ADAL" clId="{0E64A691-16E8-4D2C-AAF6-CC891B5947BC}" dt="2022-09-13T17:58:35.831" v="276"/>
          <ac:spMkLst>
            <pc:docMk/>
            <pc:sldMk cId="235214334" sldId="300"/>
            <ac:spMk id="2" creationId="{EB98A8BE-B061-4F02-9664-FE423CF4C85C}"/>
          </ac:spMkLst>
        </pc:spChg>
        <pc:spChg chg="mod">
          <ac:chgData name="Martin Hardy" userId="18c45b91-9529-4376-afee-15439663c977" providerId="ADAL" clId="{0E64A691-16E8-4D2C-AAF6-CC891B5947BC}" dt="2022-09-13T18:58:18.611" v="648" actId="14100"/>
          <ac:spMkLst>
            <pc:docMk/>
            <pc:sldMk cId="235214334" sldId="300"/>
            <ac:spMk id="3" creationId="{B3CC3FE6-370E-40B5-9B86-1F6B080B3EB7}"/>
          </ac:spMkLst>
        </pc:spChg>
        <pc:spChg chg="add del mod">
          <ac:chgData name="Martin Hardy" userId="18c45b91-9529-4376-afee-15439663c977" providerId="ADAL" clId="{0E64A691-16E8-4D2C-AAF6-CC891B5947BC}" dt="2022-09-13T18:56:34.619" v="633"/>
          <ac:spMkLst>
            <pc:docMk/>
            <pc:sldMk cId="235214334" sldId="300"/>
            <ac:spMk id="7" creationId="{5243BAB4-EB13-5BFA-5D1A-4CE878E659C5}"/>
          </ac:spMkLst>
        </pc:spChg>
        <pc:picChg chg="del">
          <ac:chgData name="Martin Hardy" userId="18c45b91-9529-4376-afee-15439663c977" providerId="ADAL" clId="{0E64A691-16E8-4D2C-AAF6-CC891B5947BC}" dt="2022-09-13T18:56:24.886" v="632" actId="478"/>
          <ac:picMkLst>
            <pc:docMk/>
            <pc:sldMk cId="235214334" sldId="300"/>
            <ac:picMk id="6" creationId="{AEBE8DE1-63D6-4C4B-B81F-9E216EEFB654}"/>
          </ac:picMkLst>
        </pc:picChg>
        <pc:picChg chg="add mod">
          <ac:chgData name="Martin Hardy" userId="18c45b91-9529-4376-afee-15439663c977" providerId="ADAL" clId="{0E64A691-16E8-4D2C-AAF6-CC891B5947BC}" dt="2022-09-13T18:58:21.564" v="649" actId="14100"/>
          <ac:picMkLst>
            <pc:docMk/>
            <pc:sldMk cId="235214334" sldId="300"/>
            <ac:picMk id="8" creationId="{2A3187BD-5257-C0F3-8D22-54DDD6618286}"/>
          </ac:picMkLst>
        </pc:picChg>
      </pc:sldChg>
      <pc:sldChg chg="modSp mod">
        <pc:chgData name="Martin Hardy" userId="18c45b91-9529-4376-afee-15439663c977" providerId="ADAL" clId="{0E64A691-16E8-4D2C-AAF6-CC891B5947BC}" dt="2022-09-13T18:00:40.772" v="299" actId="20577"/>
        <pc:sldMkLst>
          <pc:docMk/>
          <pc:sldMk cId="1336557955" sldId="301"/>
        </pc:sldMkLst>
        <pc:spChg chg="mod">
          <ac:chgData name="Martin Hardy" userId="18c45b91-9529-4376-afee-15439663c977" providerId="ADAL" clId="{0E64A691-16E8-4D2C-AAF6-CC891B5947BC}" dt="2022-09-13T18:00:40.772" v="299" actId="20577"/>
          <ac:spMkLst>
            <pc:docMk/>
            <pc:sldMk cId="1336557955" sldId="301"/>
            <ac:spMk id="4" creationId="{95943749-239C-43CB-AF93-4954CABE46C2}"/>
          </ac:spMkLst>
        </pc:spChg>
        <pc:spChg chg="mod">
          <ac:chgData name="Martin Hardy" userId="18c45b91-9529-4376-afee-15439663c977" providerId="ADAL" clId="{0E64A691-16E8-4D2C-AAF6-CC891B5947BC}" dt="2022-09-13T17:58:35.831" v="276"/>
          <ac:spMkLst>
            <pc:docMk/>
            <pc:sldMk cId="1336557955" sldId="301"/>
            <ac:spMk id="5" creationId="{AE6B9066-88B4-4E51-A43B-31B99EDC4F15}"/>
          </ac:spMkLst>
        </pc:spChg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1064017932" sldId="302"/>
        </pc:sldMkLst>
      </pc:sldChg>
      <pc:sldChg chg="del ord">
        <pc:chgData name="Martin Hardy" userId="18c45b91-9529-4376-afee-15439663c977" providerId="ADAL" clId="{0E64A691-16E8-4D2C-AAF6-CC891B5947BC}" dt="2022-09-13T18:45:26.654" v="612" actId="47"/>
        <pc:sldMkLst>
          <pc:docMk/>
          <pc:sldMk cId="3172326475" sldId="302"/>
        </pc:sldMkLst>
      </pc:sldChg>
      <pc:sldChg chg="modSp">
        <pc:chgData name="Martin Hardy" userId="18c45b91-9529-4376-afee-15439663c977" providerId="ADAL" clId="{0E64A691-16E8-4D2C-AAF6-CC891B5947BC}" dt="2022-09-13T18:00:33.355" v="298" actId="20577"/>
        <pc:sldMkLst>
          <pc:docMk/>
          <pc:sldMk cId="1638555495" sldId="303"/>
        </pc:sldMkLst>
        <pc:graphicFrameChg chg="mod">
          <ac:chgData name="Martin Hardy" userId="18c45b91-9529-4376-afee-15439663c977" providerId="ADAL" clId="{0E64A691-16E8-4D2C-AAF6-CC891B5947BC}" dt="2022-09-13T18:00:33.355" v="298" actId="20577"/>
          <ac:graphicFrameMkLst>
            <pc:docMk/>
            <pc:sldMk cId="1638555495" sldId="303"/>
            <ac:graphicFrameMk id="5" creationId="{722F24D7-6EC7-4EB3-9B1E-A70E422E58CA}"/>
          </ac:graphicFrameMkLst>
        </pc:graphicFrameChg>
      </pc:sldChg>
      <pc:sldChg chg="modSp mod">
        <pc:chgData name="Martin Hardy" userId="18c45b91-9529-4376-afee-15439663c977" providerId="ADAL" clId="{0E64A691-16E8-4D2C-AAF6-CC891B5947BC}" dt="2022-09-12T19:03:16.538" v="153"/>
        <pc:sldMkLst>
          <pc:docMk/>
          <pc:sldMk cId="3444130440" sldId="304"/>
        </pc:sldMkLst>
        <pc:spChg chg="mod">
          <ac:chgData name="Martin Hardy" userId="18c45b91-9529-4376-afee-15439663c977" providerId="ADAL" clId="{0E64A691-16E8-4D2C-AAF6-CC891B5947BC}" dt="2022-09-12T19:03:16.538" v="153"/>
          <ac:spMkLst>
            <pc:docMk/>
            <pc:sldMk cId="3444130440" sldId="304"/>
            <ac:spMk id="4" creationId="{95943749-239C-43CB-AF93-4954CABE46C2}"/>
          </ac:spMkLst>
        </pc:spChg>
      </pc:sldChg>
      <pc:sldChg chg="addSp delSp modSp del mod delAnim">
        <pc:chgData name="Martin Hardy" userId="18c45b91-9529-4376-afee-15439663c977" providerId="ADAL" clId="{0E64A691-16E8-4D2C-AAF6-CC891B5947BC}" dt="2022-09-13T18:02:27.044" v="303" actId="47"/>
        <pc:sldMkLst>
          <pc:docMk/>
          <pc:sldMk cId="2165126463" sldId="305"/>
        </pc:sldMkLst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2165126463" sldId="305"/>
            <ac:spMk id="4" creationId="{59043E3D-982C-4C06-9C0C-C6CC65CD6018}"/>
          </ac:spMkLst>
        </pc:spChg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2165126463" sldId="305"/>
            <ac:spMk id="5" creationId="{761E3710-A748-47CC-89BB-D62BDB1CEC1B}"/>
          </ac:spMkLst>
        </pc:spChg>
        <pc:spChg chg="add mod">
          <ac:chgData name="Martin Hardy" userId="18c45b91-9529-4376-afee-15439663c977" providerId="ADAL" clId="{0E64A691-16E8-4D2C-AAF6-CC891B5947BC}" dt="2022-09-13T17:58:31.739" v="275"/>
          <ac:spMkLst>
            <pc:docMk/>
            <pc:sldMk cId="2165126463" sldId="305"/>
            <ac:spMk id="6" creationId="{CA5CC54B-F8C2-226A-CBE5-7826E8337DB9}"/>
          </ac:spMkLst>
        </pc:spChg>
        <pc:spChg chg="add mod">
          <ac:chgData name="Martin Hardy" userId="18c45b91-9529-4376-afee-15439663c977" providerId="ADAL" clId="{0E64A691-16E8-4D2C-AAF6-CC891B5947BC}" dt="2022-09-13T17:58:31.739" v="275"/>
          <ac:spMkLst>
            <pc:docMk/>
            <pc:sldMk cId="2165126463" sldId="305"/>
            <ac:spMk id="8" creationId="{C65BE6F7-74B3-8908-7142-BABAD483D8DA}"/>
          </ac:spMkLst>
        </pc:spChg>
        <pc:picChg chg="del">
          <ac:chgData name="Martin Hardy" userId="18c45b91-9529-4376-afee-15439663c977" providerId="ADAL" clId="{0E64A691-16E8-4D2C-AAF6-CC891B5947BC}" dt="2022-09-12T19:03:25.433" v="156" actId="478"/>
          <ac:picMkLst>
            <pc:docMk/>
            <pc:sldMk cId="2165126463" sldId="305"/>
            <ac:picMk id="2" creationId="{6D783849-B0E9-4CDC-817A-47928ACC2E80}"/>
          </ac:picMkLst>
        </pc:picChg>
        <pc:picChg chg="del">
          <ac:chgData name="Martin Hardy" userId="18c45b91-9529-4376-afee-15439663c977" providerId="ADAL" clId="{0E64A691-16E8-4D2C-AAF6-CC891B5947BC}" dt="2022-09-12T19:03:24.003" v="155" actId="478"/>
          <ac:picMkLst>
            <pc:docMk/>
            <pc:sldMk cId="2165126463" sldId="305"/>
            <ac:picMk id="12" creationId="{576C9628-6AEF-E679-C7AC-14653EC5B844}"/>
          </ac:picMkLst>
        </pc:picChg>
      </pc:sldChg>
      <pc:sldChg chg="modSp mod">
        <pc:chgData name="Martin Hardy" userId="18c45b91-9529-4376-afee-15439663c977" providerId="ADAL" clId="{0E64A691-16E8-4D2C-AAF6-CC891B5947BC}" dt="2022-09-13T18:00:24.035" v="296" actId="20577"/>
        <pc:sldMkLst>
          <pc:docMk/>
          <pc:sldMk cId="4246239074" sldId="306"/>
        </pc:sldMkLst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4246239074" sldId="306"/>
            <ac:spMk id="3" creationId="{62D3DED9-8C6C-4205-AA46-F4ACD191766B}"/>
          </ac:spMkLst>
        </pc:spChg>
        <pc:spChg chg="mod">
          <ac:chgData name="Martin Hardy" userId="18c45b91-9529-4376-afee-15439663c977" providerId="ADAL" clId="{0E64A691-16E8-4D2C-AAF6-CC891B5947BC}" dt="2022-09-13T18:00:24.035" v="296" actId="20577"/>
          <ac:spMkLst>
            <pc:docMk/>
            <pc:sldMk cId="4246239074" sldId="306"/>
            <ac:spMk id="4" creationId="{95943749-239C-43CB-AF93-4954CABE46C2}"/>
          </ac:spMkLst>
        </pc:spChg>
        <pc:spChg chg="mod">
          <ac:chgData name="Martin Hardy" userId="18c45b91-9529-4376-afee-15439663c977" providerId="ADAL" clId="{0E64A691-16E8-4D2C-AAF6-CC891B5947BC}" dt="2022-09-13T17:58:31.739" v="275"/>
          <ac:spMkLst>
            <pc:docMk/>
            <pc:sldMk cId="4246239074" sldId="306"/>
            <ac:spMk id="5" creationId="{AE6B9066-88B4-4E51-A43B-31B99EDC4F15}"/>
          </ac:spMkLst>
        </pc:spChg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1878971237" sldId="307"/>
        </pc:sldMkLst>
      </pc:sldChg>
      <pc:sldChg chg="addSp delSp modSp add mod modAnim">
        <pc:chgData name="Martin Hardy" userId="18c45b91-9529-4376-afee-15439663c977" providerId="ADAL" clId="{0E64A691-16E8-4D2C-AAF6-CC891B5947BC}" dt="2022-09-13T18:58:38.067" v="652" actId="14100"/>
        <pc:sldMkLst>
          <pc:docMk/>
          <pc:sldMk cId="3166650356" sldId="307"/>
        </pc:sldMkLst>
        <pc:spChg chg="del">
          <ac:chgData name="Martin Hardy" userId="18c45b91-9529-4376-afee-15439663c977" providerId="ADAL" clId="{0E64A691-16E8-4D2C-AAF6-CC891B5947BC}" dt="2022-09-13T18:40:38.347" v="594"/>
          <ac:spMkLst>
            <pc:docMk/>
            <pc:sldMk cId="3166650356" sldId="307"/>
            <ac:spMk id="3" creationId="{5A69EB09-1008-26FD-734D-1096EB111ADE}"/>
          </ac:spMkLst>
        </pc:spChg>
        <pc:spChg chg="mod">
          <ac:chgData name="Martin Hardy" userId="18c45b91-9529-4376-afee-15439663c977" providerId="ADAL" clId="{0E64A691-16E8-4D2C-AAF6-CC891B5947BC}" dt="2022-09-13T18:40:45.984" v="611" actId="20577"/>
          <ac:spMkLst>
            <pc:docMk/>
            <pc:sldMk cId="3166650356" sldId="307"/>
            <ac:spMk id="5" creationId="{BD799286-E914-457A-B5CD-41ABF872FE63}"/>
          </ac:spMkLst>
        </pc:spChg>
        <pc:spChg chg="mod">
          <ac:chgData name="Martin Hardy" userId="18c45b91-9529-4376-afee-15439663c977" providerId="ADAL" clId="{0E64A691-16E8-4D2C-AAF6-CC891B5947BC}" dt="2022-09-13T18:27:17.563" v="591" actId="6549"/>
          <ac:spMkLst>
            <pc:docMk/>
            <pc:sldMk cId="3166650356" sldId="307"/>
            <ac:spMk id="6" creationId="{02587D1E-4285-4685-9FB6-1D06D5B91B0A}"/>
          </ac:spMkLst>
        </pc:spChg>
        <pc:spChg chg="del">
          <ac:chgData name="Martin Hardy" userId="18c45b91-9529-4376-afee-15439663c977" providerId="ADAL" clId="{0E64A691-16E8-4D2C-AAF6-CC891B5947BC}" dt="2022-09-13T18:26:42.027" v="575" actId="478"/>
          <ac:spMkLst>
            <pc:docMk/>
            <pc:sldMk cId="3166650356" sldId="307"/>
            <ac:spMk id="10" creationId="{9EB41351-CF9E-4915-8252-1F34329152FF}"/>
          </ac:spMkLst>
        </pc:spChg>
        <pc:picChg chg="add mod">
          <ac:chgData name="Martin Hardy" userId="18c45b91-9529-4376-afee-15439663c977" providerId="ADAL" clId="{0E64A691-16E8-4D2C-AAF6-CC891B5947BC}" dt="2022-09-13T18:58:38.067" v="652" actId="14100"/>
          <ac:picMkLst>
            <pc:docMk/>
            <pc:sldMk cId="3166650356" sldId="307"/>
            <ac:picMk id="2" creationId="{8C496E02-E4D1-E8B4-3713-4AA9CE30DBFB}"/>
          </ac:picMkLst>
        </pc:picChg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1132440465" sldId="308"/>
        </pc:sldMkLst>
      </pc:sldChg>
      <pc:sldChg chg="del">
        <pc:chgData name="Martin Hardy" userId="18c45b91-9529-4376-afee-15439663c977" providerId="ADAL" clId="{0E64A691-16E8-4D2C-AAF6-CC891B5947BC}" dt="2022-09-12T19:03:48.630" v="160" actId="47"/>
        <pc:sldMkLst>
          <pc:docMk/>
          <pc:sldMk cId="1610498445" sldId="309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3342814045" sldId="310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2866351807" sldId="311"/>
        </pc:sldMkLst>
      </pc:sldChg>
      <pc:sldChg chg="del">
        <pc:chgData name="Martin Hardy" userId="18c45b91-9529-4376-afee-15439663c977" providerId="ADAL" clId="{0E64A691-16E8-4D2C-AAF6-CC891B5947BC}" dt="2022-09-12T19:03:40.424" v="158" actId="47"/>
        <pc:sldMkLst>
          <pc:docMk/>
          <pc:sldMk cId="808023134" sldId="312"/>
        </pc:sldMkLst>
      </pc:sldChg>
      <pc:sldMasterChg chg="del delSldLayout">
        <pc:chgData name="Martin Hardy" userId="18c45b91-9529-4376-afee-15439663c977" providerId="ADAL" clId="{0E64A691-16E8-4D2C-AAF6-CC891B5947BC}" dt="2022-09-12T19:03:48.630" v="160" actId="47"/>
        <pc:sldMasterMkLst>
          <pc:docMk/>
          <pc:sldMasterMk cId="2453046026" sldId="2147483737"/>
        </pc:sldMasterMkLst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915618662" sldId="2147483738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946495293" sldId="2147483739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2334200990" sldId="2147483740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814390859" sldId="2147483741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562817871" sldId="2147483742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404417803" sldId="2147483743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1702076680" sldId="2147483744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591025518" sldId="2147483745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543415148" sldId="2147483746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1815089600" sldId="2147483747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4103843742" sldId="2147483748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799115191" sldId="2147483749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1123841256" sldId="2147483750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1150304522" sldId="2147483751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98271534" sldId="2147483752"/>
          </pc:sldLayoutMkLst>
        </pc:sldLayoutChg>
        <pc:sldLayoutChg chg="del">
          <pc:chgData name="Martin Hardy" userId="18c45b91-9529-4376-afee-15439663c977" providerId="ADAL" clId="{0E64A691-16E8-4D2C-AAF6-CC891B5947BC}" dt="2022-09-12T19:03:48.630" v="160" actId="47"/>
          <pc:sldLayoutMkLst>
            <pc:docMk/>
            <pc:sldMasterMk cId="2453046026" sldId="2147483737"/>
            <pc:sldLayoutMk cId="3205929857" sldId="2147483753"/>
          </pc:sldLayoutMkLst>
        </pc:sldLayoutChg>
      </pc:sldMasterChg>
    </pc:docChg>
  </pc:docChgLst>
  <pc:docChgLst>
    <pc:chgData name="Christopher Coulombe" userId="a998e8d0-2d43-4621-ac06-202b3484f264" providerId="ADAL" clId="{3B88A761-41AB-4BCF-B6B1-53BA69C09CDD}"/>
    <pc:docChg chg="undo custSel modSld sldOrd">
      <pc:chgData name="Christopher Coulombe" userId="a998e8d0-2d43-4621-ac06-202b3484f264" providerId="ADAL" clId="{3B88A761-41AB-4BCF-B6B1-53BA69C09CDD}" dt="2023-02-19T23:51:05.876" v="8" actId="478"/>
      <pc:docMkLst>
        <pc:docMk/>
      </pc:docMkLst>
      <pc:sldChg chg="ord">
        <pc:chgData name="Christopher Coulombe" userId="a998e8d0-2d43-4621-ac06-202b3484f264" providerId="ADAL" clId="{3B88A761-41AB-4BCF-B6B1-53BA69C09CDD}" dt="2023-02-19T20:17:20.311" v="1"/>
        <pc:sldMkLst>
          <pc:docMk/>
          <pc:sldMk cId="436769087" sldId="258"/>
        </pc:sldMkLst>
      </pc:sldChg>
      <pc:sldChg chg="delSp modSp mod">
        <pc:chgData name="Christopher Coulombe" userId="a998e8d0-2d43-4621-ac06-202b3484f264" providerId="ADAL" clId="{3B88A761-41AB-4BCF-B6B1-53BA69C09CDD}" dt="2023-02-19T23:51:05.876" v="8" actId="478"/>
        <pc:sldMkLst>
          <pc:docMk/>
          <pc:sldMk cId="1823844879" sldId="264"/>
        </pc:sldMkLst>
        <pc:picChg chg="mod">
          <ac:chgData name="Christopher Coulombe" userId="a998e8d0-2d43-4621-ac06-202b3484f264" providerId="ADAL" clId="{3B88A761-41AB-4BCF-B6B1-53BA69C09CDD}" dt="2023-02-19T23:51:04.080" v="7" actId="1076"/>
          <ac:picMkLst>
            <pc:docMk/>
            <pc:sldMk cId="1823844879" sldId="264"/>
            <ac:picMk id="6" creationId="{322C097A-B3D2-4C70-BBC0-DE6F8902B4EA}"/>
          </ac:picMkLst>
        </pc:picChg>
        <pc:picChg chg="del mod">
          <ac:chgData name="Christopher Coulombe" userId="a998e8d0-2d43-4621-ac06-202b3484f264" providerId="ADAL" clId="{3B88A761-41AB-4BCF-B6B1-53BA69C09CDD}" dt="2023-02-19T23:51:05.876" v="8" actId="478"/>
          <ac:picMkLst>
            <pc:docMk/>
            <pc:sldMk cId="1823844879" sldId="264"/>
            <ac:picMk id="7" creationId="{5B6668B6-8FF2-4554-9D94-99C9BF07FDD8}"/>
          </ac:picMkLst>
        </pc:picChg>
      </pc:sldChg>
    </pc:docChg>
  </pc:docChgLst>
  <pc:docChgLst>
    <pc:chgData name="Christopher Coulombe" userId="a998e8d0-2d43-4621-ac06-202b3484f264" providerId="ADAL" clId="{AD0CB99A-2A3B-4FBA-A49D-D3A3C5B07DF6}"/>
    <pc:docChg chg="undo redo custSel addSld delSld modSld sldOrd addMainMaster delMainMaster">
      <pc:chgData name="Christopher Coulombe" userId="a998e8d0-2d43-4621-ac06-202b3484f264" providerId="ADAL" clId="{AD0CB99A-2A3B-4FBA-A49D-D3A3C5B07DF6}" dt="2023-09-17T20:09:35.029" v="436" actId="1076"/>
      <pc:docMkLst>
        <pc:docMk/>
      </pc:docMkLst>
      <pc:sldChg chg="modSp mod">
        <pc:chgData name="Christopher Coulombe" userId="a998e8d0-2d43-4621-ac06-202b3484f264" providerId="ADAL" clId="{AD0CB99A-2A3B-4FBA-A49D-D3A3C5B07DF6}" dt="2023-09-17T19:16:42.024" v="336" actId="20577"/>
        <pc:sldMkLst>
          <pc:docMk/>
          <pc:sldMk cId="2281852327" sldId="257"/>
        </pc:sldMkLst>
        <pc:spChg chg="mod">
          <ac:chgData name="Christopher Coulombe" userId="a998e8d0-2d43-4621-ac06-202b3484f264" providerId="ADAL" clId="{AD0CB99A-2A3B-4FBA-A49D-D3A3C5B07DF6}" dt="2023-09-17T19:16:42.024" v="336" actId="20577"/>
          <ac:spMkLst>
            <pc:docMk/>
            <pc:sldMk cId="2281852327" sldId="257"/>
            <ac:spMk id="3" creationId="{7A40A975-3DD2-42E4-80DA-D70600175824}"/>
          </ac:spMkLst>
        </pc:spChg>
      </pc:sldChg>
      <pc:sldChg chg="add del">
        <pc:chgData name="Christopher Coulombe" userId="a998e8d0-2d43-4621-ac06-202b3484f264" providerId="ADAL" clId="{AD0CB99A-2A3B-4FBA-A49D-D3A3C5B07DF6}" dt="2023-09-12T01:12:38.494" v="15" actId="47"/>
        <pc:sldMkLst>
          <pc:docMk/>
          <pc:sldMk cId="516294894" sldId="263"/>
        </pc:sldMkLst>
      </pc:sldChg>
      <pc:sldChg chg="add del">
        <pc:chgData name="Christopher Coulombe" userId="a998e8d0-2d43-4621-ac06-202b3484f264" providerId="ADAL" clId="{AD0CB99A-2A3B-4FBA-A49D-D3A3C5B07DF6}" dt="2023-09-12T01:12:38.494" v="15" actId="47"/>
        <pc:sldMkLst>
          <pc:docMk/>
          <pc:sldMk cId="1823844879" sldId="264"/>
        </pc:sldMkLst>
      </pc:sldChg>
      <pc:sldChg chg="add del">
        <pc:chgData name="Christopher Coulombe" userId="a998e8d0-2d43-4621-ac06-202b3484f264" providerId="ADAL" clId="{AD0CB99A-2A3B-4FBA-A49D-D3A3C5B07DF6}" dt="2023-09-12T01:12:38.494" v="15" actId="47"/>
        <pc:sldMkLst>
          <pc:docMk/>
          <pc:sldMk cId="398004097" sldId="265"/>
        </pc:sldMkLst>
      </pc:sldChg>
      <pc:sldChg chg="add del">
        <pc:chgData name="Christopher Coulombe" userId="a998e8d0-2d43-4621-ac06-202b3484f264" providerId="ADAL" clId="{AD0CB99A-2A3B-4FBA-A49D-D3A3C5B07DF6}" dt="2023-09-17T19:53:37.001" v="362"/>
        <pc:sldMkLst>
          <pc:docMk/>
          <pc:sldMk cId="1457455693" sldId="266"/>
        </pc:sldMkLst>
      </pc:sldChg>
      <pc:sldChg chg="addSp delSp modSp add del mod modClrScheme delAnim modAnim chgLayout">
        <pc:chgData name="Christopher Coulombe" userId="a998e8d0-2d43-4621-ac06-202b3484f264" providerId="ADAL" clId="{AD0CB99A-2A3B-4FBA-A49D-D3A3C5B07DF6}" dt="2023-09-17T19:54:08.898" v="368" actId="2696"/>
        <pc:sldMkLst>
          <pc:docMk/>
          <pc:sldMk cId="2725802250" sldId="266"/>
        </pc:sldMkLst>
        <pc:spChg chg="mod ord">
          <ac:chgData name="Christopher Coulombe" userId="a998e8d0-2d43-4621-ac06-202b3484f264" providerId="ADAL" clId="{AD0CB99A-2A3B-4FBA-A49D-D3A3C5B07DF6}" dt="2023-09-17T19:10:17.262" v="207" actId="700"/>
          <ac:spMkLst>
            <pc:docMk/>
            <pc:sldMk cId="2725802250" sldId="266"/>
            <ac:spMk id="2" creationId="{82084410-8BE2-4F3C-8615-BE2535801756}"/>
          </ac:spMkLst>
        </pc:spChg>
        <pc:spChg chg="add mod">
          <ac:chgData name="Christopher Coulombe" userId="a998e8d0-2d43-4621-ac06-202b3484f264" providerId="ADAL" clId="{AD0CB99A-2A3B-4FBA-A49D-D3A3C5B07DF6}" dt="2023-09-17T19:10:18.535" v="208" actId="478"/>
          <ac:spMkLst>
            <pc:docMk/>
            <pc:sldMk cId="2725802250" sldId="266"/>
            <ac:spMk id="4" creationId="{16B0059A-C207-952C-0961-586E1D672D13}"/>
          </ac:spMkLst>
        </pc:spChg>
        <pc:spChg chg="mod ord">
          <ac:chgData name="Christopher Coulombe" userId="a998e8d0-2d43-4621-ac06-202b3484f264" providerId="ADAL" clId="{AD0CB99A-2A3B-4FBA-A49D-D3A3C5B07DF6}" dt="2023-09-17T19:10:17.262" v="207" actId="700"/>
          <ac:spMkLst>
            <pc:docMk/>
            <pc:sldMk cId="2725802250" sldId="266"/>
            <ac:spMk id="16" creationId="{929C3FCD-9C8A-4A39-B93E-927AF453BE19}"/>
          </ac:spMkLst>
        </pc:spChg>
        <pc:picChg chg="add mod">
          <ac:chgData name="Christopher Coulombe" userId="a998e8d0-2d43-4621-ac06-202b3484f264" providerId="ADAL" clId="{AD0CB99A-2A3B-4FBA-A49D-D3A3C5B07DF6}" dt="2023-09-17T19:10:19.263" v="209"/>
          <ac:picMkLst>
            <pc:docMk/>
            <pc:sldMk cId="2725802250" sldId="266"/>
            <ac:picMk id="5" creationId="{CC05F323-4F39-0D06-244E-BE5E3D5018B0}"/>
          </ac:picMkLst>
        </pc:picChg>
        <pc:picChg chg="del mod ord">
          <ac:chgData name="Christopher Coulombe" userId="a998e8d0-2d43-4621-ac06-202b3484f264" providerId="ADAL" clId="{AD0CB99A-2A3B-4FBA-A49D-D3A3C5B07DF6}" dt="2023-09-17T19:10:18.535" v="208" actId="478"/>
          <ac:picMkLst>
            <pc:docMk/>
            <pc:sldMk cId="2725802250" sldId="266"/>
            <ac:picMk id="7" creationId="{BD0EE51C-5396-8B47-7FE2-CA6CF48FD63D}"/>
          </ac:picMkLst>
        </pc:picChg>
        <pc:picChg chg="mod ord">
          <ac:chgData name="Christopher Coulombe" userId="a998e8d0-2d43-4621-ac06-202b3484f264" providerId="ADAL" clId="{AD0CB99A-2A3B-4FBA-A49D-D3A3C5B07DF6}" dt="2023-09-17T19:10:17.262" v="207" actId="700"/>
          <ac:picMkLst>
            <pc:docMk/>
            <pc:sldMk cId="2725802250" sldId="266"/>
            <ac:picMk id="18" creationId="{A1390045-6256-40C5-B2C0-CEBC4D075AE6}"/>
          </ac:picMkLst>
        </pc:picChg>
      </pc:sldChg>
      <pc:sldChg chg="modSp add mod">
        <pc:chgData name="Christopher Coulombe" userId="a998e8d0-2d43-4621-ac06-202b3484f264" providerId="ADAL" clId="{AD0CB99A-2A3B-4FBA-A49D-D3A3C5B07DF6}" dt="2023-09-17T19:54:15.295" v="371" actId="20577"/>
        <pc:sldMkLst>
          <pc:docMk/>
          <pc:sldMk cId="3065379626" sldId="266"/>
        </pc:sldMkLst>
        <pc:spChg chg="mod">
          <ac:chgData name="Christopher Coulombe" userId="a998e8d0-2d43-4621-ac06-202b3484f264" providerId="ADAL" clId="{AD0CB99A-2A3B-4FBA-A49D-D3A3C5B07DF6}" dt="2023-09-17T19:54:15.295" v="371" actId="20577"/>
          <ac:spMkLst>
            <pc:docMk/>
            <pc:sldMk cId="3065379626" sldId="266"/>
            <ac:spMk id="10" creationId="{353BC888-51DD-4704-88D6-854CA8B4D214}"/>
          </ac:spMkLst>
        </pc:spChg>
      </pc:sldChg>
      <pc:sldChg chg="modSp add del mod">
        <pc:chgData name="Christopher Coulombe" userId="a998e8d0-2d43-4621-ac06-202b3484f264" providerId="ADAL" clId="{AD0CB99A-2A3B-4FBA-A49D-D3A3C5B07DF6}" dt="2023-09-12T01:18:48.924" v="40" actId="2696"/>
        <pc:sldMkLst>
          <pc:docMk/>
          <pc:sldMk cId="572054632" sldId="270"/>
        </pc:sldMkLst>
        <pc:spChg chg="mod">
          <ac:chgData name="Christopher Coulombe" userId="a998e8d0-2d43-4621-ac06-202b3484f264" providerId="ADAL" clId="{AD0CB99A-2A3B-4FBA-A49D-D3A3C5B07DF6}" dt="2023-09-12T01:13:13.928" v="30" actId="20577"/>
          <ac:spMkLst>
            <pc:docMk/>
            <pc:sldMk cId="572054632" sldId="270"/>
            <ac:spMk id="4" creationId="{95943749-239C-43CB-AF93-4954CABE46C2}"/>
          </ac:spMkLst>
        </pc:spChg>
      </pc:sldChg>
      <pc:sldChg chg="modSp del mod">
        <pc:chgData name="Christopher Coulombe" userId="a998e8d0-2d43-4621-ac06-202b3484f264" providerId="ADAL" clId="{AD0CB99A-2A3B-4FBA-A49D-D3A3C5B07DF6}" dt="2023-09-17T19:54:01.391" v="367" actId="47"/>
        <pc:sldMkLst>
          <pc:docMk/>
          <pc:sldMk cId="842991506" sldId="276"/>
        </pc:sldMkLst>
        <pc:spChg chg="mod">
          <ac:chgData name="Christopher Coulombe" userId="a998e8d0-2d43-4621-ac06-202b3484f264" providerId="ADAL" clId="{AD0CB99A-2A3B-4FBA-A49D-D3A3C5B07DF6}" dt="2023-09-17T19:07:21.956" v="187" actId="20577"/>
          <ac:spMkLst>
            <pc:docMk/>
            <pc:sldMk cId="842991506" sldId="276"/>
            <ac:spMk id="5" creationId="{EB843271-A768-4AB4-92F3-46C70E5D601F}"/>
          </ac:spMkLst>
        </pc:spChg>
      </pc:sldChg>
      <pc:sldChg chg="add">
        <pc:chgData name="Christopher Coulombe" userId="a998e8d0-2d43-4621-ac06-202b3484f264" providerId="ADAL" clId="{AD0CB99A-2A3B-4FBA-A49D-D3A3C5B07DF6}" dt="2023-09-12T01:18:15.479" v="33"/>
        <pc:sldMkLst>
          <pc:docMk/>
          <pc:sldMk cId="1886529869" sldId="277"/>
        </pc:sldMkLst>
      </pc:sldChg>
      <pc:sldChg chg="add">
        <pc:chgData name="Christopher Coulombe" userId="a998e8d0-2d43-4621-ac06-202b3484f264" providerId="ADAL" clId="{AD0CB99A-2A3B-4FBA-A49D-D3A3C5B07DF6}" dt="2023-09-12T01:18:15.479" v="33"/>
        <pc:sldMkLst>
          <pc:docMk/>
          <pc:sldMk cId="4237074130" sldId="278"/>
        </pc:sldMkLst>
      </pc:sldChg>
      <pc:sldChg chg="add">
        <pc:chgData name="Christopher Coulombe" userId="a998e8d0-2d43-4621-ac06-202b3484f264" providerId="ADAL" clId="{AD0CB99A-2A3B-4FBA-A49D-D3A3C5B07DF6}" dt="2023-09-12T01:18:15.479" v="33"/>
        <pc:sldMkLst>
          <pc:docMk/>
          <pc:sldMk cId="3761378572" sldId="279"/>
        </pc:sldMkLst>
      </pc:sldChg>
      <pc:sldChg chg="add del">
        <pc:chgData name="Christopher Coulombe" userId="a998e8d0-2d43-4621-ac06-202b3484f264" providerId="ADAL" clId="{AD0CB99A-2A3B-4FBA-A49D-D3A3C5B07DF6}" dt="2023-09-12T01:12:38.494" v="15" actId="47"/>
        <pc:sldMkLst>
          <pc:docMk/>
          <pc:sldMk cId="2239944052" sldId="284"/>
        </pc:sldMkLst>
      </pc:sldChg>
      <pc:sldChg chg="add del">
        <pc:chgData name="Christopher Coulombe" userId="a998e8d0-2d43-4621-ac06-202b3484f264" providerId="ADAL" clId="{AD0CB99A-2A3B-4FBA-A49D-D3A3C5B07DF6}" dt="2023-09-12T01:18:48.924" v="40" actId="2696"/>
        <pc:sldMkLst>
          <pc:docMk/>
          <pc:sldMk cId="2425671808" sldId="284"/>
        </pc:sldMkLst>
      </pc:sldChg>
      <pc:sldChg chg="add del">
        <pc:chgData name="Christopher Coulombe" userId="a998e8d0-2d43-4621-ac06-202b3484f264" providerId="ADAL" clId="{AD0CB99A-2A3B-4FBA-A49D-D3A3C5B07DF6}" dt="2023-09-12T01:21:16.476" v="52" actId="2696"/>
        <pc:sldMkLst>
          <pc:docMk/>
          <pc:sldMk cId="1474727850" sldId="288"/>
        </pc:sldMkLst>
      </pc:sldChg>
      <pc:sldChg chg="modSp del mod">
        <pc:chgData name="Christopher Coulombe" userId="a998e8d0-2d43-4621-ac06-202b3484f264" providerId="ADAL" clId="{AD0CB99A-2A3B-4FBA-A49D-D3A3C5B07DF6}" dt="2023-09-17T19:53:58.337" v="365" actId="47"/>
        <pc:sldMkLst>
          <pc:docMk/>
          <pc:sldMk cId="2088179270" sldId="289"/>
        </pc:sldMkLst>
        <pc:spChg chg="mod">
          <ac:chgData name="Christopher Coulombe" userId="a998e8d0-2d43-4621-ac06-202b3484f264" providerId="ADAL" clId="{AD0CB99A-2A3B-4FBA-A49D-D3A3C5B07DF6}" dt="2023-09-17T18:59:45.023" v="119" actId="6549"/>
          <ac:spMkLst>
            <pc:docMk/>
            <pc:sldMk cId="2088179270" sldId="289"/>
            <ac:spMk id="6" creationId="{02587D1E-4285-4685-9FB6-1D06D5B91B0A}"/>
          </ac:spMkLst>
        </pc:spChg>
        <pc:spChg chg="mod">
          <ac:chgData name="Christopher Coulombe" userId="a998e8d0-2d43-4621-ac06-202b3484f264" providerId="ADAL" clId="{AD0CB99A-2A3B-4FBA-A49D-D3A3C5B07DF6}" dt="2023-09-17T19:31:30.382" v="340" actId="20577"/>
          <ac:spMkLst>
            <pc:docMk/>
            <pc:sldMk cId="2088179270" sldId="289"/>
            <ac:spMk id="10" creationId="{9EB41351-CF9E-4915-8252-1F34329152FF}"/>
          </ac:spMkLst>
        </pc:spChg>
      </pc:sldChg>
      <pc:sldChg chg="add del">
        <pc:chgData name="Christopher Coulombe" userId="a998e8d0-2d43-4621-ac06-202b3484f264" providerId="ADAL" clId="{AD0CB99A-2A3B-4FBA-A49D-D3A3C5B07DF6}" dt="2023-09-17T19:53:37.001" v="362"/>
        <pc:sldMkLst>
          <pc:docMk/>
          <pc:sldMk cId="2082482519" sldId="291"/>
        </pc:sldMkLst>
      </pc:sldChg>
      <pc:sldChg chg="addSp delSp modSp add del mod modClrScheme delAnim modAnim chgLayout">
        <pc:chgData name="Christopher Coulombe" userId="a998e8d0-2d43-4621-ac06-202b3484f264" providerId="ADAL" clId="{AD0CB99A-2A3B-4FBA-A49D-D3A3C5B07DF6}" dt="2023-09-17T19:54:08.898" v="368" actId="2696"/>
        <pc:sldMkLst>
          <pc:docMk/>
          <pc:sldMk cId="2115215066" sldId="291"/>
        </pc:sldMkLst>
        <pc:spChg chg="mod ord">
          <ac:chgData name="Christopher Coulombe" userId="a998e8d0-2d43-4621-ac06-202b3484f264" providerId="ADAL" clId="{AD0CB99A-2A3B-4FBA-A49D-D3A3C5B07DF6}" dt="2023-09-17T19:10:48.260" v="210" actId="700"/>
          <ac:spMkLst>
            <pc:docMk/>
            <pc:sldMk cId="2115215066" sldId="291"/>
            <ac:spMk id="2" creationId="{82084410-8BE2-4F3C-8615-BE2535801756}"/>
          </ac:spMkLst>
        </pc:spChg>
        <pc:spChg chg="add del mod">
          <ac:chgData name="Christopher Coulombe" userId="a998e8d0-2d43-4621-ac06-202b3484f264" providerId="ADAL" clId="{AD0CB99A-2A3B-4FBA-A49D-D3A3C5B07DF6}" dt="2023-09-17T19:10:53.814" v="215" actId="478"/>
          <ac:spMkLst>
            <pc:docMk/>
            <pc:sldMk cId="2115215066" sldId="291"/>
            <ac:spMk id="6" creationId="{DCEEC635-F3F5-16A2-5D79-ED9365E966FD}"/>
          </ac:spMkLst>
        </pc:spChg>
        <pc:spChg chg="mod ord">
          <ac:chgData name="Christopher Coulombe" userId="a998e8d0-2d43-4621-ac06-202b3484f264" providerId="ADAL" clId="{AD0CB99A-2A3B-4FBA-A49D-D3A3C5B07DF6}" dt="2023-09-17T19:10:48.260" v="210" actId="700"/>
          <ac:spMkLst>
            <pc:docMk/>
            <pc:sldMk cId="2115215066" sldId="291"/>
            <ac:spMk id="16" creationId="{929C3FCD-9C8A-4A39-B93E-927AF453BE19}"/>
          </ac:spMkLst>
        </pc:spChg>
        <pc:picChg chg="add del mod">
          <ac:chgData name="Christopher Coulombe" userId="a998e8d0-2d43-4621-ac06-202b3484f264" providerId="ADAL" clId="{AD0CB99A-2A3B-4FBA-A49D-D3A3C5B07DF6}" dt="2023-09-17T19:10:49.755" v="212"/>
          <ac:picMkLst>
            <pc:docMk/>
            <pc:sldMk cId="2115215066" sldId="291"/>
            <ac:picMk id="3" creationId="{C5BB0FE9-4011-C78F-011C-092C66CF772B}"/>
          </ac:picMkLst>
        </pc:picChg>
        <pc:picChg chg="mod ord">
          <ac:chgData name="Christopher Coulombe" userId="a998e8d0-2d43-4621-ac06-202b3484f264" providerId="ADAL" clId="{AD0CB99A-2A3B-4FBA-A49D-D3A3C5B07DF6}" dt="2023-09-17T19:10:48.260" v="210" actId="700"/>
          <ac:picMkLst>
            <pc:docMk/>
            <pc:sldMk cId="2115215066" sldId="291"/>
            <ac:picMk id="5" creationId="{D3CE721F-5A63-4238-B065-FD6C00A2DFA8}"/>
          </ac:picMkLst>
        </pc:picChg>
        <pc:picChg chg="del mod ord">
          <ac:chgData name="Christopher Coulombe" userId="a998e8d0-2d43-4621-ac06-202b3484f264" providerId="ADAL" clId="{AD0CB99A-2A3B-4FBA-A49D-D3A3C5B07DF6}" dt="2023-09-17T19:10:50.576" v="213" actId="478"/>
          <ac:picMkLst>
            <pc:docMk/>
            <pc:sldMk cId="2115215066" sldId="291"/>
            <ac:picMk id="7" creationId="{3FBC3AC9-960C-7DFB-D84B-EC60D1349563}"/>
          </ac:picMkLst>
        </pc:picChg>
        <pc:picChg chg="add mod">
          <ac:chgData name="Christopher Coulombe" userId="a998e8d0-2d43-4621-ac06-202b3484f264" providerId="ADAL" clId="{AD0CB99A-2A3B-4FBA-A49D-D3A3C5B07DF6}" dt="2023-09-17T19:10:50.893" v="214"/>
          <ac:picMkLst>
            <pc:docMk/>
            <pc:sldMk cId="2115215066" sldId="291"/>
            <ac:picMk id="8" creationId="{92F5D714-E063-6B34-3CC4-E17967AB34B8}"/>
          </ac:picMkLst>
        </pc:picChg>
      </pc:sldChg>
      <pc:sldChg chg="add">
        <pc:chgData name="Christopher Coulombe" userId="a998e8d0-2d43-4621-ac06-202b3484f264" providerId="ADAL" clId="{AD0CB99A-2A3B-4FBA-A49D-D3A3C5B07DF6}" dt="2023-09-17T19:54:10.334" v="369"/>
        <pc:sldMkLst>
          <pc:docMk/>
          <pc:sldMk cId="3885894593" sldId="291"/>
        </pc:sldMkLst>
      </pc:sldChg>
      <pc:sldChg chg="add">
        <pc:chgData name="Christopher Coulombe" userId="a998e8d0-2d43-4621-ac06-202b3484f264" providerId="ADAL" clId="{AD0CB99A-2A3B-4FBA-A49D-D3A3C5B07DF6}" dt="2023-09-17T19:54:10.334" v="369"/>
        <pc:sldMkLst>
          <pc:docMk/>
          <pc:sldMk cId="64848242" sldId="292"/>
        </pc:sldMkLst>
      </pc:sldChg>
      <pc:sldChg chg="add del">
        <pc:chgData name="Christopher Coulombe" userId="a998e8d0-2d43-4621-ac06-202b3484f264" providerId="ADAL" clId="{AD0CB99A-2A3B-4FBA-A49D-D3A3C5B07DF6}" dt="2023-09-17T19:53:37.001" v="362"/>
        <pc:sldMkLst>
          <pc:docMk/>
          <pc:sldMk cId="1691172700" sldId="292"/>
        </pc:sldMkLst>
      </pc:sldChg>
      <pc:sldChg chg="addSp delSp modSp add del mod modClrScheme delAnim modAnim chgLayout">
        <pc:chgData name="Christopher Coulombe" userId="a998e8d0-2d43-4621-ac06-202b3484f264" providerId="ADAL" clId="{AD0CB99A-2A3B-4FBA-A49D-D3A3C5B07DF6}" dt="2023-09-17T19:54:08.898" v="368" actId="2696"/>
        <pc:sldMkLst>
          <pc:docMk/>
          <pc:sldMk cId="3820390089" sldId="292"/>
        </pc:sldMkLst>
        <pc:spChg chg="mod ord">
          <ac:chgData name="Christopher Coulombe" userId="a998e8d0-2d43-4621-ac06-202b3484f264" providerId="ADAL" clId="{AD0CB99A-2A3B-4FBA-A49D-D3A3C5B07DF6}" dt="2023-09-17T19:10:59.765" v="216" actId="700"/>
          <ac:spMkLst>
            <pc:docMk/>
            <pc:sldMk cId="3820390089" sldId="292"/>
            <ac:spMk id="2" creationId="{82084410-8BE2-4F3C-8615-BE2535801756}"/>
          </ac:spMkLst>
        </pc:spChg>
        <pc:spChg chg="add del mod">
          <ac:chgData name="Christopher Coulombe" userId="a998e8d0-2d43-4621-ac06-202b3484f264" providerId="ADAL" clId="{AD0CB99A-2A3B-4FBA-A49D-D3A3C5B07DF6}" dt="2023-09-17T19:11:05.730" v="220" actId="478"/>
          <ac:spMkLst>
            <pc:docMk/>
            <pc:sldMk cId="3820390089" sldId="292"/>
            <ac:spMk id="4" creationId="{8A7AEB38-F345-1BBD-63FA-A42DAAC1A760}"/>
          </ac:spMkLst>
        </pc:spChg>
        <pc:spChg chg="mod ord">
          <ac:chgData name="Christopher Coulombe" userId="a998e8d0-2d43-4621-ac06-202b3484f264" providerId="ADAL" clId="{AD0CB99A-2A3B-4FBA-A49D-D3A3C5B07DF6}" dt="2023-09-17T19:10:59.765" v="216" actId="700"/>
          <ac:spMkLst>
            <pc:docMk/>
            <pc:sldMk cId="3820390089" sldId="292"/>
            <ac:spMk id="16" creationId="{929C3FCD-9C8A-4A39-B93E-927AF453BE19}"/>
          </ac:spMkLst>
        </pc:spChg>
        <pc:picChg chg="add del mod">
          <ac:chgData name="Christopher Coulombe" userId="a998e8d0-2d43-4621-ac06-202b3484f264" providerId="ADAL" clId="{AD0CB99A-2A3B-4FBA-A49D-D3A3C5B07DF6}" dt="2023-09-17T19:11:04.140" v="219"/>
          <ac:picMkLst>
            <pc:docMk/>
            <pc:sldMk cId="3820390089" sldId="292"/>
            <ac:picMk id="5" creationId="{C5A870CD-A91D-DCF8-9673-E59807A8D267}"/>
          </ac:picMkLst>
        </pc:picChg>
        <pc:picChg chg="del mod ord">
          <ac:chgData name="Christopher Coulombe" userId="a998e8d0-2d43-4621-ac06-202b3484f264" providerId="ADAL" clId="{AD0CB99A-2A3B-4FBA-A49D-D3A3C5B07DF6}" dt="2023-09-17T19:11:00.835" v="217" actId="478"/>
          <ac:picMkLst>
            <pc:docMk/>
            <pc:sldMk cId="3820390089" sldId="292"/>
            <ac:picMk id="6" creationId="{3BE77BC9-EDA3-0F0A-AA1D-9299A8C74C10}"/>
          </ac:picMkLst>
        </pc:picChg>
        <pc:picChg chg="mod ord">
          <ac:chgData name="Christopher Coulombe" userId="a998e8d0-2d43-4621-ac06-202b3484f264" providerId="ADAL" clId="{AD0CB99A-2A3B-4FBA-A49D-D3A3C5B07DF6}" dt="2023-09-17T19:10:59.765" v="216" actId="700"/>
          <ac:picMkLst>
            <pc:docMk/>
            <pc:sldMk cId="3820390089" sldId="292"/>
            <ac:picMk id="7" creationId="{E9924B5B-A721-4E4C-8C7C-69F72B272B11}"/>
          </ac:picMkLst>
        </pc:picChg>
        <pc:picChg chg="add mod">
          <ac:chgData name="Christopher Coulombe" userId="a998e8d0-2d43-4621-ac06-202b3484f264" providerId="ADAL" clId="{AD0CB99A-2A3B-4FBA-A49D-D3A3C5B07DF6}" dt="2023-09-17T19:11:06.056" v="221"/>
          <ac:picMkLst>
            <pc:docMk/>
            <pc:sldMk cId="3820390089" sldId="292"/>
            <ac:picMk id="8" creationId="{730601CA-6C8E-5515-2BBD-332717FE0C28}"/>
          </ac:picMkLst>
        </pc:picChg>
      </pc:sldChg>
      <pc:sldChg chg="add del">
        <pc:chgData name="Christopher Coulombe" userId="a998e8d0-2d43-4621-ac06-202b3484f264" providerId="ADAL" clId="{AD0CB99A-2A3B-4FBA-A49D-D3A3C5B07DF6}" dt="2023-09-12T01:12:38.494" v="15" actId="47"/>
        <pc:sldMkLst>
          <pc:docMk/>
          <pc:sldMk cId="4021945447" sldId="293"/>
        </pc:sldMkLst>
      </pc:sldChg>
      <pc:sldChg chg="add del">
        <pc:chgData name="Christopher Coulombe" userId="a998e8d0-2d43-4621-ac06-202b3484f264" providerId="ADAL" clId="{AD0CB99A-2A3B-4FBA-A49D-D3A3C5B07DF6}" dt="2023-09-12T01:12:38.494" v="15" actId="47"/>
        <pc:sldMkLst>
          <pc:docMk/>
          <pc:sldMk cId="1073388253" sldId="296"/>
        </pc:sldMkLst>
      </pc:sldChg>
      <pc:sldChg chg="add del">
        <pc:chgData name="Christopher Coulombe" userId="a998e8d0-2d43-4621-ac06-202b3484f264" providerId="ADAL" clId="{AD0CB99A-2A3B-4FBA-A49D-D3A3C5B07DF6}" dt="2023-09-12T01:18:48.924" v="40" actId="2696"/>
        <pc:sldMkLst>
          <pc:docMk/>
          <pc:sldMk cId="178198611" sldId="297"/>
        </pc:sldMkLst>
      </pc:sldChg>
      <pc:sldChg chg="add del">
        <pc:chgData name="Christopher Coulombe" userId="a998e8d0-2d43-4621-ac06-202b3484f264" providerId="ADAL" clId="{AD0CB99A-2A3B-4FBA-A49D-D3A3C5B07DF6}" dt="2023-09-12T01:18:48.924" v="40" actId="2696"/>
        <pc:sldMkLst>
          <pc:docMk/>
          <pc:sldMk cId="2284316722" sldId="298"/>
        </pc:sldMkLst>
      </pc:sldChg>
      <pc:sldChg chg="add del">
        <pc:chgData name="Christopher Coulombe" userId="a998e8d0-2d43-4621-ac06-202b3484f264" providerId="ADAL" clId="{AD0CB99A-2A3B-4FBA-A49D-D3A3C5B07DF6}" dt="2023-09-12T01:12:52.019" v="22" actId="47"/>
        <pc:sldMkLst>
          <pc:docMk/>
          <pc:sldMk cId="235214334" sldId="300"/>
        </pc:sldMkLst>
      </pc:sldChg>
      <pc:sldChg chg="add del">
        <pc:chgData name="Christopher Coulombe" userId="a998e8d0-2d43-4621-ac06-202b3484f264" providerId="ADAL" clId="{AD0CB99A-2A3B-4FBA-A49D-D3A3C5B07DF6}" dt="2023-09-12T01:12:49.225" v="21" actId="47"/>
        <pc:sldMkLst>
          <pc:docMk/>
          <pc:sldMk cId="1336557955" sldId="301"/>
        </pc:sldMkLst>
      </pc:sldChg>
      <pc:sldChg chg="add del">
        <pc:chgData name="Christopher Coulombe" userId="a998e8d0-2d43-4621-ac06-202b3484f264" providerId="ADAL" clId="{AD0CB99A-2A3B-4FBA-A49D-D3A3C5B07DF6}" dt="2023-09-12T01:18:48.924" v="40" actId="2696"/>
        <pc:sldMkLst>
          <pc:docMk/>
          <pc:sldMk cId="1064017932" sldId="302"/>
        </pc:sldMkLst>
      </pc:sldChg>
      <pc:sldChg chg="addSp modSp mod">
        <pc:chgData name="Christopher Coulombe" userId="a998e8d0-2d43-4621-ac06-202b3484f264" providerId="ADAL" clId="{AD0CB99A-2A3B-4FBA-A49D-D3A3C5B07DF6}" dt="2023-09-17T20:09:35.029" v="436" actId="1076"/>
        <pc:sldMkLst>
          <pc:docMk/>
          <pc:sldMk cId="1638555495" sldId="303"/>
        </pc:sldMkLst>
        <pc:spChg chg="add mod">
          <ac:chgData name="Christopher Coulombe" userId="a998e8d0-2d43-4621-ac06-202b3484f264" providerId="ADAL" clId="{AD0CB99A-2A3B-4FBA-A49D-D3A3C5B07DF6}" dt="2023-09-17T20:07:06.159" v="386"/>
          <ac:spMkLst>
            <pc:docMk/>
            <pc:sldMk cId="1638555495" sldId="303"/>
            <ac:spMk id="3" creationId="{C0BE7EAE-6B5A-1BA7-D44B-AC76521160A9}"/>
          </ac:spMkLst>
        </pc:spChg>
        <pc:spChg chg="add mod">
          <ac:chgData name="Christopher Coulombe" userId="a998e8d0-2d43-4621-ac06-202b3484f264" providerId="ADAL" clId="{AD0CB99A-2A3B-4FBA-A49D-D3A3C5B07DF6}" dt="2023-09-17T19:12:21.887" v="243"/>
          <ac:spMkLst>
            <pc:docMk/>
            <pc:sldMk cId="1638555495" sldId="303"/>
            <ac:spMk id="3" creationId="{F20BE438-4478-9852-6D6A-E67932A8D1B3}"/>
          </ac:spMkLst>
        </pc:spChg>
        <pc:spChg chg="mod">
          <ac:chgData name="Christopher Coulombe" userId="a998e8d0-2d43-4621-ac06-202b3484f264" providerId="ADAL" clId="{AD0CB99A-2A3B-4FBA-A49D-D3A3C5B07DF6}" dt="2023-09-17T20:09:35.029" v="436" actId="1076"/>
          <ac:spMkLst>
            <pc:docMk/>
            <pc:sldMk cId="1638555495" sldId="303"/>
            <ac:spMk id="6" creationId="{EB1677F1-0331-4992-9DEA-02D602B01970}"/>
          </ac:spMkLst>
        </pc:spChg>
        <pc:spChg chg="add mod">
          <ac:chgData name="Christopher Coulombe" userId="a998e8d0-2d43-4621-ac06-202b3484f264" providerId="ADAL" clId="{AD0CB99A-2A3B-4FBA-A49D-D3A3C5B07DF6}" dt="2023-09-17T19:12:43.591" v="247"/>
          <ac:spMkLst>
            <pc:docMk/>
            <pc:sldMk cId="1638555495" sldId="303"/>
            <ac:spMk id="7" creationId="{E68DF6B7-0B54-EAC2-EE9D-C310D80ACA93}"/>
          </ac:spMkLst>
        </pc:spChg>
        <pc:graphicFrameChg chg="mod">
          <ac:chgData name="Christopher Coulombe" userId="a998e8d0-2d43-4621-ac06-202b3484f264" providerId="ADAL" clId="{AD0CB99A-2A3B-4FBA-A49D-D3A3C5B07DF6}" dt="2023-09-17T20:08:57.691" v="435" actId="20577"/>
          <ac:graphicFrameMkLst>
            <pc:docMk/>
            <pc:sldMk cId="1638555495" sldId="303"/>
            <ac:graphicFrameMk id="5" creationId="{722F24D7-6EC7-4EB3-9B1E-A70E422E58CA}"/>
          </ac:graphicFrameMkLst>
        </pc:graphicFrameChg>
      </pc:sldChg>
      <pc:sldChg chg="add del">
        <pc:chgData name="Christopher Coulombe" userId="a998e8d0-2d43-4621-ac06-202b3484f264" providerId="ADAL" clId="{AD0CB99A-2A3B-4FBA-A49D-D3A3C5B07DF6}" dt="2023-09-12T01:21:16.476" v="52" actId="2696"/>
        <pc:sldMkLst>
          <pc:docMk/>
          <pc:sldMk cId="2165126463" sldId="305"/>
        </pc:sldMkLst>
      </pc:sldChg>
      <pc:sldChg chg="add del ord">
        <pc:chgData name="Christopher Coulombe" userId="a998e8d0-2d43-4621-ac06-202b3484f264" providerId="ADAL" clId="{AD0CB99A-2A3B-4FBA-A49D-D3A3C5B07DF6}" dt="2023-09-12T01:12:38.494" v="15" actId="47"/>
        <pc:sldMkLst>
          <pc:docMk/>
          <pc:sldMk cId="4246239074" sldId="306"/>
        </pc:sldMkLst>
      </pc:sldChg>
      <pc:sldChg chg="del">
        <pc:chgData name="Christopher Coulombe" userId="a998e8d0-2d43-4621-ac06-202b3484f264" providerId="ADAL" clId="{AD0CB99A-2A3B-4FBA-A49D-D3A3C5B07DF6}" dt="2023-09-17T19:53:58.337" v="365" actId="47"/>
        <pc:sldMkLst>
          <pc:docMk/>
          <pc:sldMk cId="3166650356" sldId="307"/>
        </pc:sldMkLst>
      </pc:sldChg>
      <pc:sldChg chg="add del">
        <pc:chgData name="Christopher Coulombe" userId="a998e8d0-2d43-4621-ac06-202b3484f264" providerId="ADAL" clId="{AD0CB99A-2A3B-4FBA-A49D-D3A3C5B07DF6}" dt="2023-09-12T01:12:38.494" v="15" actId="47"/>
        <pc:sldMkLst>
          <pc:docMk/>
          <pc:sldMk cId="3992565309" sldId="308"/>
        </pc:sldMkLst>
      </pc:sldChg>
      <pc:sldChg chg="add del">
        <pc:chgData name="Christopher Coulombe" userId="a998e8d0-2d43-4621-ac06-202b3484f264" providerId="ADAL" clId="{AD0CB99A-2A3B-4FBA-A49D-D3A3C5B07DF6}" dt="2023-09-12T01:12:38.494" v="15" actId="47"/>
        <pc:sldMkLst>
          <pc:docMk/>
          <pc:sldMk cId="3488364706" sldId="309"/>
        </pc:sldMkLst>
      </pc:sldChg>
      <pc:sldChg chg="modSp add del mod modClrScheme chgLayout">
        <pc:chgData name="Christopher Coulombe" userId="a998e8d0-2d43-4621-ac06-202b3484f264" providerId="ADAL" clId="{AD0CB99A-2A3B-4FBA-A49D-D3A3C5B07DF6}" dt="2023-09-17T19:53:58.337" v="365" actId="47"/>
        <pc:sldMkLst>
          <pc:docMk/>
          <pc:sldMk cId="567384151" sldId="310"/>
        </pc:sldMkLst>
        <pc:spChg chg="mod ord">
          <ac:chgData name="Christopher Coulombe" userId="a998e8d0-2d43-4621-ac06-202b3484f264" providerId="ADAL" clId="{AD0CB99A-2A3B-4FBA-A49D-D3A3C5B07DF6}" dt="2023-09-12T01:19:55.397" v="45" actId="700"/>
          <ac:spMkLst>
            <pc:docMk/>
            <pc:sldMk cId="567384151" sldId="310"/>
            <ac:spMk id="4" creationId="{6E29412E-0426-4660-9476-69A7B4D6012B}"/>
          </ac:spMkLst>
        </pc:spChg>
        <pc:spChg chg="mod ord">
          <ac:chgData name="Christopher Coulombe" userId="a998e8d0-2d43-4621-ac06-202b3484f264" providerId="ADAL" clId="{AD0CB99A-2A3B-4FBA-A49D-D3A3C5B07DF6}" dt="2023-09-12T01:19:55.397" v="45" actId="700"/>
          <ac:spMkLst>
            <pc:docMk/>
            <pc:sldMk cId="567384151" sldId="310"/>
            <ac:spMk id="5" creationId="{BD799286-E914-457A-B5CD-41ABF872FE63}"/>
          </ac:spMkLst>
        </pc:spChg>
        <pc:spChg chg="mod">
          <ac:chgData name="Christopher Coulombe" userId="a998e8d0-2d43-4621-ac06-202b3484f264" providerId="ADAL" clId="{AD0CB99A-2A3B-4FBA-A49D-D3A3C5B07DF6}" dt="2023-09-17T19:31:48.779" v="344" actId="20577"/>
          <ac:spMkLst>
            <pc:docMk/>
            <pc:sldMk cId="567384151" sldId="310"/>
            <ac:spMk id="10" creationId="{9EB41351-CF9E-4915-8252-1F34329152FF}"/>
          </ac:spMkLst>
        </pc:spChg>
        <pc:picChg chg="mod ord">
          <ac:chgData name="Christopher Coulombe" userId="a998e8d0-2d43-4621-ac06-202b3484f264" providerId="ADAL" clId="{AD0CB99A-2A3B-4FBA-A49D-D3A3C5B07DF6}" dt="2023-09-12T01:19:55.397" v="45" actId="700"/>
          <ac:picMkLst>
            <pc:docMk/>
            <pc:sldMk cId="567384151" sldId="310"/>
            <ac:picMk id="9" creationId="{AE541228-76E6-3F1B-346B-2DEF1B647E90}"/>
          </ac:picMkLst>
        </pc:picChg>
      </pc:sldChg>
      <pc:sldChg chg="add del">
        <pc:chgData name="Christopher Coulombe" userId="a998e8d0-2d43-4621-ac06-202b3484f264" providerId="ADAL" clId="{AD0CB99A-2A3B-4FBA-A49D-D3A3C5B07DF6}" dt="2023-09-12T01:12:38.494" v="15" actId="47"/>
        <pc:sldMkLst>
          <pc:docMk/>
          <pc:sldMk cId="1477450016" sldId="310"/>
        </pc:sldMkLst>
      </pc:sldChg>
      <pc:sldChg chg="add del">
        <pc:chgData name="Christopher Coulombe" userId="a998e8d0-2d43-4621-ac06-202b3484f264" providerId="ADAL" clId="{AD0CB99A-2A3B-4FBA-A49D-D3A3C5B07DF6}" dt="2023-09-12T01:07:59.384" v="7"/>
        <pc:sldMkLst>
          <pc:docMk/>
          <pc:sldMk cId="1173690012" sldId="311"/>
        </pc:sldMkLst>
      </pc:sldChg>
      <pc:sldChg chg="modSp add del mod ord">
        <pc:chgData name="Christopher Coulombe" userId="a998e8d0-2d43-4621-ac06-202b3484f264" providerId="ADAL" clId="{AD0CB99A-2A3B-4FBA-A49D-D3A3C5B07DF6}" dt="2023-09-12T01:21:16.476" v="52" actId="2696"/>
        <pc:sldMkLst>
          <pc:docMk/>
          <pc:sldMk cId="4024408029" sldId="311"/>
        </pc:sldMkLst>
        <pc:spChg chg="mod">
          <ac:chgData name="Christopher Coulombe" userId="a998e8d0-2d43-4621-ac06-202b3484f264" providerId="ADAL" clId="{AD0CB99A-2A3B-4FBA-A49D-D3A3C5B07DF6}" dt="2023-09-12T01:13:08.242" v="26" actId="20577"/>
          <ac:spMkLst>
            <pc:docMk/>
            <pc:sldMk cId="4024408029" sldId="311"/>
            <ac:spMk id="4" creationId="{95943749-239C-43CB-AF93-4954CABE46C2}"/>
          </ac:spMkLst>
        </pc:spChg>
      </pc:sldChg>
      <pc:sldChg chg="modSp add mod">
        <pc:chgData name="Christopher Coulombe" userId="a998e8d0-2d43-4621-ac06-202b3484f264" providerId="ADAL" clId="{AD0CB99A-2A3B-4FBA-A49D-D3A3C5B07DF6}" dt="2023-09-12T01:18:31.951" v="39" actId="20577"/>
        <pc:sldMkLst>
          <pc:docMk/>
          <pc:sldMk cId="2766138855" sldId="312"/>
        </pc:sldMkLst>
        <pc:spChg chg="mod">
          <ac:chgData name="Christopher Coulombe" userId="a998e8d0-2d43-4621-ac06-202b3484f264" providerId="ADAL" clId="{AD0CB99A-2A3B-4FBA-A49D-D3A3C5B07DF6}" dt="2023-09-12T01:18:31.951" v="39" actId="20577"/>
          <ac:spMkLst>
            <pc:docMk/>
            <pc:sldMk cId="2766138855" sldId="312"/>
            <ac:spMk id="5" creationId="{EB843271-A768-4AB4-92F3-46C70E5D601F}"/>
          </ac:spMkLst>
        </pc:spChg>
      </pc:sldChg>
      <pc:sldChg chg="modSp add del mod">
        <pc:chgData name="Christopher Coulombe" userId="a998e8d0-2d43-4621-ac06-202b3484f264" providerId="ADAL" clId="{AD0CB99A-2A3B-4FBA-A49D-D3A3C5B07DF6}" dt="2023-09-17T19:53:58.337" v="365" actId="47"/>
        <pc:sldMkLst>
          <pc:docMk/>
          <pc:sldMk cId="3545193950" sldId="313"/>
        </pc:sldMkLst>
        <pc:spChg chg="mod">
          <ac:chgData name="Christopher Coulombe" userId="a998e8d0-2d43-4621-ac06-202b3484f264" providerId="ADAL" clId="{AD0CB99A-2A3B-4FBA-A49D-D3A3C5B07DF6}" dt="2023-09-17T19:07:27.500" v="189" actId="20577"/>
          <ac:spMkLst>
            <pc:docMk/>
            <pc:sldMk cId="3545193950" sldId="313"/>
            <ac:spMk id="5" creationId="{EB843271-A768-4AB4-92F3-46C70E5D601F}"/>
          </ac:spMkLst>
        </pc:spChg>
      </pc:sldChg>
      <pc:sldChg chg="modSp add del mod">
        <pc:chgData name="Christopher Coulombe" userId="a998e8d0-2d43-4621-ac06-202b3484f264" providerId="ADAL" clId="{AD0CB99A-2A3B-4FBA-A49D-D3A3C5B07DF6}" dt="2023-09-17T19:53:58.337" v="365" actId="47"/>
        <pc:sldMkLst>
          <pc:docMk/>
          <pc:sldMk cId="2691508871" sldId="314"/>
        </pc:sldMkLst>
        <pc:picChg chg="mod">
          <ac:chgData name="Christopher Coulombe" userId="a998e8d0-2d43-4621-ac06-202b3484f264" providerId="ADAL" clId="{AD0CB99A-2A3B-4FBA-A49D-D3A3C5B07DF6}" dt="2023-09-17T19:35:23.771" v="346" actId="1035"/>
          <ac:picMkLst>
            <pc:docMk/>
            <pc:sldMk cId="2691508871" sldId="314"/>
            <ac:picMk id="2" creationId="{0A3558F0-3FA3-E74B-1DAD-4B9809905ED8}"/>
          </ac:picMkLst>
        </pc:picChg>
      </pc:sldChg>
      <pc:sldChg chg="modSp add del mod">
        <pc:chgData name="Christopher Coulombe" userId="a998e8d0-2d43-4621-ac06-202b3484f264" providerId="ADAL" clId="{AD0CB99A-2A3B-4FBA-A49D-D3A3C5B07DF6}" dt="2023-09-17T19:53:58.337" v="365" actId="47"/>
        <pc:sldMkLst>
          <pc:docMk/>
          <pc:sldMk cId="3362977764" sldId="315"/>
        </pc:sldMkLst>
        <pc:spChg chg="mod">
          <ac:chgData name="Christopher Coulombe" userId="a998e8d0-2d43-4621-ac06-202b3484f264" providerId="ADAL" clId="{AD0CB99A-2A3B-4FBA-A49D-D3A3C5B07DF6}" dt="2023-09-17T19:52:58.977" v="359" actId="20577"/>
          <ac:spMkLst>
            <pc:docMk/>
            <pc:sldMk cId="3362977764" sldId="315"/>
            <ac:spMk id="9" creationId="{5F4DA6B9-3C51-2CEE-C988-762DF45DAA41}"/>
          </ac:spMkLst>
        </pc:spChg>
      </pc:sldChg>
      <pc:sldChg chg="add">
        <pc:chgData name="Christopher Coulombe" userId="a998e8d0-2d43-4621-ac06-202b3484f264" providerId="ADAL" clId="{AD0CB99A-2A3B-4FBA-A49D-D3A3C5B07DF6}" dt="2023-09-17T19:54:10.334" v="369"/>
        <pc:sldMkLst>
          <pc:docMk/>
          <pc:sldMk cId="934930593" sldId="316"/>
        </pc:sldMkLst>
      </pc:sldChg>
      <pc:sldChg chg="add del">
        <pc:chgData name="Christopher Coulombe" userId="a998e8d0-2d43-4621-ac06-202b3484f264" providerId="ADAL" clId="{AD0CB99A-2A3B-4FBA-A49D-D3A3C5B07DF6}" dt="2023-09-17T19:53:37.001" v="362"/>
        <pc:sldMkLst>
          <pc:docMk/>
          <pc:sldMk cId="1401465634" sldId="316"/>
        </pc:sldMkLst>
      </pc:sldChg>
      <pc:sldChg chg="modSp add del mod">
        <pc:chgData name="Christopher Coulombe" userId="a998e8d0-2d43-4621-ac06-202b3484f264" providerId="ADAL" clId="{AD0CB99A-2A3B-4FBA-A49D-D3A3C5B07DF6}" dt="2023-09-17T19:05:53.229" v="149" actId="47"/>
        <pc:sldMkLst>
          <pc:docMk/>
          <pc:sldMk cId="1940924364" sldId="316"/>
        </pc:sldMkLst>
        <pc:spChg chg="mod">
          <ac:chgData name="Christopher Coulombe" userId="a998e8d0-2d43-4621-ac06-202b3484f264" providerId="ADAL" clId="{AD0CB99A-2A3B-4FBA-A49D-D3A3C5B07DF6}" dt="2023-09-17T19:00:37.618" v="148" actId="20577"/>
          <ac:spMkLst>
            <pc:docMk/>
            <pc:sldMk cId="1940924364" sldId="316"/>
            <ac:spMk id="5" creationId="{BD799286-E914-457A-B5CD-41ABF872FE63}"/>
          </ac:spMkLst>
        </pc:spChg>
      </pc:sldChg>
      <pc:sldChg chg="addSp delSp modSp add del mod modClrScheme delAnim modAnim chgLayout">
        <pc:chgData name="Christopher Coulombe" userId="a998e8d0-2d43-4621-ac06-202b3484f264" providerId="ADAL" clId="{AD0CB99A-2A3B-4FBA-A49D-D3A3C5B07DF6}" dt="2023-09-17T19:54:08.898" v="368" actId="2696"/>
        <pc:sldMkLst>
          <pc:docMk/>
          <pc:sldMk cId="4021945447" sldId="316"/>
        </pc:sldMkLst>
        <pc:spChg chg="mod ord">
          <ac:chgData name="Christopher Coulombe" userId="a998e8d0-2d43-4621-ac06-202b3484f264" providerId="ADAL" clId="{AD0CB99A-2A3B-4FBA-A49D-D3A3C5B07DF6}" dt="2023-09-17T19:11:13.978" v="222" actId="700"/>
          <ac:spMkLst>
            <pc:docMk/>
            <pc:sldMk cId="4021945447" sldId="316"/>
            <ac:spMk id="2" creationId="{82084410-8BE2-4F3C-8615-BE2535801756}"/>
          </ac:spMkLst>
        </pc:spChg>
        <pc:spChg chg="add del mod">
          <ac:chgData name="Christopher Coulombe" userId="a998e8d0-2d43-4621-ac06-202b3484f264" providerId="ADAL" clId="{AD0CB99A-2A3B-4FBA-A49D-D3A3C5B07DF6}" dt="2023-09-17T19:11:20.811" v="224" actId="478"/>
          <ac:spMkLst>
            <pc:docMk/>
            <pc:sldMk cId="4021945447" sldId="316"/>
            <ac:spMk id="4" creationId="{9D9E2400-44C8-1829-BE85-78BC4B2A59E2}"/>
          </ac:spMkLst>
        </pc:spChg>
        <pc:spChg chg="mod">
          <ac:chgData name="Christopher Coulombe" userId="a998e8d0-2d43-4621-ac06-202b3484f264" providerId="ADAL" clId="{AD0CB99A-2A3B-4FBA-A49D-D3A3C5B07DF6}" dt="2023-09-17T19:35:38.959" v="348" actId="20577"/>
          <ac:spMkLst>
            <pc:docMk/>
            <pc:sldMk cId="4021945447" sldId="316"/>
            <ac:spMk id="9" creationId="{06987E8E-F831-4FF3-AC89-0510DACDC92F}"/>
          </ac:spMkLst>
        </pc:spChg>
        <pc:spChg chg="mod ord">
          <ac:chgData name="Christopher Coulombe" userId="a998e8d0-2d43-4621-ac06-202b3484f264" providerId="ADAL" clId="{AD0CB99A-2A3B-4FBA-A49D-D3A3C5B07DF6}" dt="2023-09-17T19:11:13.978" v="222" actId="700"/>
          <ac:spMkLst>
            <pc:docMk/>
            <pc:sldMk cId="4021945447" sldId="316"/>
            <ac:spMk id="16" creationId="{929C3FCD-9C8A-4A39-B93E-927AF453BE19}"/>
          </ac:spMkLst>
        </pc:spChg>
        <pc:picChg chg="mod ord">
          <ac:chgData name="Christopher Coulombe" userId="a998e8d0-2d43-4621-ac06-202b3484f264" providerId="ADAL" clId="{AD0CB99A-2A3B-4FBA-A49D-D3A3C5B07DF6}" dt="2023-09-17T19:11:13.978" v="222" actId="700"/>
          <ac:picMkLst>
            <pc:docMk/>
            <pc:sldMk cId="4021945447" sldId="316"/>
            <ac:picMk id="5" creationId="{8A401C21-2EA4-4738-815B-FF3D358222E5}"/>
          </ac:picMkLst>
        </pc:picChg>
        <pc:picChg chg="add mod">
          <ac:chgData name="Christopher Coulombe" userId="a998e8d0-2d43-4621-ac06-202b3484f264" providerId="ADAL" clId="{AD0CB99A-2A3B-4FBA-A49D-D3A3C5B07DF6}" dt="2023-09-17T19:11:21.132" v="225"/>
          <ac:picMkLst>
            <pc:docMk/>
            <pc:sldMk cId="4021945447" sldId="316"/>
            <ac:picMk id="6" creationId="{018302E5-F0D4-D4D2-EF1D-BEF7177AAD31}"/>
          </ac:picMkLst>
        </pc:picChg>
        <pc:picChg chg="del mod ord">
          <ac:chgData name="Christopher Coulombe" userId="a998e8d0-2d43-4621-ac06-202b3484f264" providerId="ADAL" clId="{AD0CB99A-2A3B-4FBA-A49D-D3A3C5B07DF6}" dt="2023-09-17T19:11:14.842" v="223" actId="478"/>
          <ac:picMkLst>
            <pc:docMk/>
            <pc:sldMk cId="4021945447" sldId="316"/>
            <ac:picMk id="7" creationId="{3E841B69-2A6A-02D2-5B71-CB3D32FC52C5}"/>
          </ac:picMkLst>
        </pc:picChg>
      </pc:sldChg>
      <pc:sldChg chg="add">
        <pc:chgData name="Christopher Coulombe" userId="a998e8d0-2d43-4621-ac06-202b3484f264" providerId="ADAL" clId="{AD0CB99A-2A3B-4FBA-A49D-D3A3C5B07DF6}" dt="2023-09-17T19:54:10.334" v="369"/>
        <pc:sldMkLst>
          <pc:docMk/>
          <pc:sldMk cId="462223093" sldId="317"/>
        </pc:sldMkLst>
      </pc:sldChg>
      <pc:sldChg chg="add del">
        <pc:chgData name="Christopher Coulombe" userId="a998e8d0-2d43-4621-ac06-202b3484f264" providerId="ADAL" clId="{AD0CB99A-2A3B-4FBA-A49D-D3A3C5B07DF6}" dt="2023-09-17T19:53:37.001" v="362"/>
        <pc:sldMkLst>
          <pc:docMk/>
          <pc:sldMk cId="1906768900" sldId="317"/>
        </pc:sldMkLst>
      </pc:sldChg>
      <pc:sldChg chg="addSp delSp modSp add del mod modClrScheme delAnim modAnim chgLayout">
        <pc:chgData name="Christopher Coulombe" userId="a998e8d0-2d43-4621-ac06-202b3484f264" providerId="ADAL" clId="{AD0CB99A-2A3B-4FBA-A49D-D3A3C5B07DF6}" dt="2023-09-17T19:54:08.898" v="368" actId="2696"/>
        <pc:sldMkLst>
          <pc:docMk/>
          <pc:sldMk cId="3992565309" sldId="317"/>
        </pc:sldMkLst>
        <pc:spChg chg="mod ord">
          <ac:chgData name="Christopher Coulombe" userId="a998e8d0-2d43-4621-ac06-202b3484f264" providerId="ADAL" clId="{AD0CB99A-2A3B-4FBA-A49D-D3A3C5B07DF6}" dt="2023-09-17T19:11:30.725" v="227" actId="700"/>
          <ac:spMkLst>
            <pc:docMk/>
            <pc:sldMk cId="3992565309" sldId="317"/>
            <ac:spMk id="2" creationId="{82084410-8BE2-4F3C-8615-BE2535801756}"/>
          </ac:spMkLst>
        </pc:spChg>
        <pc:spChg chg="add del mod ord">
          <ac:chgData name="Christopher Coulombe" userId="a998e8d0-2d43-4621-ac06-202b3484f264" providerId="ADAL" clId="{AD0CB99A-2A3B-4FBA-A49D-D3A3C5B07DF6}" dt="2023-09-17T19:11:30.725" v="227" actId="700"/>
          <ac:spMkLst>
            <pc:docMk/>
            <pc:sldMk cId="3992565309" sldId="317"/>
            <ac:spMk id="4" creationId="{3BEA9B66-3C1E-8CF0-552D-05F906EBF098}"/>
          </ac:spMkLst>
        </pc:spChg>
        <pc:spChg chg="add del mod ord">
          <ac:chgData name="Christopher Coulombe" userId="a998e8d0-2d43-4621-ac06-202b3484f264" providerId="ADAL" clId="{AD0CB99A-2A3B-4FBA-A49D-D3A3C5B07DF6}" dt="2023-09-17T19:11:33.018" v="228" actId="478"/>
          <ac:spMkLst>
            <pc:docMk/>
            <pc:sldMk cId="3992565309" sldId="317"/>
            <ac:spMk id="5" creationId="{A4F2C5C0-C6A2-FC9D-629D-15AB7B0CE64D}"/>
          </ac:spMkLst>
        </pc:spChg>
        <pc:spChg chg="mod ord">
          <ac:chgData name="Christopher Coulombe" userId="a998e8d0-2d43-4621-ac06-202b3484f264" providerId="ADAL" clId="{AD0CB99A-2A3B-4FBA-A49D-D3A3C5B07DF6}" dt="2023-09-17T19:11:30.725" v="227" actId="700"/>
          <ac:spMkLst>
            <pc:docMk/>
            <pc:sldMk cId="3992565309" sldId="317"/>
            <ac:spMk id="16" creationId="{929C3FCD-9C8A-4A39-B93E-927AF453BE19}"/>
          </ac:spMkLst>
        </pc:spChg>
        <pc:picChg chg="del">
          <ac:chgData name="Christopher Coulombe" userId="a998e8d0-2d43-4621-ac06-202b3484f264" providerId="ADAL" clId="{AD0CB99A-2A3B-4FBA-A49D-D3A3C5B07DF6}" dt="2023-09-17T19:11:27.185" v="226" actId="478"/>
          <ac:picMkLst>
            <pc:docMk/>
            <pc:sldMk cId="3992565309" sldId="317"/>
            <ac:picMk id="6" creationId="{9D536A6F-8730-3522-59BE-87B6518B1775}"/>
          </ac:picMkLst>
        </pc:picChg>
        <pc:picChg chg="add mod">
          <ac:chgData name="Christopher Coulombe" userId="a998e8d0-2d43-4621-ac06-202b3484f264" providerId="ADAL" clId="{AD0CB99A-2A3B-4FBA-A49D-D3A3C5B07DF6}" dt="2023-09-17T19:11:33.319" v="229"/>
          <ac:picMkLst>
            <pc:docMk/>
            <pc:sldMk cId="3992565309" sldId="317"/>
            <ac:picMk id="7" creationId="{EC0D9B26-05D8-F452-859E-3E059FC60711}"/>
          </ac:picMkLst>
        </pc:picChg>
        <pc:picChg chg="mod ord">
          <ac:chgData name="Christopher Coulombe" userId="a998e8d0-2d43-4621-ac06-202b3484f264" providerId="ADAL" clId="{AD0CB99A-2A3B-4FBA-A49D-D3A3C5B07DF6}" dt="2023-09-17T19:11:30.725" v="227" actId="700"/>
          <ac:picMkLst>
            <pc:docMk/>
            <pc:sldMk cId="3992565309" sldId="317"/>
            <ac:picMk id="10" creationId="{CD04147B-970A-4A0E-A475-5EA896728545}"/>
          </ac:picMkLst>
        </pc:picChg>
      </pc:sldChg>
      <pc:sldChg chg="add">
        <pc:chgData name="Christopher Coulombe" userId="a998e8d0-2d43-4621-ac06-202b3484f264" providerId="ADAL" clId="{AD0CB99A-2A3B-4FBA-A49D-D3A3C5B07DF6}" dt="2023-09-17T19:54:10.334" v="369"/>
        <pc:sldMkLst>
          <pc:docMk/>
          <pc:sldMk cId="1093003194" sldId="318"/>
        </pc:sldMkLst>
      </pc:sldChg>
      <pc:sldChg chg="add del">
        <pc:chgData name="Christopher Coulombe" userId="a998e8d0-2d43-4621-ac06-202b3484f264" providerId="ADAL" clId="{AD0CB99A-2A3B-4FBA-A49D-D3A3C5B07DF6}" dt="2023-09-17T19:53:37.001" v="362"/>
        <pc:sldMkLst>
          <pc:docMk/>
          <pc:sldMk cId="3329258605" sldId="318"/>
        </pc:sldMkLst>
      </pc:sldChg>
      <pc:sldChg chg="addSp delSp modSp add del mod modClrScheme delAnim modAnim chgLayout">
        <pc:chgData name="Christopher Coulombe" userId="a998e8d0-2d43-4621-ac06-202b3484f264" providerId="ADAL" clId="{AD0CB99A-2A3B-4FBA-A49D-D3A3C5B07DF6}" dt="2023-09-17T19:54:08.898" v="368" actId="2696"/>
        <pc:sldMkLst>
          <pc:docMk/>
          <pc:sldMk cId="3488364706" sldId="318"/>
        </pc:sldMkLst>
        <pc:spChg chg="mod ord">
          <ac:chgData name="Christopher Coulombe" userId="a998e8d0-2d43-4621-ac06-202b3484f264" providerId="ADAL" clId="{AD0CB99A-2A3B-4FBA-A49D-D3A3C5B07DF6}" dt="2023-09-17T19:11:43.325" v="232" actId="700"/>
          <ac:spMkLst>
            <pc:docMk/>
            <pc:sldMk cId="3488364706" sldId="318"/>
            <ac:spMk id="2" creationId="{82084410-8BE2-4F3C-8615-BE2535801756}"/>
          </ac:spMkLst>
        </pc:spChg>
        <pc:spChg chg="add del mod">
          <ac:chgData name="Christopher Coulombe" userId="a998e8d0-2d43-4621-ac06-202b3484f264" providerId="ADAL" clId="{AD0CB99A-2A3B-4FBA-A49D-D3A3C5B07DF6}" dt="2023-09-17T19:11:39.314" v="231" actId="478"/>
          <ac:spMkLst>
            <pc:docMk/>
            <pc:sldMk cId="3488364706" sldId="318"/>
            <ac:spMk id="4" creationId="{245A2C5B-59DC-260D-850E-602CF090EF78}"/>
          </ac:spMkLst>
        </pc:spChg>
        <pc:spChg chg="add del mod ord">
          <ac:chgData name="Christopher Coulombe" userId="a998e8d0-2d43-4621-ac06-202b3484f264" providerId="ADAL" clId="{AD0CB99A-2A3B-4FBA-A49D-D3A3C5B07DF6}" dt="2023-09-17T19:11:45.730" v="234" actId="478"/>
          <ac:spMkLst>
            <pc:docMk/>
            <pc:sldMk cId="3488364706" sldId="318"/>
            <ac:spMk id="6" creationId="{484647DD-EA9E-3183-890C-2847DAB8C730}"/>
          </ac:spMkLst>
        </pc:spChg>
        <pc:spChg chg="mod ord">
          <ac:chgData name="Christopher Coulombe" userId="a998e8d0-2d43-4621-ac06-202b3484f264" providerId="ADAL" clId="{AD0CB99A-2A3B-4FBA-A49D-D3A3C5B07DF6}" dt="2023-09-17T19:11:43.325" v="232" actId="700"/>
          <ac:spMkLst>
            <pc:docMk/>
            <pc:sldMk cId="3488364706" sldId="318"/>
            <ac:spMk id="16" creationId="{929C3FCD-9C8A-4A39-B93E-927AF453BE19}"/>
          </ac:spMkLst>
        </pc:spChg>
        <pc:picChg chg="mod ord">
          <ac:chgData name="Christopher Coulombe" userId="a998e8d0-2d43-4621-ac06-202b3484f264" providerId="ADAL" clId="{AD0CB99A-2A3B-4FBA-A49D-D3A3C5B07DF6}" dt="2023-09-17T19:11:43.325" v="232" actId="700"/>
          <ac:picMkLst>
            <pc:docMk/>
            <pc:sldMk cId="3488364706" sldId="318"/>
            <ac:picMk id="5" creationId="{2D2C38A3-9995-4D4F-865E-B8323918E67B}"/>
          </ac:picMkLst>
        </pc:picChg>
        <pc:picChg chg="del">
          <ac:chgData name="Christopher Coulombe" userId="a998e8d0-2d43-4621-ac06-202b3484f264" providerId="ADAL" clId="{AD0CB99A-2A3B-4FBA-A49D-D3A3C5B07DF6}" dt="2023-09-17T19:11:36.988" v="230" actId="478"/>
          <ac:picMkLst>
            <pc:docMk/>
            <pc:sldMk cId="3488364706" sldId="318"/>
            <ac:picMk id="7" creationId="{92974706-A73C-884A-9174-66F6366A49E4}"/>
          </ac:picMkLst>
        </pc:picChg>
        <pc:picChg chg="add mod">
          <ac:chgData name="Christopher Coulombe" userId="a998e8d0-2d43-4621-ac06-202b3484f264" providerId="ADAL" clId="{AD0CB99A-2A3B-4FBA-A49D-D3A3C5B07DF6}" dt="2023-09-17T19:11:43.841" v="233"/>
          <ac:picMkLst>
            <pc:docMk/>
            <pc:sldMk cId="3488364706" sldId="318"/>
            <ac:picMk id="8" creationId="{E88C3B34-E784-77D3-D7E6-9D926D483F2C}"/>
          </ac:picMkLst>
        </pc:picChg>
      </pc:sldChg>
      <pc:sldChg chg="addSp delSp modSp add del mod modClrScheme delAnim modAnim chgLayout">
        <pc:chgData name="Christopher Coulombe" userId="a998e8d0-2d43-4621-ac06-202b3484f264" providerId="ADAL" clId="{AD0CB99A-2A3B-4FBA-A49D-D3A3C5B07DF6}" dt="2023-09-17T19:54:08.898" v="368" actId="2696"/>
        <pc:sldMkLst>
          <pc:docMk/>
          <pc:sldMk cId="1477450016" sldId="319"/>
        </pc:sldMkLst>
        <pc:spChg chg="mod ord">
          <ac:chgData name="Christopher Coulombe" userId="a998e8d0-2d43-4621-ac06-202b3484f264" providerId="ADAL" clId="{AD0CB99A-2A3B-4FBA-A49D-D3A3C5B07DF6}" dt="2023-09-17T19:11:54.962" v="236" actId="700"/>
          <ac:spMkLst>
            <pc:docMk/>
            <pc:sldMk cId="1477450016" sldId="319"/>
            <ac:spMk id="2" creationId="{82084410-8BE2-4F3C-8615-BE2535801756}"/>
          </ac:spMkLst>
        </pc:spChg>
        <pc:spChg chg="add del mod ord">
          <ac:chgData name="Christopher Coulombe" userId="a998e8d0-2d43-4621-ac06-202b3484f264" providerId="ADAL" clId="{AD0CB99A-2A3B-4FBA-A49D-D3A3C5B07DF6}" dt="2023-09-17T19:11:54.962" v="236" actId="700"/>
          <ac:spMkLst>
            <pc:docMk/>
            <pc:sldMk cId="1477450016" sldId="319"/>
            <ac:spMk id="4" creationId="{486C3E52-E631-D1A6-2E06-9711CD9650BB}"/>
          </ac:spMkLst>
        </pc:spChg>
        <pc:spChg chg="add del mod ord">
          <ac:chgData name="Christopher Coulombe" userId="a998e8d0-2d43-4621-ac06-202b3484f264" providerId="ADAL" clId="{AD0CB99A-2A3B-4FBA-A49D-D3A3C5B07DF6}" dt="2023-09-17T19:11:56.978" v="237" actId="478"/>
          <ac:spMkLst>
            <pc:docMk/>
            <pc:sldMk cId="1477450016" sldId="319"/>
            <ac:spMk id="5" creationId="{406DEA2C-F33C-508D-0A62-D31DAF68C355}"/>
          </ac:spMkLst>
        </pc:spChg>
        <pc:spChg chg="mod ord">
          <ac:chgData name="Christopher Coulombe" userId="a998e8d0-2d43-4621-ac06-202b3484f264" providerId="ADAL" clId="{AD0CB99A-2A3B-4FBA-A49D-D3A3C5B07DF6}" dt="2023-09-17T19:11:54.962" v="236" actId="700"/>
          <ac:spMkLst>
            <pc:docMk/>
            <pc:sldMk cId="1477450016" sldId="319"/>
            <ac:spMk id="16" creationId="{929C3FCD-9C8A-4A39-B93E-927AF453BE19}"/>
          </ac:spMkLst>
        </pc:spChg>
        <pc:picChg chg="del">
          <ac:chgData name="Christopher Coulombe" userId="a998e8d0-2d43-4621-ac06-202b3484f264" providerId="ADAL" clId="{AD0CB99A-2A3B-4FBA-A49D-D3A3C5B07DF6}" dt="2023-09-17T19:11:51.908" v="235" actId="478"/>
          <ac:picMkLst>
            <pc:docMk/>
            <pc:sldMk cId="1477450016" sldId="319"/>
            <ac:picMk id="6" creationId="{820C4E6A-5DB9-AB0A-E6AB-91509932B815}"/>
          </ac:picMkLst>
        </pc:picChg>
        <pc:picChg chg="mod ord">
          <ac:chgData name="Christopher Coulombe" userId="a998e8d0-2d43-4621-ac06-202b3484f264" providerId="ADAL" clId="{AD0CB99A-2A3B-4FBA-A49D-D3A3C5B07DF6}" dt="2023-09-17T19:11:54.962" v="236" actId="700"/>
          <ac:picMkLst>
            <pc:docMk/>
            <pc:sldMk cId="1477450016" sldId="319"/>
            <ac:picMk id="7" creationId="{238F79FC-EE4A-4E60-BA46-93962CDE3562}"/>
          </ac:picMkLst>
        </pc:picChg>
        <pc:picChg chg="add mod">
          <ac:chgData name="Christopher Coulombe" userId="a998e8d0-2d43-4621-ac06-202b3484f264" providerId="ADAL" clId="{AD0CB99A-2A3B-4FBA-A49D-D3A3C5B07DF6}" dt="2023-09-17T19:11:57.234" v="238"/>
          <ac:picMkLst>
            <pc:docMk/>
            <pc:sldMk cId="1477450016" sldId="319"/>
            <ac:picMk id="8" creationId="{E925340D-E834-7BFD-605C-4623CAB112A2}"/>
          </ac:picMkLst>
        </pc:picChg>
      </pc:sldChg>
      <pc:sldChg chg="add">
        <pc:chgData name="Christopher Coulombe" userId="a998e8d0-2d43-4621-ac06-202b3484f264" providerId="ADAL" clId="{AD0CB99A-2A3B-4FBA-A49D-D3A3C5B07DF6}" dt="2023-09-17T19:54:10.334" v="369"/>
        <pc:sldMkLst>
          <pc:docMk/>
          <pc:sldMk cId="3014131062" sldId="319"/>
        </pc:sldMkLst>
      </pc:sldChg>
      <pc:sldChg chg="add del">
        <pc:chgData name="Christopher Coulombe" userId="a998e8d0-2d43-4621-ac06-202b3484f264" providerId="ADAL" clId="{AD0CB99A-2A3B-4FBA-A49D-D3A3C5B07DF6}" dt="2023-09-17T19:53:37.001" v="362"/>
        <pc:sldMkLst>
          <pc:docMk/>
          <pc:sldMk cId="3933330279" sldId="319"/>
        </pc:sldMkLst>
      </pc:sldChg>
      <pc:sldChg chg="add del">
        <pc:chgData name="Christopher Coulombe" userId="a998e8d0-2d43-4621-ac06-202b3484f264" providerId="ADAL" clId="{AD0CB99A-2A3B-4FBA-A49D-D3A3C5B07DF6}" dt="2023-09-17T19:53:37.001" v="362"/>
        <pc:sldMkLst>
          <pc:docMk/>
          <pc:sldMk cId="1490424905" sldId="320"/>
        </pc:sldMkLst>
      </pc:sldChg>
      <pc:sldChg chg="addSp delSp modSp add del mod modClrScheme chgLayout">
        <pc:chgData name="Christopher Coulombe" userId="a998e8d0-2d43-4621-ac06-202b3484f264" providerId="ADAL" clId="{AD0CB99A-2A3B-4FBA-A49D-D3A3C5B07DF6}" dt="2023-09-17T19:54:34.689" v="378" actId="47"/>
        <pc:sldMkLst>
          <pc:docMk/>
          <pc:sldMk cId="2089515399" sldId="320"/>
        </pc:sldMkLst>
        <pc:spChg chg="add mod ord">
          <ac:chgData name="Christopher Coulombe" userId="a998e8d0-2d43-4621-ac06-202b3484f264" providerId="ADAL" clId="{AD0CB99A-2A3B-4FBA-A49D-D3A3C5B07DF6}" dt="2023-09-17T19:08:52.588" v="190" actId="700"/>
          <ac:spMkLst>
            <pc:docMk/>
            <pc:sldMk cId="2089515399" sldId="320"/>
            <ac:spMk id="2" creationId="{737DE9C8-85F9-ACB3-4737-B56B78972477}"/>
          </ac:spMkLst>
        </pc:spChg>
        <pc:spChg chg="mod ord">
          <ac:chgData name="Christopher Coulombe" userId="a998e8d0-2d43-4621-ac06-202b3484f264" providerId="ADAL" clId="{AD0CB99A-2A3B-4FBA-A49D-D3A3C5B07DF6}" dt="2023-09-17T19:08:52.588" v="190" actId="700"/>
          <ac:spMkLst>
            <pc:docMk/>
            <pc:sldMk cId="2089515399" sldId="320"/>
            <ac:spMk id="5" creationId="{EB843271-A768-4AB4-92F3-46C70E5D601F}"/>
          </ac:spMkLst>
        </pc:spChg>
        <pc:spChg chg="del mod ord">
          <ac:chgData name="Christopher Coulombe" userId="a998e8d0-2d43-4621-ac06-202b3484f264" providerId="ADAL" clId="{AD0CB99A-2A3B-4FBA-A49D-D3A3C5B07DF6}" dt="2023-09-17T19:08:52.588" v="190" actId="700"/>
          <ac:spMkLst>
            <pc:docMk/>
            <pc:sldMk cId="2089515399" sldId="320"/>
            <ac:spMk id="6" creationId="{7AF93DD5-8C57-4A51-B8E3-065B77766CD3}"/>
          </ac:spMkLst>
        </pc:spChg>
        <pc:spChg chg="mod ord">
          <ac:chgData name="Christopher Coulombe" userId="a998e8d0-2d43-4621-ac06-202b3484f264" providerId="ADAL" clId="{AD0CB99A-2A3B-4FBA-A49D-D3A3C5B07DF6}" dt="2023-09-17T19:08:52.588" v="190" actId="700"/>
          <ac:spMkLst>
            <pc:docMk/>
            <pc:sldMk cId="2089515399" sldId="320"/>
            <ac:spMk id="9" creationId="{CDE0EA86-B51D-44D8-9D47-1D824BD83F84}"/>
          </ac:spMkLst>
        </pc:spChg>
      </pc:sldChg>
      <pc:sldChg chg="add del">
        <pc:chgData name="Christopher Coulombe" userId="a998e8d0-2d43-4621-ac06-202b3484f264" providerId="ADAL" clId="{AD0CB99A-2A3B-4FBA-A49D-D3A3C5B07DF6}" dt="2023-09-17T19:06:23.455" v="154"/>
        <pc:sldMkLst>
          <pc:docMk/>
          <pc:sldMk cId="3448971448" sldId="320"/>
        </pc:sldMkLst>
      </pc:sldChg>
      <pc:sldChg chg="modSp add mod">
        <pc:chgData name="Christopher Coulombe" userId="a998e8d0-2d43-4621-ac06-202b3484f264" providerId="ADAL" clId="{AD0CB99A-2A3B-4FBA-A49D-D3A3C5B07DF6}" dt="2023-09-17T19:54:32.591" v="377" actId="20577"/>
        <pc:sldMkLst>
          <pc:docMk/>
          <pc:sldMk cId="976828913" sldId="321"/>
        </pc:sldMkLst>
        <pc:spChg chg="mod">
          <ac:chgData name="Christopher Coulombe" userId="a998e8d0-2d43-4621-ac06-202b3484f264" providerId="ADAL" clId="{AD0CB99A-2A3B-4FBA-A49D-D3A3C5B07DF6}" dt="2023-09-17T19:54:32.591" v="377" actId="20577"/>
          <ac:spMkLst>
            <pc:docMk/>
            <pc:sldMk cId="976828913" sldId="321"/>
            <ac:spMk id="5" creationId="{EB843271-A768-4AB4-92F3-46C70E5D601F}"/>
          </ac:spMkLst>
        </pc:spChg>
      </pc:sldChg>
      <pc:sldChg chg="add">
        <pc:chgData name="Christopher Coulombe" userId="a998e8d0-2d43-4621-ac06-202b3484f264" providerId="ADAL" clId="{AD0CB99A-2A3B-4FBA-A49D-D3A3C5B07DF6}" dt="2023-09-17T19:53:50.008" v="364"/>
        <pc:sldMkLst>
          <pc:docMk/>
          <pc:sldMk cId="381014878" sldId="322"/>
        </pc:sldMkLst>
      </pc:sldChg>
      <pc:sldChg chg="add">
        <pc:chgData name="Christopher Coulombe" userId="a998e8d0-2d43-4621-ac06-202b3484f264" providerId="ADAL" clId="{AD0CB99A-2A3B-4FBA-A49D-D3A3C5B07DF6}" dt="2023-09-17T19:53:50.008" v="364"/>
        <pc:sldMkLst>
          <pc:docMk/>
          <pc:sldMk cId="3519231071" sldId="323"/>
        </pc:sldMkLst>
      </pc:sldChg>
      <pc:sldChg chg="modSp add mod">
        <pc:chgData name="Christopher Coulombe" userId="a998e8d0-2d43-4621-ac06-202b3484f264" providerId="ADAL" clId="{AD0CB99A-2A3B-4FBA-A49D-D3A3C5B07DF6}" dt="2023-09-17T19:54:28.679" v="375" actId="20577"/>
        <pc:sldMkLst>
          <pc:docMk/>
          <pc:sldMk cId="2527639752" sldId="324"/>
        </pc:sldMkLst>
        <pc:spChg chg="mod">
          <ac:chgData name="Christopher Coulombe" userId="a998e8d0-2d43-4621-ac06-202b3484f264" providerId="ADAL" clId="{AD0CB99A-2A3B-4FBA-A49D-D3A3C5B07DF6}" dt="2023-09-17T19:54:28.679" v="375" actId="20577"/>
          <ac:spMkLst>
            <pc:docMk/>
            <pc:sldMk cId="2527639752" sldId="324"/>
            <ac:spMk id="5" creationId="{EB843271-A768-4AB4-92F3-46C70E5D601F}"/>
          </ac:spMkLst>
        </pc:spChg>
      </pc:sldChg>
      <pc:sldChg chg="add">
        <pc:chgData name="Christopher Coulombe" userId="a998e8d0-2d43-4621-ac06-202b3484f264" providerId="ADAL" clId="{AD0CB99A-2A3B-4FBA-A49D-D3A3C5B07DF6}" dt="2023-09-17T19:53:50.008" v="364"/>
        <pc:sldMkLst>
          <pc:docMk/>
          <pc:sldMk cId="2729910646" sldId="325"/>
        </pc:sldMkLst>
      </pc:sldChg>
      <pc:sldChg chg="add">
        <pc:chgData name="Christopher Coulombe" userId="a998e8d0-2d43-4621-ac06-202b3484f264" providerId="ADAL" clId="{AD0CB99A-2A3B-4FBA-A49D-D3A3C5B07DF6}" dt="2023-09-17T19:53:50.008" v="364"/>
        <pc:sldMkLst>
          <pc:docMk/>
          <pc:sldMk cId="2807229110" sldId="326"/>
        </pc:sldMkLst>
      </pc:sldChg>
      <pc:sldChg chg="add">
        <pc:chgData name="Christopher Coulombe" userId="a998e8d0-2d43-4621-ac06-202b3484f264" providerId="ADAL" clId="{AD0CB99A-2A3B-4FBA-A49D-D3A3C5B07DF6}" dt="2023-09-17T19:53:50.008" v="364"/>
        <pc:sldMkLst>
          <pc:docMk/>
          <pc:sldMk cId="1394499512" sldId="327"/>
        </pc:sldMkLst>
      </pc:sldChg>
      <pc:sldChg chg="modSp add mod">
        <pc:chgData name="Christopher Coulombe" userId="a998e8d0-2d43-4621-ac06-202b3484f264" providerId="ADAL" clId="{AD0CB99A-2A3B-4FBA-A49D-D3A3C5B07DF6}" dt="2023-09-17T19:54:21.739" v="373" actId="20577"/>
        <pc:sldMkLst>
          <pc:docMk/>
          <pc:sldMk cId="3926137713" sldId="328"/>
        </pc:sldMkLst>
        <pc:spChg chg="mod">
          <ac:chgData name="Christopher Coulombe" userId="a998e8d0-2d43-4621-ac06-202b3484f264" providerId="ADAL" clId="{AD0CB99A-2A3B-4FBA-A49D-D3A3C5B07DF6}" dt="2023-09-17T19:54:21.739" v="373" actId="20577"/>
          <ac:spMkLst>
            <pc:docMk/>
            <pc:sldMk cId="3926137713" sldId="328"/>
            <ac:spMk id="5" creationId="{EB843271-A768-4AB4-92F3-46C70E5D601F}"/>
          </ac:spMkLst>
        </pc:spChg>
      </pc:sldChg>
      <pc:sldMasterChg chg="add del addSldLayout delSldLayout">
        <pc:chgData name="Christopher Coulombe" userId="a998e8d0-2d43-4621-ac06-202b3484f264" providerId="ADAL" clId="{AD0CB99A-2A3B-4FBA-A49D-D3A3C5B07DF6}" dt="2023-09-12T01:18:48.924" v="40" actId="2696"/>
        <pc:sldMasterMkLst>
          <pc:docMk/>
          <pc:sldMasterMk cId="847529990" sldId="2147483719"/>
        </pc:sldMasterMkLst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1065988640" sldId="2147483720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1614616821" sldId="2147483721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877907427" sldId="2147483722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814941410" sldId="2147483723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228257067" sldId="2147483724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442538721" sldId="2147483725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2435228870" sldId="2147483726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2334826160" sldId="2147483727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4208818007" sldId="2147483728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3368205070" sldId="2147483729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2606591384" sldId="2147483730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1561068475" sldId="2147483731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1384521577" sldId="2147483732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266031826" sldId="2147483733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801310199" sldId="2147483734"/>
          </pc:sldLayoutMkLst>
        </pc:sldLayoutChg>
        <pc:sldLayoutChg chg="add del">
          <pc:chgData name="Christopher Coulombe" userId="a998e8d0-2d43-4621-ac06-202b3484f264" providerId="ADAL" clId="{AD0CB99A-2A3B-4FBA-A49D-D3A3C5B07DF6}" dt="2023-09-12T01:18:48.924" v="40" actId="2696"/>
          <pc:sldLayoutMkLst>
            <pc:docMk/>
            <pc:sldMasterMk cId="847529990" sldId="2147483719"/>
            <pc:sldLayoutMk cId="1326536578" sldId="2147483735"/>
          </pc:sldLayoutMkLst>
        </pc:sldLayoutChg>
      </pc:sldMasterChg>
    </pc:docChg>
  </pc:docChgLst>
  <pc:docChgLst>
    <pc:chgData name="Martin Hardy" userId="18c45b91-9529-4376-afee-15439663c977" providerId="ADAL" clId="{7F77ABB3-5EE4-47F9-AD9A-2C35C798EC4C}"/>
    <pc:docChg chg="undo custSel addSld modSld">
      <pc:chgData name="Martin Hardy" userId="18c45b91-9529-4376-afee-15439663c977" providerId="ADAL" clId="{7F77ABB3-5EE4-47F9-AD9A-2C35C798EC4C}" dt="2022-09-27T15:35:10.473" v="4"/>
      <pc:docMkLst>
        <pc:docMk/>
      </pc:docMkLst>
      <pc:sldChg chg="addSp delSp modSp add mod delAnim modAnim">
        <pc:chgData name="Martin Hardy" userId="18c45b91-9529-4376-afee-15439663c977" providerId="ADAL" clId="{7F77ABB3-5EE4-47F9-AD9A-2C35C798EC4C}" dt="2022-09-27T15:35:10.473" v="4"/>
        <pc:sldMkLst>
          <pc:docMk/>
          <pc:sldMk cId="2725802250" sldId="266"/>
        </pc:sldMkLst>
        <pc:spChg chg="add del mod">
          <ac:chgData name="Martin Hardy" userId="18c45b91-9529-4376-afee-15439663c977" providerId="ADAL" clId="{7F77ABB3-5EE4-47F9-AD9A-2C35C798EC4C}" dt="2022-09-27T15:35:10.473" v="4"/>
          <ac:spMkLst>
            <pc:docMk/>
            <pc:sldMk cId="2725802250" sldId="266"/>
            <ac:spMk id="6" creationId="{288E367A-C57D-A8CF-FDFA-BAD37C3103F3}"/>
          </ac:spMkLst>
        </pc:spChg>
        <pc:picChg chg="del">
          <ac:chgData name="Martin Hardy" userId="18c45b91-9529-4376-afee-15439663c977" providerId="ADAL" clId="{7F77ABB3-5EE4-47F9-AD9A-2C35C798EC4C}" dt="2022-09-27T15:34:29.152" v="1" actId="478"/>
          <ac:picMkLst>
            <pc:docMk/>
            <pc:sldMk cId="2725802250" sldId="266"/>
            <ac:picMk id="3" creationId="{92AFD43B-205E-4EDE-93BE-781697533686}"/>
          </ac:picMkLst>
        </pc:picChg>
        <pc:picChg chg="add mod">
          <ac:chgData name="Martin Hardy" userId="18c45b91-9529-4376-afee-15439663c977" providerId="ADAL" clId="{7F77ABB3-5EE4-47F9-AD9A-2C35C798EC4C}" dt="2022-09-27T15:35:10.473" v="4"/>
          <ac:picMkLst>
            <pc:docMk/>
            <pc:sldMk cId="2725802250" sldId="266"/>
            <ac:picMk id="7" creationId="{BD0EE51C-5396-8B47-7FE2-CA6CF48FD63D}"/>
          </ac:picMkLst>
        </pc:picChg>
      </pc:sldChg>
      <pc:sldChg chg="add">
        <pc:chgData name="Martin Hardy" userId="18c45b91-9529-4376-afee-15439663c977" providerId="ADAL" clId="{7F77ABB3-5EE4-47F9-AD9A-2C35C798EC4C}" dt="2022-09-27T15:08:15.848" v="0"/>
        <pc:sldMkLst>
          <pc:docMk/>
          <pc:sldMk cId="2115215066" sldId="291"/>
        </pc:sldMkLst>
      </pc:sldChg>
      <pc:sldChg chg="add">
        <pc:chgData name="Martin Hardy" userId="18c45b91-9529-4376-afee-15439663c977" providerId="ADAL" clId="{7F77ABB3-5EE4-47F9-AD9A-2C35C798EC4C}" dt="2022-09-27T15:08:15.848" v="0"/>
        <pc:sldMkLst>
          <pc:docMk/>
          <pc:sldMk cId="3820390089" sldId="292"/>
        </pc:sldMkLst>
      </pc:sldChg>
      <pc:sldChg chg="add">
        <pc:chgData name="Martin Hardy" userId="18c45b91-9529-4376-afee-15439663c977" providerId="ADAL" clId="{7F77ABB3-5EE4-47F9-AD9A-2C35C798EC4C}" dt="2022-09-27T15:08:15.848" v="0"/>
        <pc:sldMkLst>
          <pc:docMk/>
          <pc:sldMk cId="4021945447" sldId="293"/>
        </pc:sldMkLst>
      </pc:sldChg>
      <pc:sldChg chg="add">
        <pc:chgData name="Martin Hardy" userId="18c45b91-9529-4376-afee-15439663c977" providerId="ADAL" clId="{7F77ABB3-5EE4-47F9-AD9A-2C35C798EC4C}" dt="2022-09-27T15:08:15.848" v="0"/>
        <pc:sldMkLst>
          <pc:docMk/>
          <pc:sldMk cId="3992565309" sldId="308"/>
        </pc:sldMkLst>
      </pc:sldChg>
      <pc:sldChg chg="add">
        <pc:chgData name="Martin Hardy" userId="18c45b91-9529-4376-afee-15439663c977" providerId="ADAL" clId="{7F77ABB3-5EE4-47F9-AD9A-2C35C798EC4C}" dt="2022-09-27T15:08:15.848" v="0"/>
        <pc:sldMkLst>
          <pc:docMk/>
          <pc:sldMk cId="3488364706" sldId="309"/>
        </pc:sldMkLst>
      </pc:sldChg>
      <pc:sldChg chg="add">
        <pc:chgData name="Martin Hardy" userId="18c45b91-9529-4376-afee-15439663c977" providerId="ADAL" clId="{7F77ABB3-5EE4-47F9-AD9A-2C35C798EC4C}" dt="2022-09-27T15:08:15.848" v="0"/>
        <pc:sldMkLst>
          <pc:docMk/>
          <pc:sldMk cId="1477450016" sldId="31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slide" Target="../slides/slide3.xml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slide" Target="../slides/slide12.xml"/><Relationship Id="rId1" Type="http://schemas.openxmlformats.org/officeDocument/2006/relationships/slide" Target="../slides/slide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slide" Target="../slides/slide19.xml"/><Relationship Id="rId10" Type="http://schemas.openxmlformats.org/officeDocument/2006/relationships/image" Target="../media/image8.png"/><Relationship Id="rId4" Type="http://schemas.openxmlformats.org/officeDocument/2006/relationships/slide" Target="../slides/slide18.xml"/><Relationship Id="rId9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0AEF72-0B8A-4F61-ABE9-662B9E034DF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E34A20-53E6-45ED-9848-9BE6F3D40837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3b) </a:t>
          </a:r>
          <a:r>
            <a:rPr lang="fr-CA" noProof="0" dirty="0">
              <a:hlinkClick xmlns:r="http://schemas.openxmlformats.org/officeDocument/2006/relationships" r:id="rId1" action="ppaction://hlinksldjump"/>
            </a:rPr>
            <a:t>Tableaux, filtres et tris</a:t>
          </a:r>
          <a:endParaRPr lang="fr-CA" noProof="0" dirty="0"/>
        </a:p>
      </dgm:t>
    </dgm:pt>
    <dgm:pt modelId="{4E762347-E524-468A-BA56-31B9CD20C18C}" type="parTrans" cxnId="{E48F40CE-CABB-4328-B5FE-C272486DC647}">
      <dgm:prSet/>
      <dgm:spPr/>
      <dgm:t>
        <a:bodyPr/>
        <a:lstStyle/>
        <a:p>
          <a:endParaRPr lang="en-US"/>
        </a:p>
      </dgm:t>
    </dgm:pt>
    <dgm:pt modelId="{D658429F-F51A-45E2-8058-CE629FD44140}" type="sibTrans" cxnId="{E48F40CE-CABB-4328-B5FE-C272486DC647}">
      <dgm:prSet/>
      <dgm:spPr/>
      <dgm:t>
        <a:bodyPr/>
        <a:lstStyle/>
        <a:p>
          <a:endParaRPr lang="en-US"/>
        </a:p>
      </dgm:t>
    </dgm:pt>
    <dgm:pt modelId="{80ABDD89-8BF0-4B43-9472-072329FC614C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3c) </a:t>
          </a:r>
          <a:r>
            <a:rPr lang="fr-CA" noProof="0" dirty="0">
              <a:hlinkClick xmlns:r="http://schemas.openxmlformats.org/officeDocument/2006/relationships" r:id="rId2" action="ppaction://hlinksldjump"/>
            </a:rPr>
            <a:t>Validation de données</a:t>
          </a:r>
          <a:endParaRPr lang="fr-CA" noProof="0" dirty="0"/>
        </a:p>
      </dgm:t>
    </dgm:pt>
    <dgm:pt modelId="{461A5147-87D5-4C1B-BF2E-F1B6872E5CFF}" type="parTrans" cxnId="{DC82D9E3-5DDD-40B6-8D42-D84E06D3A9BC}">
      <dgm:prSet/>
      <dgm:spPr/>
      <dgm:t>
        <a:bodyPr/>
        <a:lstStyle/>
        <a:p>
          <a:endParaRPr lang="fr-CA"/>
        </a:p>
      </dgm:t>
    </dgm:pt>
    <dgm:pt modelId="{A4F4E8E8-70F5-4A7F-A71C-C5AF1224759E}" type="sibTrans" cxnId="{DC82D9E3-5DDD-40B6-8D42-D84E06D3A9BC}">
      <dgm:prSet/>
      <dgm:spPr/>
      <dgm:t>
        <a:bodyPr/>
        <a:lstStyle/>
        <a:p>
          <a:endParaRPr lang="fr-CA"/>
        </a:p>
      </dgm:t>
    </dgm:pt>
    <dgm:pt modelId="{19DFC336-8A31-4DCB-A61F-C76281652296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3a) </a:t>
          </a:r>
          <a:r>
            <a:rPr lang="fr-CA" noProof="0" dirty="0">
              <a:hlinkClick xmlns:r="http://schemas.openxmlformats.org/officeDocument/2006/relationships" r:id="rId3" action="ppaction://hlinksldjump"/>
            </a:rPr>
            <a:t>Fonctions mathématiques et statistiques</a:t>
          </a:r>
          <a:endParaRPr lang="fr-CA" noProof="0" dirty="0"/>
        </a:p>
      </dgm:t>
    </dgm:pt>
    <dgm:pt modelId="{F2C7D2FC-3CCA-4AE7-8613-1B325E3C7EC9}" type="parTrans" cxnId="{FD59BA93-4365-4842-AFEB-7F48B62F2F0F}">
      <dgm:prSet/>
      <dgm:spPr/>
      <dgm:t>
        <a:bodyPr/>
        <a:lstStyle/>
        <a:p>
          <a:endParaRPr lang="fr-CA"/>
        </a:p>
      </dgm:t>
    </dgm:pt>
    <dgm:pt modelId="{B36CAEB0-5E4A-4C09-B027-6B8E0D93D1E2}" type="sibTrans" cxnId="{FD59BA93-4365-4842-AFEB-7F48B62F2F0F}">
      <dgm:prSet/>
      <dgm:spPr/>
      <dgm:t>
        <a:bodyPr/>
        <a:lstStyle/>
        <a:p>
          <a:endParaRPr lang="fr-CA"/>
        </a:p>
      </dgm:t>
    </dgm:pt>
    <dgm:pt modelId="{8716E896-1C8E-450B-BF3B-F531374FF4DA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3d) </a:t>
          </a:r>
          <a:r>
            <a:rPr lang="fr-CA" noProof="0" dirty="0">
              <a:hlinkClick xmlns:r="http://schemas.openxmlformats.org/officeDocument/2006/relationships" r:id="rId4" action="ppaction://hlinksldjump"/>
            </a:rPr>
            <a:t>Fonctions de recherche</a:t>
          </a:r>
          <a:endParaRPr lang="fr-CA" noProof="0" dirty="0"/>
        </a:p>
      </dgm:t>
    </dgm:pt>
    <dgm:pt modelId="{8673EFAF-EE83-4B25-AB3D-32C8CD89C9F9}" type="parTrans" cxnId="{9390087C-EE0F-4C6A-93AC-B2968A53D943}">
      <dgm:prSet/>
      <dgm:spPr/>
      <dgm:t>
        <a:bodyPr/>
        <a:lstStyle/>
        <a:p>
          <a:endParaRPr lang="fr-CA"/>
        </a:p>
      </dgm:t>
    </dgm:pt>
    <dgm:pt modelId="{E37B3917-63E0-462A-BF20-9C36D9A8CF90}" type="sibTrans" cxnId="{9390087C-EE0F-4C6A-93AC-B2968A53D943}">
      <dgm:prSet/>
      <dgm:spPr/>
      <dgm:t>
        <a:bodyPr/>
        <a:lstStyle/>
        <a:p>
          <a:endParaRPr lang="fr-CA"/>
        </a:p>
      </dgm:t>
    </dgm:pt>
    <dgm:pt modelId="{C2E1F4F5-AA4C-49C2-9E60-B6FB2D183408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3e) </a:t>
          </a:r>
          <a:r>
            <a:rPr lang="fr-CA" noProof="0" dirty="0">
              <a:hlinkClick xmlns:r="http://schemas.openxmlformats.org/officeDocument/2006/relationships" r:id="rId5" action="ppaction://hlinksldjump"/>
            </a:rPr>
            <a:t>Mise en forme conditionnelle</a:t>
          </a:r>
          <a:endParaRPr lang="fr-CA" noProof="0" dirty="0"/>
        </a:p>
      </dgm:t>
    </dgm:pt>
    <dgm:pt modelId="{434FC23A-4C69-438E-9447-51DECB055936}" type="parTrans" cxnId="{8E693972-7C0B-4B0F-845B-D48E8AADC039}">
      <dgm:prSet/>
      <dgm:spPr/>
      <dgm:t>
        <a:bodyPr/>
        <a:lstStyle/>
        <a:p>
          <a:endParaRPr lang="fr-CA"/>
        </a:p>
      </dgm:t>
    </dgm:pt>
    <dgm:pt modelId="{B4F71EF3-7569-483D-8CCE-39457CBE8A34}" type="sibTrans" cxnId="{8E693972-7C0B-4B0F-845B-D48E8AADC039}">
      <dgm:prSet/>
      <dgm:spPr/>
      <dgm:t>
        <a:bodyPr/>
        <a:lstStyle/>
        <a:p>
          <a:endParaRPr lang="fr-CA"/>
        </a:p>
      </dgm:t>
    </dgm:pt>
    <dgm:pt modelId="{AF3AEC73-28F3-47DF-A4FE-1DAF9C7AC7A6}" type="pres">
      <dgm:prSet presAssocID="{540AEF72-0B8A-4F61-ABE9-662B9E034DFA}" presName="root" presStyleCnt="0">
        <dgm:presLayoutVars>
          <dgm:dir/>
          <dgm:resizeHandles val="exact"/>
        </dgm:presLayoutVars>
      </dgm:prSet>
      <dgm:spPr/>
    </dgm:pt>
    <dgm:pt modelId="{3755F089-04E6-452F-858A-EBDB47ACC18F}" type="pres">
      <dgm:prSet presAssocID="{19DFC336-8A31-4DCB-A61F-C76281652296}" presName="compNode" presStyleCnt="0"/>
      <dgm:spPr/>
    </dgm:pt>
    <dgm:pt modelId="{D786B95F-309D-457C-8130-80A576D86DDC}" type="pres">
      <dgm:prSet presAssocID="{19DFC336-8A31-4DCB-A61F-C76281652296}" presName="bgRect" presStyleLbl="bgShp" presStyleIdx="0" presStyleCnt="5"/>
      <dgm:spPr/>
    </dgm:pt>
    <dgm:pt modelId="{50F8F8B1-8D6C-4E5D-8CD9-AAA2D210D2E7}" type="pres">
      <dgm:prSet presAssocID="{19DFC336-8A31-4DCB-A61F-C76281652296}" presName="iconRect" presStyleLbl="node1" presStyleIdx="0" presStyleCnt="5"/>
      <dgm:spPr/>
    </dgm:pt>
    <dgm:pt modelId="{EE74A2F1-C349-48B0-9419-E1267F216A0C}" type="pres">
      <dgm:prSet presAssocID="{19DFC336-8A31-4DCB-A61F-C76281652296}" presName="spaceRect" presStyleCnt="0"/>
      <dgm:spPr/>
    </dgm:pt>
    <dgm:pt modelId="{4FB06E8D-27C1-4FDE-8DCA-CDF3465B7C75}" type="pres">
      <dgm:prSet presAssocID="{19DFC336-8A31-4DCB-A61F-C76281652296}" presName="parTx" presStyleLbl="revTx" presStyleIdx="0" presStyleCnt="5">
        <dgm:presLayoutVars>
          <dgm:chMax val="0"/>
          <dgm:chPref val="0"/>
        </dgm:presLayoutVars>
      </dgm:prSet>
      <dgm:spPr/>
    </dgm:pt>
    <dgm:pt modelId="{AD26BD07-A63A-4B9F-A688-E63BC4217C4F}" type="pres">
      <dgm:prSet presAssocID="{B36CAEB0-5E4A-4C09-B027-6B8E0D93D1E2}" presName="sibTrans" presStyleCnt="0"/>
      <dgm:spPr/>
    </dgm:pt>
    <dgm:pt modelId="{8105DBC2-F1E3-437B-AC56-05699AC2ABC0}" type="pres">
      <dgm:prSet presAssocID="{D4E34A20-53E6-45ED-9848-9BE6F3D40837}" presName="compNode" presStyleCnt="0"/>
      <dgm:spPr/>
    </dgm:pt>
    <dgm:pt modelId="{829CDE27-19BD-4B1C-832C-78FC1990E305}" type="pres">
      <dgm:prSet presAssocID="{D4E34A20-53E6-45ED-9848-9BE6F3D40837}" presName="bgRect" presStyleLbl="bgShp" presStyleIdx="1" presStyleCnt="5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DAC7148F-AA6F-4E3C-87DD-6EA52A5279A0}" type="pres">
      <dgm:prSet presAssocID="{D4E34A20-53E6-45ED-9848-9BE6F3D40837}" presName="iconRect" presStyleLbl="node1" presStyleIdx="1" presStyleCnt="5"/>
      <dgm:spPr>
        <a:blipFill>
          <a:blip xmlns:r="http://schemas.openxmlformats.org/officeDocument/2006/relationships"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ide avec un remplissage uni"/>
        </a:ext>
      </dgm:extLst>
    </dgm:pt>
    <dgm:pt modelId="{8D13398C-2600-41DC-98BD-F23EA8E57E07}" type="pres">
      <dgm:prSet presAssocID="{D4E34A20-53E6-45ED-9848-9BE6F3D40837}" presName="spaceRect" presStyleCnt="0"/>
      <dgm:spPr/>
    </dgm:pt>
    <dgm:pt modelId="{5BAED785-CB57-414E-8A9B-2BEC8EC1AD3B}" type="pres">
      <dgm:prSet presAssocID="{D4E34A20-53E6-45ED-9848-9BE6F3D40837}" presName="parTx" presStyleLbl="revTx" presStyleIdx="1" presStyleCnt="5">
        <dgm:presLayoutVars>
          <dgm:chMax val="0"/>
          <dgm:chPref val="0"/>
        </dgm:presLayoutVars>
      </dgm:prSet>
      <dgm:spPr/>
    </dgm:pt>
    <dgm:pt modelId="{084718EB-C021-4E76-97FC-162EEEA52126}" type="pres">
      <dgm:prSet presAssocID="{D658429F-F51A-45E2-8058-CE629FD44140}" presName="sibTrans" presStyleCnt="0"/>
      <dgm:spPr/>
    </dgm:pt>
    <dgm:pt modelId="{FCBA903C-D4C9-4A50-8F8F-F5BCBA702D63}" type="pres">
      <dgm:prSet presAssocID="{80ABDD89-8BF0-4B43-9472-072329FC614C}" presName="compNode" presStyleCnt="0"/>
      <dgm:spPr/>
    </dgm:pt>
    <dgm:pt modelId="{A5B082EC-8D0A-4455-8DA0-ADE84CF98914}" type="pres">
      <dgm:prSet presAssocID="{80ABDD89-8BF0-4B43-9472-072329FC614C}" presName="bgRect" presStyleLbl="bgShp" presStyleIdx="2" presStyleCnt="5"/>
      <dgm:spPr/>
    </dgm:pt>
    <dgm:pt modelId="{FAD86CF1-A2D6-4E4B-BBE1-04F5E83A271B}" type="pres">
      <dgm:prSet presAssocID="{80ABDD89-8BF0-4B43-9472-072329FC614C}" presName="iconRect" presStyleLbl="node1" presStyleIdx="2" presStyleCnt="5"/>
      <dgm:spPr>
        <a:blipFill rotWithShape="1">
          <a:blip xmlns:r="http://schemas.openxmlformats.org/officeDocument/2006/relationships"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</dgm:spPr>
    </dgm:pt>
    <dgm:pt modelId="{06AE24EE-FFE4-446A-BAD4-ED796EF004A8}" type="pres">
      <dgm:prSet presAssocID="{80ABDD89-8BF0-4B43-9472-072329FC614C}" presName="spaceRect" presStyleCnt="0"/>
      <dgm:spPr/>
    </dgm:pt>
    <dgm:pt modelId="{3E750FCA-6B02-4D22-AB1F-32CF4F912412}" type="pres">
      <dgm:prSet presAssocID="{80ABDD89-8BF0-4B43-9472-072329FC614C}" presName="parTx" presStyleLbl="revTx" presStyleIdx="2" presStyleCnt="5">
        <dgm:presLayoutVars>
          <dgm:chMax val="0"/>
          <dgm:chPref val="0"/>
        </dgm:presLayoutVars>
      </dgm:prSet>
      <dgm:spPr/>
    </dgm:pt>
    <dgm:pt modelId="{0A4C942D-9507-4976-A907-F63E6A2FADA9}" type="pres">
      <dgm:prSet presAssocID="{A4F4E8E8-70F5-4A7F-A71C-C5AF1224759E}" presName="sibTrans" presStyleCnt="0"/>
      <dgm:spPr/>
    </dgm:pt>
    <dgm:pt modelId="{B21D9B05-9141-4D69-A95A-88EB821112FB}" type="pres">
      <dgm:prSet presAssocID="{8716E896-1C8E-450B-BF3B-F531374FF4DA}" presName="compNode" presStyleCnt="0"/>
      <dgm:spPr/>
    </dgm:pt>
    <dgm:pt modelId="{2638A8F3-E44F-4902-9AD2-0E2C195D28C6}" type="pres">
      <dgm:prSet presAssocID="{8716E896-1C8E-450B-BF3B-F531374FF4DA}" presName="bgRect" presStyleLbl="bgShp" presStyleIdx="3" presStyleCnt="5"/>
      <dgm:spPr/>
    </dgm:pt>
    <dgm:pt modelId="{5188AAEC-1DE4-4D7F-8917-80B37F4A2556}" type="pres">
      <dgm:prSet presAssocID="{8716E896-1C8E-450B-BF3B-F531374FF4DA}" presName="iconRect" presStyleLbl="node1" presStyleIdx="3" presStyleCnt="5"/>
      <dgm:spPr>
        <a:blipFill>
          <a:blip xmlns:r="http://schemas.openxmlformats.org/officeDocument/2006/relationships"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se-papiers partiellement vérifié avec un remplissage uni"/>
        </a:ext>
      </dgm:extLst>
    </dgm:pt>
    <dgm:pt modelId="{C279D930-D975-4B9E-A7C3-E2146819C81E}" type="pres">
      <dgm:prSet presAssocID="{8716E896-1C8E-450B-BF3B-F531374FF4DA}" presName="spaceRect" presStyleCnt="0"/>
      <dgm:spPr/>
    </dgm:pt>
    <dgm:pt modelId="{ADAE9B40-C80F-47BE-8BEA-99EF8A0821ED}" type="pres">
      <dgm:prSet presAssocID="{8716E896-1C8E-450B-BF3B-F531374FF4DA}" presName="parTx" presStyleLbl="revTx" presStyleIdx="3" presStyleCnt="5">
        <dgm:presLayoutVars>
          <dgm:chMax val="0"/>
          <dgm:chPref val="0"/>
        </dgm:presLayoutVars>
      </dgm:prSet>
      <dgm:spPr/>
    </dgm:pt>
    <dgm:pt modelId="{02EB6A5F-DC21-453C-9FD1-8C0675A569A5}" type="pres">
      <dgm:prSet presAssocID="{E37B3917-63E0-462A-BF20-9C36D9A8CF90}" presName="sibTrans" presStyleCnt="0"/>
      <dgm:spPr/>
    </dgm:pt>
    <dgm:pt modelId="{B5DEC605-2603-4A04-A35B-01EFE22E5B00}" type="pres">
      <dgm:prSet presAssocID="{C2E1F4F5-AA4C-49C2-9E60-B6FB2D183408}" presName="compNode" presStyleCnt="0"/>
      <dgm:spPr/>
    </dgm:pt>
    <dgm:pt modelId="{FBF0EC26-5381-4E4A-A31D-8D6D4A7E5E63}" type="pres">
      <dgm:prSet presAssocID="{C2E1F4F5-AA4C-49C2-9E60-B6FB2D183408}" presName="bgRect" presStyleLbl="bgShp" presStyleIdx="4" presStyleCnt="5"/>
      <dgm:spPr/>
    </dgm:pt>
    <dgm:pt modelId="{4E959A72-204B-4632-8B4C-EF038ED876E3}" type="pres">
      <dgm:prSet presAssocID="{C2E1F4F5-AA4C-49C2-9E60-B6FB2D183408}" presName="iconRect" presStyleLbl="node1" presStyleIdx="4" presStyleCnt="5"/>
      <dgm:spPr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Yoga avec un remplissage uni"/>
        </a:ext>
      </dgm:extLst>
    </dgm:pt>
    <dgm:pt modelId="{48D44972-E5FB-483D-B6D2-E4CA4A09196F}" type="pres">
      <dgm:prSet presAssocID="{C2E1F4F5-AA4C-49C2-9E60-B6FB2D183408}" presName="spaceRect" presStyleCnt="0"/>
      <dgm:spPr/>
    </dgm:pt>
    <dgm:pt modelId="{2B53475E-4322-4566-910A-BE594A2D0A92}" type="pres">
      <dgm:prSet presAssocID="{C2E1F4F5-AA4C-49C2-9E60-B6FB2D18340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FB4C513-D9ED-4E86-8ED5-13A6773DED6D}" type="presOf" srcId="{540AEF72-0B8A-4F61-ABE9-662B9E034DFA}" destId="{AF3AEC73-28F3-47DF-A4FE-1DAF9C7AC7A6}" srcOrd="0" destOrd="0" presId="urn:microsoft.com/office/officeart/2018/2/layout/IconVerticalSolidList"/>
    <dgm:cxn modelId="{18DDED2D-CA2A-4532-A22D-B310F66B8A46}" type="presOf" srcId="{C2E1F4F5-AA4C-49C2-9E60-B6FB2D183408}" destId="{2B53475E-4322-4566-910A-BE594A2D0A92}" srcOrd="0" destOrd="0" presId="urn:microsoft.com/office/officeart/2018/2/layout/IconVerticalSolidList"/>
    <dgm:cxn modelId="{1AB89845-884E-4755-B396-B83B5B9C5F57}" type="presOf" srcId="{D4E34A20-53E6-45ED-9848-9BE6F3D40837}" destId="{5BAED785-CB57-414E-8A9B-2BEC8EC1AD3B}" srcOrd="0" destOrd="0" presId="urn:microsoft.com/office/officeart/2018/2/layout/IconVerticalSolidList"/>
    <dgm:cxn modelId="{115F444A-D96E-46E7-9948-C4146FABAE3F}" type="presOf" srcId="{19DFC336-8A31-4DCB-A61F-C76281652296}" destId="{4FB06E8D-27C1-4FDE-8DCA-CDF3465B7C75}" srcOrd="0" destOrd="0" presId="urn:microsoft.com/office/officeart/2018/2/layout/IconVerticalSolidList"/>
    <dgm:cxn modelId="{8E693972-7C0B-4B0F-845B-D48E8AADC039}" srcId="{540AEF72-0B8A-4F61-ABE9-662B9E034DFA}" destId="{C2E1F4F5-AA4C-49C2-9E60-B6FB2D183408}" srcOrd="4" destOrd="0" parTransId="{434FC23A-4C69-438E-9447-51DECB055936}" sibTransId="{B4F71EF3-7569-483D-8CCE-39457CBE8A34}"/>
    <dgm:cxn modelId="{38D35675-FFE9-4EA4-B44C-48B99F4955E2}" type="presOf" srcId="{80ABDD89-8BF0-4B43-9472-072329FC614C}" destId="{3E750FCA-6B02-4D22-AB1F-32CF4F912412}" srcOrd="0" destOrd="0" presId="urn:microsoft.com/office/officeart/2018/2/layout/IconVerticalSolidList"/>
    <dgm:cxn modelId="{9390087C-EE0F-4C6A-93AC-B2968A53D943}" srcId="{540AEF72-0B8A-4F61-ABE9-662B9E034DFA}" destId="{8716E896-1C8E-450B-BF3B-F531374FF4DA}" srcOrd="3" destOrd="0" parTransId="{8673EFAF-EE83-4B25-AB3D-32C8CD89C9F9}" sibTransId="{E37B3917-63E0-462A-BF20-9C36D9A8CF90}"/>
    <dgm:cxn modelId="{FD59BA93-4365-4842-AFEB-7F48B62F2F0F}" srcId="{540AEF72-0B8A-4F61-ABE9-662B9E034DFA}" destId="{19DFC336-8A31-4DCB-A61F-C76281652296}" srcOrd="0" destOrd="0" parTransId="{F2C7D2FC-3CCA-4AE7-8613-1B325E3C7EC9}" sibTransId="{B36CAEB0-5E4A-4C09-B027-6B8E0D93D1E2}"/>
    <dgm:cxn modelId="{4BBE05BC-85BA-4B19-91CC-3CC40BF93AC8}" type="presOf" srcId="{8716E896-1C8E-450B-BF3B-F531374FF4DA}" destId="{ADAE9B40-C80F-47BE-8BEA-99EF8A0821ED}" srcOrd="0" destOrd="0" presId="urn:microsoft.com/office/officeart/2018/2/layout/IconVerticalSolidList"/>
    <dgm:cxn modelId="{E48F40CE-CABB-4328-B5FE-C272486DC647}" srcId="{540AEF72-0B8A-4F61-ABE9-662B9E034DFA}" destId="{D4E34A20-53E6-45ED-9848-9BE6F3D40837}" srcOrd="1" destOrd="0" parTransId="{4E762347-E524-468A-BA56-31B9CD20C18C}" sibTransId="{D658429F-F51A-45E2-8058-CE629FD44140}"/>
    <dgm:cxn modelId="{DC82D9E3-5DDD-40B6-8D42-D84E06D3A9BC}" srcId="{540AEF72-0B8A-4F61-ABE9-662B9E034DFA}" destId="{80ABDD89-8BF0-4B43-9472-072329FC614C}" srcOrd="2" destOrd="0" parTransId="{461A5147-87D5-4C1B-BF2E-F1B6872E5CFF}" sibTransId="{A4F4E8E8-70F5-4A7F-A71C-C5AF1224759E}"/>
    <dgm:cxn modelId="{83554D7C-765C-46ED-94F0-52648F18AA91}" type="presParOf" srcId="{AF3AEC73-28F3-47DF-A4FE-1DAF9C7AC7A6}" destId="{3755F089-04E6-452F-858A-EBDB47ACC18F}" srcOrd="0" destOrd="0" presId="urn:microsoft.com/office/officeart/2018/2/layout/IconVerticalSolidList"/>
    <dgm:cxn modelId="{4EC5D387-147C-4F3C-AD07-D5BB0DF4FFB9}" type="presParOf" srcId="{3755F089-04E6-452F-858A-EBDB47ACC18F}" destId="{D786B95F-309D-457C-8130-80A576D86DDC}" srcOrd="0" destOrd="0" presId="urn:microsoft.com/office/officeart/2018/2/layout/IconVerticalSolidList"/>
    <dgm:cxn modelId="{899789A7-FB3A-4B57-A38E-1CCE5E0D0A50}" type="presParOf" srcId="{3755F089-04E6-452F-858A-EBDB47ACC18F}" destId="{50F8F8B1-8D6C-4E5D-8CD9-AAA2D210D2E7}" srcOrd="1" destOrd="0" presId="urn:microsoft.com/office/officeart/2018/2/layout/IconVerticalSolidList"/>
    <dgm:cxn modelId="{E21D6E50-BE95-47A7-BDE9-00B15D93915B}" type="presParOf" srcId="{3755F089-04E6-452F-858A-EBDB47ACC18F}" destId="{EE74A2F1-C349-48B0-9419-E1267F216A0C}" srcOrd="2" destOrd="0" presId="urn:microsoft.com/office/officeart/2018/2/layout/IconVerticalSolidList"/>
    <dgm:cxn modelId="{64E99668-8EFA-4032-A413-7601531AE45E}" type="presParOf" srcId="{3755F089-04E6-452F-858A-EBDB47ACC18F}" destId="{4FB06E8D-27C1-4FDE-8DCA-CDF3465B7C75}" srcOrd="3" destOrd="0" presId="urn:microsoft.com/office/officeart/2018/2/layout/IconVerticalSolidList"/>
    <dgm:cxn modelId="{F10E6F07-DDC0-49EC-BFE0-D3CC483B9464}" type="presParOf" srcId="{AF3AEC73-28F3-47DF-A4FE-1DAF9C7AC7A6}" destId="{AD26BD07-A63A-4B9F-A688-E63BC4217C4F}" srcOrd="1" destOrd="0" presId="urn:microsoft.com/office/officeart/2018/2/layout/IconVerticalSolidList"/>
    <dgm:cxn modelId="{3A79F274-3325-4813-BBFC-6FAD304D3C88}" type="presParOf" srcId="{AF3AEC73-28F3-47DF-A4FE-1DAF9C7AC7A6}" destId="{8105DBC2-F1E3-437B-AC56-05699AC2ABC0}" srcOrd="2" destOrd="0" presId="urn:microsoft.com/office/officeart/2018/2/layout/IconVerticalSolidList"/>
    <dgm:cxn modelId="{AD9EB5C9-C3CE-4BDA-BCDA-35BF88069694}" type="presParOf" srcId="{8105DBC2-F1E3-437B-AC56-05699AC2ABC0}" destId="{829CDE27-19BD-4B1C-832C-78FC1990E305}" srcOrd="0" destOrd="0" presId="urn:microsoft.com/office/officeart/2018/2/layout/IconVerticalSolidList"/>
    <dgm:cxn modelId="{7EE9BB3D-CB14-49A5-B40F-7ED634E6E1D7}" type="presParOf" srcId="{8105DBC2-F1E3-437B-AC56-05699AC2ABC0}" destId="{DAC7148F-AA6F-4E3C-87DD-6EA52A5279A0}" srcOrd="1" destOrd="0" presId="urn:microsoft.com/office/officeart/2018/2/layout/IconVerticalSolidList"/>
    <dgm:cxn modelId="{DBEA8CE2-FBB8-4B02-9FA5-12ABFE8B7DBA}" type="presParOf" srcId="{8105DBC2-F1E3-437B-AC56-05699AC2ABC0}" destId="{8D13398C-2600-41DC-98BD-F23EA8E57E07}" srcOrd="2" destOrd="0" presId="urn:microsoft.com/office/officeart/2018/2/layout/IconVerticalSolidList"/>
    <dgm:cxn modelId="{78ACE4B6-8EC5-455E-87EA-3C1FE2619563}" type="presParOf" srcId="{8105DBC2-F1E3-437B-AC56-05699AC2ABC0}" destId="{5BAED785-CB57-414E-8A9B-2BEC8EC1AD3B}" srcOrd="3" destOrd="0" presId="urn:microsoft.com/office/officeart/2018/2/layout/IconVerticalSolidList"/>
    <dgm:cxn modelId="{7A51DDE5-601E-4584-9894-DE426F38CDFA}" type="presParOf" srcId="{AF3AEC73-28F3-47DF-A4FE-1DAF9C7AC7A6}" destId="{084718EB-C021-4E76-97FC-162EEEA52126}" srcOrd="3" destOrd="0" presId="urn:microsoft.com/office/officeart/2018/2/layout/IconVerticalSolidList"/>
    <dgm:cxn modelId="{F62442F2-E1CD-4547-8976-DB7B3A2126A9}" type="presParOf" srcId="{AF3AEC73-28F3-47DF-A4FE-1DAF9C7AC7A6}" destId="{FCBA903C-D4C9-4A50-8F8F-F5BCBA702D63}" srcOrd="4" destOrd="0" presId="urn:microsoft.com/office/officeart/2018/2/layout/IconVerticalSolidList"/>
    <dgm:cxn modelId="{3AA6BAC0-0215-4751-8CE8-7F44355C8084}" type="presParOf" srcId="{FCBA903C-D4C9-4A50-8F8F-F5BCBA702D63}" destId="{A5B082EC-8D0A-4455-8DA0-ADE84CF98914}" srcOrd="0" destOrd="0" presId="urn:microsoft.com/office/officeart/2018/2/layout/IconVerticalSolidList"/>
    <dgm:cxn modelId="{F4481DE6-EB88-40AA-A550-E1C9BF710B45}" type="presParOf" srcId="{FCBA903C-D4C9-4A50-8F8F-F5BCBA702D63}" destId="{FAD86CF1-A2D6-4E4B-BBE1-04F5E83A271B}" srcOrd="1" destOrd="0" presId="urn:microsoft.com/office/officeart/2018/2/layout/IconVerticalSolidList"/>
    <dgm:cxn modelId="{B34D7FDB-4954-4E19-A632-750982A20E5F}" type="presParOf" srcId="{FCBA903C-D4C9-4A50-8F8F-F5BCBA702D63}" destId="{06AE24EE-FFE4-446A-BAD4-ED796EF004A8}" srcOrd="2" destOrd="0" presId="urn:microsoft.com/office/officeart/2018/2/layout/IconVerticalSolidList"/>
    <dgm:cxn modelId="{A73E8280-71DE-4550-A22F-B2CE9B7CC4DF}" type="presParOf" srcId="{FCBA903C-D4C9-4A50-8F8F-F5BCBA702D63}" destId="{3E750FCA-6B02-4D22-AB1F-32CF4F912412}" srcOrd="3" destOrd="0" presId="urn:microsoft.com/office/officeart/2018/2/layout/IconVerticalSolidList"/>
    <dgm:cxn modelId="{8607E752-346E-4D1A-8A41-C6D58E93E784}" type="presParOf" srcId="{AF3AEC73-28F3-47DF-A4FE-1DAF9C7AC7A6}" destId="{0A4C942D-9507-4976-A907-F63E6A2FADA9}" srcOrd="5" destOrd="0" presId="urn:microsoft.com/office/officeart/2018/2/layout/IconVerticalSolidList"/>
    <dgm:cxn modelId="{52C0D882-7899-4F20-9B0C-8084AB803B52}" type="presParOf" srcId="{AF3AEC73-28F3-47DF-A4FE-1DAF9C7AC7A6}" destId="{B21D9B05-9141-4D69-A95A-88EB821112FB}" srcOrd="6" destOrd="0" presId="urn:microsoft.com/office/officeart/2018/2/layout/IconVerticalSolidList"/>
    <dgm:cxn modelId="{8EFFEF04-173E-4995-ABFB-98AC9C96B2F9}" type="presParOf" srcId="{B21D9B05-9141-4D69-A95A-88EB821112FB}" destId="{2638A8F3-E44F-4902-9AD2-0E2C195D28C6}" srcOrd="0" destOrd="0" presId="urn:microsoft.com/office/officeart/2018/2/layout/IconVerticalSolidList"/>
    <dgm:cxn modelId="{9B6B2867-9FDB-4043-8E5A-019ABB2A1F35}" type="presParOf" srcId="{B21D9B05-9141-4D69-A95A-88EB821112FB}" destId="{5188AAEC-1DE4-4D7F-8917-80B37F4A2556}" srcOrd="1" destOrd="0" presId="urn:microsoft.com/office/officeart/2018/2/layout/IconVerticalSolidList"/>
    <dgm:cxn modelId="{346ACF70-F019-4E5E-A5FA-02EDEC519E12}" type="presParOf" srcId="{B21D9B05-9141-4D69-A95A-88EB821112FB}" destId="{C279D930-D975-4B9E-A7C3-E2146819C81E}" srcOrd="2" destOrd="0" presId="urn:microsoft.com/office/officeart/2018/2/layout/IconVerticalSolidList"/>
    <dgm:cxn modelId="{843DD83D-B1F4-4200-8D0A-2E1B8055EDF1}" type="presParOf" srcId="{B21D9B05-9141-4D69-A95A-88EB821112FB}" destId="{ADAE9B40-C80F-47BE-8BEA-99EF8A0821ED}" srcOrd="3" destOrd="0" presId="urn:microsoft.com/office/officeart/2018/2/layout/IconVerticalSolidList"/>
    <dgm:cxn modelId="{5E6D6550-BE1E-41C4-80AB-F890268CE005}" type="presParOf" srcId="{AF3AEC73-28F3-47DF-A4FE-1DAF9C7AC7A6}" destId="{02EB6A5F-DC21-453C-9FD1-8C0675A569A5}" srcOrd="7" destOrd="0" presId="urn:microsoft.com/office/officeart/2018/2/layout/IconVerticalSolidList"/>
    <dgm:cxn modelId="{24702FDA-0A8A-4AA9-AB15-B1B83756F88F}" type="presParOf" srcId="{AF3AEC73-28F3-47DF-A4FE-1DAF9C7AC7A6}" destId="{B5DEC605-2603-4A04-A35B-01EFE22E5B00}" srcOrd="8" destOrd="0" presId="urn:microsoft.com/office/officeart/2018/2/layout/IconVerticalSolidList"/>
    <dgm:cxn modelId="{4C522E60-B317-4DF7-AAA7-C53871EF5468}" type="presParOf" srcId="{B5DEC605-2603-4A04-A35B-01EFE22E5B00}" destId="{FBF0EC26-5381-4E4A-A31D-8D6D4A7E5E63}" srcOrd="0" destOrd="0" presId="urn:microsoft.com/office/officeart/2018/2/layout/IconVerticalSolidList"/>
    <dgm:cxn modelId="{F8BA6FFC-AC17-4982-B400-E40506A4F9DE}" type="presParOf" srcId="{B5DEC605-2603-4A04-A35B-01EFE22E5B00}" destId="{4E959A72-204B-4632-8B4C-EF038ED876E3}" srcOrd="1" destOrd="0" presId="urn:microsoft.com/office/officeart/2018/2/layout/IconVerticalSolidList"/>
    <dgm:cxn modelId="{95E9299B-BC2E-4A24-9405-9AF6047F36B7}" type="presParOf" srcId="{B5DEC605-2603-4A04-A35B-01EFE22E5B00}" destId="{48D44972-E5FB-483D-B6D2-E4CA4A09196F}" srcOrd="2" destOrd="0" presId="urn:microsoft.com/office/officeart/2018/2/layout/IconVerticalSolidList"/>
    <dgm:cxn modelId="{FA27E3BB-31EE-436C-926F-B121D8A5B723}" type="presParOf" srcId="{B5DEC605-2603-4A04-A35B-01EFE22E5B00}" destId="{2B53475E-4322-4566-910A-BE594A2D0A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6B95F-309D-457C-8130-80A576D86DDC}">
      <dsp:nvSpPr>
        <dsp:cNvPr id="0" name=""/>
        <dsp:cNvSpPr/>
      </dsp:nvSpPr>
      <dsp:spPr>
        <a:xfrm>
          <a:off x="0" y="3197"/>
          <a:ext cx="6628804" cy="6811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F8F8B1-8D6C-4E5D-8CD9-AAA2D210D2E7}">
      <dsp:nvSpPr>
        <dsp:cNvPr id="0" name=""/>
        <dsp:cNvSpPr/>
      </dsp:nvSpPr>
      <dsp:spPr>
        <a:xfrm>
          <a:off x="206034" y="156446"/>
          <a:ext cx="374608" cy="3746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06E8D-27C1-4FDE-8DCA-CDF3465B7C75}">
      <dsp:nvSpPr>
        <dsp:cNvPr id="0" name=""/>
        <dsp:cNvSpPr/>
      </dsp:nvSpPr>
      <dsp:spPr>
        <a:xfrm>
          <a:off x="786676" y="3197"/>
          <a:ext cx="5842127" cy="68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84" tIns="72084" rIns="72084" bIns="7208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noProof="0" dirty="0"/>
            <a:t>3a) </a:t>
          </a:r>
          <a:r>
            <a:rPr lang="fr-CA" sz="1900" kern="1200" noProof="0" dirty="0">
              <a:hlinkClick xmlns:r="http://schemas.openxmlformats.org/officeDocument/2006/relationships" r:id="" action="ppaction://hlinksldjump"/>
            </a:rPr>
            <a:t>Fonctions mathématiques et statistiques</a:t>
          </a:r>
          <a:endParaRPr lang="fr-CA" sz="1900" kern="1200" noProof="0" dirty="0"/>
        </a:p>
      </dsp:txBody>
      <dsp:txXfrm>
        <a:off x="786676" y="3197"/>
        <a:ext cx="5842127" cy="681105"/>
      </dsp:txXfrm>
    </dsp:sp>
    <dsp:sp modelId="{829CDE27-19BD-4B1C-832C-78FC1990E305}">
      <dsp:nvSpPr>
        <dsp:cNvPr id="0" name=""/>
        <dsp:cNvSpPr/>
      </dsp:nvSpPr>
      <dsp:spPr>
        <a:xfrm>
          <a:off x="0" y="854579"/>
          <a:ext cx="6628804" cy="6811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C7148F-AA6F-4E3C-87DD-6EA52A5279A0}">
      <dsp:nvSpPr>
        <dsp:cNvPr id="0" name=""/>
        <dsp:cNvSpPr/>
      </dsp:nvSpPr>
      <dsp:spPr>
        <a:xfrm>
          <a:off x="206034" y="1007828"/>
          <a:ext cx="374608" cy="3746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ED785-CB57-414E-8A9B-2BEC8EC1AD3B}">
      <dsp:nvSpPr>
        <dsp:cNvPr id="0" name=""/>
        <dsp:cNvSpPr/>
      </dsp:nvSpPr>
      <dsp:spPr>
        <a:xfrm>
          <a:off x="786676" y="854579"/>
          <a:ext cx="5842127" cy="68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84" tIns="72084" rIns="72084" bIns="7208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noProof="0" dirty="0"/>
            <a:t>3b) </a:t>
          </a:r>
          <a:r>
            <a:rPr lang="fr-CA" sz="1900" kern="1200" noProof="0" dirty="0">
              <a:hlinkClick xmlns:r="http://schemas.openxmlformats.org/officeDocument/2006/relationships" r:id="" action="ppaction://hlinksldjump"/>
            </a:rPr>
            <a:t>Tableaux, filtres et tris</a:t>
          </a:r>
          <a:endParaRPr lang="fr-CA" sz="1900" kern="1200" noProof="0" dirty="0"/>
        </a:p>
      </dsp:txBody>
      <dsp:txXfrm>
        <a:off x="786676" y="854579"/>
        <a:ext cx="5842127" cy="681105"/>
      </dsp:txXfrm>
    </dsp:sp>
    <dsp:sp modelId="{A5B082EC-8D0A-4455-8DA0-ADE84CF98914}">
      <dsp:nvSpPr>
        <dsp:cNvPr id="0" name=""/>
        <dsp:cNvSpPr/>
      </dsp:nvSpPr>
      <dsp:spPr>
        <a:xfrm>
          <a:off x="0" y="1705961"/>
          <a:ext cx="6628804" cy="6811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86CF1-A2D6-4E4B-BBE1-04F5E83A271B}">
      <dsp:nvSpPr>
        <dsp:cNvPr id="0" name=""/>
        <dsp:cNvSpPr/>
      </dsp:nvSpPr>
      <dsp:spPr>
        <a:xfrm>
          <a:off x="206034" y="1859210"/>
          <a:ext cx="374608" cy="374608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750FCA-6B02-4D22-AB1F-32CF4F912412}">
      <dsp:nvSpPr>
        <dsp:cNvPr id="0" name=""/>
        <dsp:cNvSpPr/>
      </dsp:nvSpPr>
      <dsp:spPr>
        <a:xfrm>
          <a:off x="786676" y="1705961"/>
          <a:ext cx="5842127" cy="68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84" tIns="72084" rIns="72084" bIns="7208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noProof="0" dirty="0"/>
            <a:t>3c) </a:t>
          </a:r>
          <a:r>
            <a:rPr lang="fr-CA" sz="1900" kern="1200" noProof="0" dirty="0">
              <a:hlinkClick xmlns:r="http://schemas.openxmlformats.org/officeDocument/2006/relationships" r:id=""/>
            </a:rPr>
            <a:t>Validation de données</a:t>
          </a:r>
          <a:endParaRPr lang="fr-CA" sz="1900" kern="1200" noProof="0" dirty="0"/>
        </a:p>
      </dsp:txBody>
      <dsp:txXfrm>
        <a:off x="786676" y="1705961"/>
        <a:ext cx="5842127" cy="681105"/>
      </dsp:txXfrm>
    </dsp:sp>
    <dsp:sp modelId="{2638A8F3-E44F-4902-9AD2-0E2C195D28C6}">
      <dsp:nvSpPr>
        <dsp:cNvPr id="0" name=""/>
        <dsp:cNvSpPr/>
      </dsp:nvSpPr>
      <dsp:spPr>
        <a:xfrm>
          <a:off x="0" y="2557343"/>
          <a:ext cx="6628804" cy="6811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88AAEC-1DE4-4D7F-8917-80B37F4A2556}">
      <dsp:nvSpPr>
        <dsp:cNvPr id="0" name=""/>
        <dsp:cNvSpPr/>
      </dsp:nvSpPr>
      <dsp:spPr>
        <a:xfrm>
          <a:off x="206034" y="2710592"/>
          <a:ext cx="374608" cy="3746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E9B40-C80F-47BE-8BEA-99EF8A0821ED}">
      <dsp:nvSpPr>
        <dsp:cNvPr id="0" name=""/>
        <dsp:cNvSpPr/>
      </dsp:nvSpPr>
      <dsp:spPr>
        <a:xfrm>
          <a:off x="786676" y="2557343"/>
          <a:ext cx="5842127" cy="68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84" tIns="72084" rIns="72084" bIns="7208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noProof="0" dirty="0"/>
            <a:t>3d) </a:t>
          </a:r>
          <a:r>
            <a:rPr lang="fr-CA" sz="1900" kern="1200" noProof="0" dirty="0">
              <a:hlinkClick xmlns:r="http://schemas.openxmlformats.org/officeDocument/2006/relationships" r:id=""/>
            </a:rPr>
            <a:t>Fonctions de recherche</a:t>
          </a:r>
          <a:endParaRPr lang="fr-CA" sz="1900" kern="1200" noProof="0" dirty="0"/>
        </a:p>
      </dsp:txBody>
      <dsp:txXfrm>
        <a:off x="786676" y="2557343"/>
        <a:ext cx="5842127" cy="681105"/>
      </dsp:txXfrm>
    </dsp:sp>
    <dsp:sp modelId="{FBF0EC26-5381-4E4A-A31D-8D6D4A7E5E63}">
      <dsp:nvSpPr>
        <dsp:cNvPr id="0" name=""/>
        <dsp:cNvSpPr/>
      </dsp:nvSpPr>
      <dsp:spPr>
        <a:xfrm>
          <a:off x="0" y="3408725"/>
          <a:ext cx="6628804" cy="6811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59A72-204B-4632-8B4C-EF038ED876E3}">
      <dsp:nvSpPr>
        <dsp:cNvPr id="0" name=""/>
        <dsp:cNvSpPr/>
      </dsp:nvSpPr>
      <dsp:spPr>
        <a:xfrm>
          <a:off x="206034" y="3561974"/>
          <a:ext cx="374608" cy="3746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53475E-4322-4566-910A-BE594A2D0A92}">
      <dsp:nvSpPr>
        <dsp:cNvPr id="0" name=""/>
        <dsp:cNvSpPr/>
      </dsp:nvSpPr>
      <dsp:spPr>
        <a:xfrm>
          <a:off x="786676" y="3408725"/>
          <a:ext cx="5842127" cy="681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84" tIns="72084" rIns="72084" bIns="7208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noProof="0" dirty="0"/>
            <a:t>3e) </a:t>
          </a:r>
          <a:r>
            <a:rPr lang="fr-CA" sz="1900" kern="1200" noProof="0" dirty="0">
              <a:hlinkClick xmlns:r="http://schemas.openxmlformats.org/officeDocument/2006/relationships" r:id=""/>
            </a:rPr>
            <a:t>Mise en forme conditionnelle</a:t>
          </a:r>
          <a:endParaRPr lang="fr-CA" sz="1900" kern="1200" noProof="0" dirty="0"/>
        </a:p>
      </dsp:txBody>
      <dsp:txXfrm>
        <a:off x="786676" y="3408725"/>
        <a:ext cx="5842127" cy="681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C8D8BEA-B4EE-F4CF-A47E-E1B8F8BBD1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A325FBC-A6FA-C61A-88F5-D0D0728065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0569-7759-4466-B10A-80EFD977C1AE}" type="datetimeFigureOut">
              <a:rPr lang="fr-CA" smtClean="0"/>
              <a:t>2023-09-17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74D41C-AC36-8323-9593-38E10441E5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966C5C-7676-926D-AF14-0CE97627A7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63414-E850-4C9F-B9D1-7CAC6AB7D44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14358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D03A-BCD9-4C89-9ED3-E4D9CC3FF0CB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08797" y="6492875"/>
            <a:ext cx="480027" cy="365125"/>
          </a:xfrm>
        </p:spPr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028835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1B6B6-1ADF-4786-843B-85A2D743B4E3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919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6C16F-9889-47B0-9C56-0B971B53DE62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439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D03A-BCD9-4C89-9ED3-E4D9CC3FF0CB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08797" y="6492875"/>
            <a:ext cx="480027" cy="365125"/>
          </a:xfrm>
        </p:spPr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02883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580662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23F3-A5AC-4888-A14F-1396FD9C4939}" type="datetime1">
              <a:rPr lang="fr-CA" smtClean="0"/>
              <a:t>2023-09-17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7150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D41F6-C4AA-40E5-B68A-062C95BA7B4B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83616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6C16F-9889-47B0-9C56-0B971B53DE62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8437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4BE1-5A34-4CB4-925A-977610D9CE24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570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D0-1B17-48A0-A5DB-20DD6C36B202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55549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88214-4507-4A00-9098-B8FA23AFDF57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987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297612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7D642-89F3-431A-8999-20056D1034D1}" type="datetime1">
              <a:rPr lang="fr-CA" smtClean="0"/>
              <a:t>2023-09-17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90790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4776-2D82-48D3-8463-106042B98091}" type="datetime1">
              <a:rPr lang="fr-CA" smtClean="0"/>
              <a:t>2023-09-17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83408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8656-54E7-4737-B681-0FD8568DE06D}" type="datetime1">
              <a:rPr lang="fr-CA" smtClean="0"/>
              <a:t>2023-09-17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9635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3D01-BB5D-4EA4-AF86-65C90E73B59A}" type="datetime1">
              <a:rPr lang="fr-CA" smtClean="0"/>
              <a:t>2023-09-17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0492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1D24-6C5A-4120-8767-1CF31A7D24BC}" type="datetime1">
              <a:rPr lang="fr-CA" smtClean="0"/>
              <a:t>2023-09-17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7587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AD6F-0878-48D4-A87B-94ACD7444C08}" type="datetime1">
              <a:rPr lang="fr-CA" smtClean="0"/>
              <a:t>2023-09-17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4461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B9E3-5307-4DBA-B42C-57F7EF37F2F9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83905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C36D-EA88-4669-AE70-C9650B74A0ED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3004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C787-6044-4E08-B976-EC9596A035CF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462135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6F1A-D2E1-43F6-AB39-28D01BFFD700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32904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D33A-536B-4D11-9658-4C18F0C6E8B8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82444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F08D2-AF15-4FEB-B8DC-E0BC3A750B8A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234748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FE1FC-5F04-46E4-9955-09B04E43101E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862803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4BE1-5A34-4CB4-925A-977610D9CE24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39703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D0-1B17-48A0-A5DB-20DD6C36B202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431767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88214-4507-4A00-9098-B8FA23AFDF57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920992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297612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7D642-89F3-431A-8999-20056D1034D1}" type="datetime1">
              <a:rPr lang="fr-CA" smtClean="0"/>
              <a:t>2023-09-17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348564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4776-2D82-48D3-8463-106042B98091}" type="datetime1">
              <a:rPr lang="fr-CA" smtClean="0"/>
              <a:t>2023-09-17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11037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8656-54E7-4737-B681-0FD8568DE06D}" type="datetime1">
              <a:rPr lang="fr-CA" smtClean="0"/>
              <a:t>2023-09-17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231572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3D01-BB5D-4EA4-AF86-65C90E73B59A}" type="datetime1">
              <a:rPr lang="fr-CA" smtClean="0"/>
              <a:t>2023-09-17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5263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1D24-6C5A-4120-8767-1CF31A7D24BC}" type="datetime1">
              <a:rPr lang="fr-CA" smtClean="0"/>
              <a:t>2023-09-17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005622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AD6F-0878-48D4-A87B-94ACD7444C08}" type="datetime1">
              <a:rPr lang="fr-CA" smtClean="0"/>
              <a:t>2023-09-17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262576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B9E3-5307-4DBA-B42C-57F7EF37F2F9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781501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C36D-EA88-4669-AE70-C9650B74A0ED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4881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C787-6044-4E08-B976-EC9596A035CF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210096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6F1A-D2E1-43F6-AB39-28D01BFFD700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09925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D33A-536B-4D11-9658-4C18F0C6E8B8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141726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F08D2-AF15-4FEB-B8DC-E0BC3A750B8A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201213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FE1FC-5F04-46E4-9955-09B04E43101E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2892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slide" Target="../slides/slide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" Target="../slides/slide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" Target="../slides/slid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" Target="../slides/slide2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A29D1-F0D4-4DC2-9C21-234D143624C9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5473" y="6309494"/>
            <a:ext cx="48002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E21EB8"/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18" name="Graphique 17" descr="Logement">
            <a:hlinkClick r:id="rId5" action="ppaction://hlinksldjump"/>
            <a:extLst>
              <a:ext uri="{FF2B5EF4-FFF2-40B4-BE49-F238E27FC236}">
                <a16:creationId xmlns:a16="http://schemas.microsoft.com/office/drawing/2014/main" id="{55650D28-7B73-4377-82E0-B5D3C473AC9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0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17" r:id="rId2"/>
    <p:sldLayoutId id="2147483736" r:id="rId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 userDrawn="1">
          <p15:clr>
            <a:srgbClr val="F26B43"/>
          </p15:clr>
        </p15:guide>
        <p15:guide id="2" pos="717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A29D1-F0D4-4DC2-9C21-234D143624C9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5473" y="6309494"/>
            <a:ext cx="48002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E21EB8"/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18" name="Graphique 17" descr="Logement">
            <a:hlinkClick r:id="rId6" action="ppaction://hlinksldjump"/>
            <a:extLst>
              <a:ext uri="{FF2B5EF4-FFF2-40B4-BE49-F238E27FC236}">
                <a16:creationId xmlns:a16="http://schemas.microsoft.com/office/drawing/2014/main" id="{55650D28-7B73-4377-82E0-B5D3C473AC9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0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64" r:id="rId2"/>
    <p:sldLayoutId id="2147483663" r:id="rId3"/>
    <p:sldLayoutId id="2147483662" r:id="rId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 userDrawn="1">
          <p15:clr>
            <a:srgbClr val="F26B43"/>
          </p15:clr>
        </p15:guide>
        <p15:guide id="2" pos="717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FD31-A4C8-4F38-831A-17DA86431354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5555" y="6307566"/>
            <a:ext cx="45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00"/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18" name="Graphique 17" descr="Logement">
            <a:hlinkClick r:id="rId18" action="ppaction://hlinksldjump"/>
            <a:extLst>
              <a:ext uri="{FF2B5EF4-FFF2-40B4-BE49-F238E27FC236}">
                <a16:creationId xmlns:a16="http://schemas.microsoft.com/office/drawing/2014/main" id="{D2CB7D9C-B51C-4907-932A-DC4BA1C48A19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0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FD31-A4C8-4F38-831A-17DA86431354}" type="datetime1">
              <a:rPr lang="fr-CA" smtClean="0"/>
              <a:t>2023-09-17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5555" y="6307566"/>
            <a:ext cx="45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00"/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18" name="Graphique 17" descr="Logement">
            <a:hlinkClick r:id="rId18" action="ppaction://hlinksldjump"/>
            <a:extLst>
              <a:ext uri="{FF2B5EF4-FFF2-40B4-BE49-F238E27FC236}">
                <a16:creationId xmlns:a16="http://schemas.microsoft.com/office/drawing/2014/main" id="{D2CB7D9C-B51C-4907-932A-DC4BA1C48A19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57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vgY8DQaVv9Q?feature=oemb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sZxepyMnJmk?feature=oemb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JfaJJ2ZSGcg?feature=oembe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hU7-3zqGdFs?feature=oemb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gitell.com/fr/livre-de-lecture/excel-2016---fonctions-de-base" TargetMode="External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Jph6N7tONpc?feature=oembed" TargetMode="External"/><Relationship Id="rId5" Type="http://schemas.openxmlformats.org/officeDocument/2006/relationships/image" Target="../media/image12.png"/><Relationship Id="rId4" Type="http://schemas.openxmlformats.org/officeDocument/2006/relationships/hyperlink" Target="https://support.microsoft.com/fr-fr/office/importer-et-analyser-des-donn%c3%a9es-ccd3c4a6-272f-4c97-afbb-d3f27407fcde?ui=fr-FR&amp;rs=fr-FR&amp;ad=FR#id0eaabaaa=table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gitell.com/fr/livre-de-lecture/excel-2016---fonctions-de-base" TargetMode="External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fp9UgmNhWP4?feature=oembed" TargetMode="External"/><Relationship Id="rId5" Type="http://schemas.openxmlformats.org/officeDocument/2006/relationships/image" Target="../media/image15.jpeg"/><Relationship Id="rId4" Type="http://schemas.openxmlformats.org/officeDocument/2006/relationships/hyperlink" Target="https://support.microsoft.com/fr-fr/office/importer-et-analyser-des-donn%c3%a9es-ccd3c4a6-272f-4c97-afbb-d3f27407fcde?ui=fr-FR&amp;rs=fr-FR&amp;ad=FR#ID0EAABAAA=Sort_and_filter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gitell.com/fr/livre-de-lecture/excel-2016---fonctions-de-base" TargetMode="External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zvdUccPKFhk?feature=oembed" TargetMode="External"/><Relationship Id="rId5" Type="http://schemas.openxmlformats.org/officeDocument/2006/relationships/image" Target="../media/image12.png"/><Relationship Id="rId4" Type="http://schemas.openxmlformats.org/officeDocument/2006/relationships/hyperlink" Target="https://support.microsoft.com/fr-fr/office/importer-et-analyser-des-donn%c3%a9es-ccd3c4a6-272f-4c97-afbb-d3f27407fcde?ui=fr-FR&amp;rs=fr-FR&amp;ad=FR#ID0EAABAAA=Sort_and_filter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7.xml"/><Relationship Id="rId1" Type="http://schemas.openxmlformats.org/officeDocument/2006/relationships/video" Target="https://www.youtube.com/embed/WKZKJFr9p30?feature=oembe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7.xml"/><Relationship Id="rId1" Type="http://schemas.openxmlformats.org/officeDocument/2006/relationships/video" Target="https://www.youtube.com/embed/di-Ybl-NuoI?feature=oembed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5.xml"/><Relationship Id="rId1" Type="http://schemas.openxmlformats.org/officeDocument/2006/relationships/video" Target="https://www.youtube.com/embed/bnsQRcdCltw?feature=oembe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7.xml"/><Relationship Id="rId1" Type="http://schemas.openxmlformats.org/officeDocument/2006/relationships/video" Target="https://www.youtube.com/embed/W3Q8W8WaPUc?feature=oembed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8.jpeg"/><Relationship Id="rId2" Type="http://schemas.openxmlformats.org/officeDocument/2006/relationships/video" Target="https://www.youtube.com/embed/zrd0Pztu_UI?feature=oembed" TargetMode="External"/><Relationship Id="rId1" Type="http://schemas.openxmlformats.org/officeDocument/2006/relationships/tags" Target="../tags/tag7.xml"/><Relationship Id="rId6" Type="http://schemas.openxmlformats.org/officeDocument/2006/relationships/hyperlink" Target="https://www.logitell.com/fr/livre-de-lecture/excel-2016---fonctions-de-base" TargetMode="External"/><Relationship Id="rId5" Type="http://schemas.openxmlformats.org/officeDocument/2006/relationships/hyperlink" Target="https://support.microsoft.com/fr-fr/office/appliquer-la-mise-en-forme-conditionnelle-pour-faire-ressortir-des-informations-fed60dfa-1d3f-4e13-9ecb-f1951ff89d7f?ns=excel&amp;version=90&amp;ui=fr-fr&amp;rs=fr-fr&amp;ad=fr" TargetMode="Externa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https://www.youtube.com/embed/SJj-XZm5NHY?feature=oembed" TargetMode="External"/><Relationship Id="rId1" Type="http://schemas.openxmlformats.org/officeDocument/2006/relationships/tags" Target="../tags/tag8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3.jpeg"/><Relationship Id="rId2" Type="http://schemas.openxmlformats.org/officeDocument/2006/relationships/video" Target="https://www.youtube.com/embed/Dy4taop-XEs?feature=oembed" TargetMode="External"/><Relationship Id="rId1" Type="http://schemas.openxmlformats.org/officeDocument/2006/relationships/tags" Target="../tags/tag9.xml"/><Relationship Id="rId6" Type="http://schemas.openxmlformats.org/officeDocument/2006/relationships/hyperlink" Target="https://kpu.pressbooks.pub/learningtolearnonline/chapter/information-management-for-online-learning/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https://www.youtube.com/embed/_acedJPxsJc?feature=oembed" TargetMode="External"/><Relationship Id="rId1" Type="http://schemas.openxmlformats.org/officeDocument/2006/relationships/tags" Target="../tags/tag10.xml"/><Relationship Id="rId6" Type="http://schemas.openxmlformats.org/officeDocument/2006/relationships/image" Target="../media/image25.jpeg"/><Relationship Id="rId5" Type="http://schemas.openxmlformats.org/officeDocument/2006/relationships/hyperlink" Target="https://www.logitell.com/fr/livre-de-lecture/excel-2016---fonctions-de-base" TargetMode="Externa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7.jpeg"/><Relationship Id="rId2" Type="http://schemas.openxmlformats.org/officeDocument/2006/relationships/video" Target="https://www.youtube.com/embed/8OSLznIJOwc?feature=oembed" TargetMode="External"/><Relationship Id="rId1" Type="http://schemas.openxmlformats.org/officeDocument/2006/relationships/tags" Target="../tags/tag11.xml"/><Relationship Id="rId6" Type="http://schemas.openxmlformats.org/officeDocument/2006/relationships/hyperlink" Target="https://kpu.pressbooks.pub/learningtolearnonline/chapter/information-management-for-online-learning/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9.jpeg"/><Relationship Id="rId2" Type="http://schemas.openxmlformats.org/officeDocument/2006/relationships/video" Target="https://www.youtube.com/embed/G8poivxATc0?feature=oembed" TargetMode="External"/><Relationship Id="rId1" Type="http://schemas.openxmlformats.org/officeDocument/2006/relationships/tags" Target="../tags/tag12.xml"/><Relationship Id="rId6" Type="http://schemas.openxmlformats.org/officeDocument/2006/relationships/hyperlink" Target="https://kpu.pressbooks.pub/learningtolearnonline/chapter/information-management-for-online-learning/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1.jpeg"/><Relationship Id="rId2" Type="http://schemas.openxmlformats.org/officeDocument/2006/relationships/video" Target="https://www.youtube.com/embed/wTzJw43528E?feature=oembed" TargetMode="External"/><Relationship Id="rId1" Type="http://schemas.openxmlformats.org/officeDocument/2006/relationships/tags" Target="../tags/tag13.xml"/><Relationship Id="rId6" Type="http://schemas.openxmlformats.org/officeDocument/2006/relationships/hyperlink" Target="https://kpu.pressbooks.pub/learningtolearnonline/chapter/information-management-for-online-learning/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BED666-3429-4A18-8D27-EB9710F86173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noProof="0" dirty="0"/>
              <a:t>Milieu informatique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A40A975-3DD2-42E4-80DA-D70600175824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noProof="0" dirty="0"/>
              <a:t>Partie 3 | fonctions mathématiques, tableaux, mise en forme conditionnelle, validation de données et fonctions de recherche</a:t>
            </a:r>
          </a:p>
          <a:p>
            <a:r>
              <a:rPr lang="fr-CA" dirty="0"/>
              <a:t>Par Martin Hardy, Réarrangé par Christopher Coulombe</a:t>
            </a:r>
          </a:p>
          <a:p>
            <a:endParaRPr lang="fr-CA" noProof="0" dirty="0"/>
          </a:p>
        </p:txBody>
      </p:sp>
      <p:pic>
        <p:nvPicPr>
          <p:cNvPr id="7" name="Image 6" descr="Une image contenant signe, dessin&#10;&#10;Description générée automatiquement">
            <a:extLst>
              <a:ext uri="{FF2B5EF4-FFF2-40B4-BE49-F238E27FC236}">
                <a16:creationId xmlns:a16="http://schemas.microsoft.com/office/drawing/2014/main" id="{AF8AAAA8-543A-4BC9-B938-C4BE96FD989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747" y="1016846"/>
            <a:ext cx="3124206" cy="167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5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701">
        <p:fade/>
      </p:transition>
    </mc:Choice>
    <mc:Fallback xmlns="">
      <p:transition spd="med" advTm="1370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93289B-BE98-45DB-A500-BF315B07FC9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fr-CA" sz="4400" noProof="0" dirty="0"/>
              <a:t>Contenu</a:t>
            </a:r>
          </a:p>
        </p:txBody>
      </p:sp>
      <p:graphicFrame>
        <p:nvGraphicFramePr>
          <p:cNvPr id="5" name="Espace réservé du texte 2">
            <a:extLst>
              <a:ext uri="{FF2B5EF4-FFF2-40B4-BE49-F238E27FC236}">
                <a16:creationId xmlns:a16="http://schemas.microsoft.com/office/drawing/2014/main" id="{722F24D7-6EC7-4EB3-9B1E-A70E422E58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4166778"/>
              </p:ext>
            </p:extLst>
          </p:nvPr>
        </p:nvGraphicFramePr>
        <p:xfrm>
          <a:off x="4916553" y="944563"/>
          <a:ext cx="6628804" cy="4093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A052B8-C5BF-484E-BBA0-2828FFEB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B1677F1-0331-4992-9DEA-02D602B01970}"/>
              </a:ext>
            </a:extLst>
          </p:cNvPr>
          <p:cNvSpPr txBox="1"/>
          <p:nvPr/>
        </p:nvSpPr>
        <p:spPr>
          <a:xfrm>
            <a:off x="4916553" y="5186143"/>
            <a:ext cx="6746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chemeClr val="accent5"/>
                </a:solidFill>
              </a:rPr>
              <a:t>Vous pouvez cliquer sur un chapitre pour y rendre directement et ensuite cliquer sur l’icône de maison pour revenir ici</a:t>
            </a:r>
          </a:p>
        </p:txBody>
      </p:sp>
    </p:spTree>
    <p:extLst>
      <p:ext uri="{BB962C8B-B14F-4D97-AF65-F5344CB8AC3E}">
        <p14:creationId xmlns:p14="http://schemas.microsoft.com/office/powerpoint/2010/main" val="163855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968">
        <p:fade/>
      </p:transition>
    </mc:Choice>
    <mc:Fallback xmlns="">
      <p:transition spd="med" advTm="1596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5943749-239C-43CB-AF93-4954CABE46C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30219" y="2700867"/>
            <a:ext cx="7743783" cy="1826581"/>
          </a:xfrm>
        </p:spPr>
        <p:txBody>
          <a:bodyPr/>
          <a:lstStyle/>
          <a:p>
            <a:r>
              <a:rPr lang="fr-CA" noProof="0" dirty="0"/>
              <a:t>3a) Fonctions mathématiques et statistiques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6B9066-88B4-4E51-A43B-31B99EDC4F15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BB1E639-E277-4276-A370-1F21E64D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67690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B575DB-41D5-401C-88FB-7C93BE7B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600" noProof="0" dirty="0">
                <a:effectLst/>
              </a:rPr>
              <a:t>=ARRONDI(nombre; </a:t>
            </a:r>
            <a:r>
              <a:rPr lang="fr-CA" sz="3600" noProof="0" dirty="0" err="1">
                <a:effectLst/>
              </a:rPr>
              <a:t>nb_décimales</a:t>
            </a:r>
            <a:r>
              <a:rPr lang="fr-CA" sz="3600" noProof="0" dirty="0">
                <a:effectLst/>
              </a:rPr>
              <a:t>)</a:t>
            </a:r>
            <a:endParaRPr lang="fr-CA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B752F-DB8D-4CE1-B158-CFF7112634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Fonction qui permet d’arrondir un nombre au nombre de décimales spécifiées;</a:t>
            </a:r>
          </a:p>
          <a:p>
            <a:r>
              <a:rPr lang="fr-CA" dirty="0"/>
              <a:t>Pour arrondir à l’entier, il faut saisir « 0 » dans le 2</a:t>
            </a:r>
            <a:r>
              <a:rPr lang="fr-CA" baseline="30000" dirty="0"/>
              <a:t>e</a:t>
            </a:r>
            <a:r>
              <a:rPr lang="fr-CA" dirty="0"/>
              <a:t> paramètre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3045AF-29D9-4E4F-90A6-9F76881C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4</a:t>
            </a:fld>
            <a:endParaRPr lang="fr-CA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C133A10-B534-0641-7484-0D02BDCDD391}"/>
              </a:ext>
            </a:extLst>
          </p:cNvPr>
          <p:cNvSpPr txBox="1"/>
          <p:nvPr/>
        </p:nvSpPr>
        <p:spPr>
          <a:xfrm>
            <a:off x="5089525" y="1186048"/>
            <a:ext cx="61876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800" dirty="0">
                <a:solidFill>
                  <a:srgbClr val="7030A0"/>
                </a:solidFill>
              </a:rPr>
              <a:t>Ouvrez le fichier </a:t>
            </a:r>
            <a:r>
              <a:rPr lang="fr-CA" sz="1800" dirty="0">
                <a:solidFill>
                  <a:schemeClr val="accent4"/>
                </a:solidFill>
              </a:rPr>
              <a:t>01 Liste des tansactions_.xlsx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800" dirty="0">
                <a:solidFill>
                  <a:srgbClr val="7030A0"/>
                </a:solidFill>
              </a:rPr>
              <a:t>Tentez de refaire cet exercice</a:t>
            </a:r>
            <a:endParaRPr lang="fr-CA" sz="18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800" dirty="0">
                <a:solidFill>
                  <a:srgbClr val="7030A0"/>
                </a:solidFill>
              </a:rPr>
              <a:t>Prenez des notes</a:t>
            </a:r>
          </a:p>
        </p:txBody>
      </p:sp>
      <p:pic>
        <p:nvPicPr>
          <p:cNvPr id="13" name="Média en ligne 12" title="Excel P3 D04 Arrondi">
            <a:hlinkClick r:id="" action="ppaction://media"/>
            <a:extLst>
              <a:ext uri="{FF2B5EF4-FFF2-40B4-BE49-F238E27FC236}">
                <a16:creationId xmlns:a16="http://schemas.microsoft.com/office/drawing/2014/main" id="{A8F72C59-1DFB-DF9C-6359-98AA08160BAF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089525" y="2249488"/>
            <a:ext cx="6581775" cy="37020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4355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B575DB-41D5-401C-88FB-7C93BE7B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600" noProof="0" dirty="0">
                <a:effectLst/>
              </a:rPr>
              <a:t>=ENT(nombre)</a:t>
            </a:r>
            <a:endParaRPr lang="fr-CA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B752F-DB8D-4CE1-B158-CFF7112634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Extraire la partie entière d’un nombre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3045AF-29D9-4E4F-90A6-9F76881C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5</a:t>
            </a:fld>
            <a:endParaRPr lang="fr-CA"/>
          </a:p>
        </p:txBody>
      </p:sp>
      <p:pic>
        <p:nvPicPr>
          <p:cNvPr id="8" name="Média en ligne 7" title="Excel P3 D05 Ent">
            <a:hlinkClick r:id="" action="ppaction://media"/>
            <a:extLst>
              <a:ext uri="{FF2B5EF4-FFF2-40B4-BE49-F238E27FC236}">
                <a16:creationId xmlns:a16="http://schemas.microsoft.com/office/drawing/2014/main" id="{581D568E-E506-2AB5-2851-D5BE22D730B8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089525" y="2249488"/>
            <a:ext cx="6581775" cy="37020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6731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8AF79D-F003-4BD8-B2F7-CAA737A7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sz="3600" noProof="0" dirty="0">
                <a:effectLst/>
              </a:rPr>
              <a:t>=MOYENNE(plage1; [plage2]; […])</a:t>
            </a:r>
            <a:br>
              <a:rPr lang="fr-CA" sz="3600" noProof="0" dirty="0">
                <a:effectLst/>
              </a:rPr>
            </a:br>
            <a:r>
              <a:rPr lang="fr-CA" sz="3600" noProof="0" dirty="0">
                <a:effectLst/>
              </a:rPr>
              <a:t>=MAX(plage1; [plage2]; […])</a:t>
            </a:r>
            <a:br>
              <a:rPr lang="fr-CA" sz="3600" noProof="0" dirty="0">
                <a:effectLst/>
              </a:rPr>
            </a:br>
            <a:r>
              <a:rPr lang="fr-CA" sz="3600" noProof="0" dirty="0">
                <a:effectLst/>
              </a:rPr>
              <a:t>=MIN(plage1; [plage2]; […])</a:t>
            </a:r>
            <a:endParaRPr lang="fr-CA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3E5F9C-B718-467E-8ACA-74C7A48C74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Mêmes fonctions utilisées dans le bouton Somme automatique, mais saisies à la main :</a:t>
            </a:r>
          </a:p>
          <a:p>
            <a:pPr lvl="1"/>
            <a:r>
              <a:rPr lang="fr-CA" dirty="0"/>
              <a:t>Moyenne</a:t>
            </a:r>
          </a:p>
          <a:p>
            <a:pPr lvl="1"/>
            <a:r>
              <a:rPr lang="fr-CA" dirty="0"/>
              <a:t>Plus haute valeur (MAX)</a:t>
            </a:r>
          </a:p>
          <a:p>
            <a:pPr lvl="1"/>
            <a:r>
              <a:rPr lang="fr-CA" dirty="0"/>
              <a:t>Plus basse valeur (MIN)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65DB4D-0117-4B7A-B434-EFF13BBC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6</a:t>
            </a:fld>
            <a:endParaRPr lang="fr-CA"/>
          </a:p>
        </p:txBody>
      </p:sp>
      <p:pic>
        <p:nvPicPr>
          <p:cNvPr id="8" name="Média en ligne 7" title="Excel P3 D06 Moyenne Max Min">
            <a:hlinkClick r:id="" action="ppaction://media"/>
            <a:extLst>
              <a:ext uri="{FF2B5EF4-FFF2-40B4-BE49-F238E27FC236}">
                <a16:creationId xmlns:a16="http://schemas.microsoft.com/office/drawing/2014/main" id="{F2289E3D-2537-7798-8DF5-84486E4F941E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089525" y="2249488"/>
            <a:ext cx="6581775" cy="37020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4350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8AF79D-F003-4BD8-B2F7-CAA737A7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sz="3600" noProof="0" dirty="0">
                <a:effectLst/>
              </a:rPr>
              <a:t>=NB(plage1; [plage2]; </a:t>
            </a:r>
            <a:r>
              <a:rPr lang="fr-CA" dirty="0"/>
              <a:t>[…])</a:t>
            </a:r>
            <a:br>
              <a:rPr lang="fr-CA" dirty="0"/>
            </a:br>
            <a:r>
              <a:rPr lang="fr-CA" dirty="0"/>
              <a:t>=NBVAL(plage1; [plage2]; […])</a:t>
            </a:r>
            <a:br>
              <a:rPr lang="fr-CA" dirty="0"/>
            </a:br>
            <a:r>
              <a:rPr lang="fr-CA" dirty="0"/>
              <a:t>=NB.VIDE(plage1; [plage2]; […])</a:t>
            </a:r>
            <a:endParaRPr lang="fr-CA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3E5F9C-B718-467E-8ACA-74C7A48C74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NB = Nombre de cellules contenant des nombres dans une plage donnée.</a:t>
            </a:r>
          </a:p>
          <a:p>
            <a:r>
              <a:rPr lang="fr-CA" dirty="0"/>
              <a:t>NBVAL = Nombre de cellules non vides (donc contenant </a:t>
            </a:r>
            <a:r>
              <a:rPr lang="fr-CA" dirty="0" err="1"/>
              <a:t>qqchose</a:t>
            </a:r>
            <a:r>
              <a:rPr lang="fr-CA" dirty="0"/>
              <a:t>) dans une plage donnée.</a:t>
            </a:r>
          </a:p>
          <a:p>
            <a:r>
              <a:rPr lang="fr-CA" dirty="0"/>
              <a:t>NB.VIDE = Nombre de cellule vides dans une plage donnée.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65DB4D-0117-4B7A-B434-EFF13BBC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7</a:t>
            </a:fld>
            <a:endParaRPr lang="fr-CA"/>
          </a:p>
        </p:txBody>
      </p:sp>
      <p:pic>
        <p:nvPicPr>
          <p:cNvPr id="8" name="Média en ligne 7" title="Excel P3 D07 NB">
            <a:hlinkClick r:id="" action="ppaction://media"/>
            <a:extLst>
              <a:ext uri="{FF2B5EF4-FFF2-40B4-BE49-F238E27FC236}">
                <a16:creationId xmlns:a16="http://schemas.microsoft.com/office/drawing/2014/main" id="{5294ED4A-666B-21CB-527F-081D0132E668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089525" y="2249488"/>
            <a:ext cx="6581775" cy="37020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9670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B843271-A768-4AB4-92F3-46C70E5D6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295" y="2700867"/>
            <a:ext cx="7644708" cy="1826581"/>
          </a:xfrm>
        </p:spPr>
        <p:txBody>
          <a:bodyPr/>
          <a:lstStyle/>
          <a:p>
            <a:r>
              <a:rPr lang="fr-CA" dirty="0"/>
              <a:t>3b) Tableaux, filtres et tris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AF93DD5-8C57-4A51-B8E3-065B77766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7" name="Rectangle 6" descr="Filtrer">
            <a:extLst>
              <a:ext uri="{FF2B5EF4-FFF2-40B4-BE49-F238E27FC236}">
                <a16:creationId xmlns:a16="http://schemas.microsoft.com/office/drawing/2014/main" id="{071CAA0A-A8A9-40C9-B1EC-48C2D8F3648D}"/>
              </a:ext>
            </a:extLst>
          </p:cNvPr>
          <p:cNvSpPr/>
          <p:nvPr/>
        </p:nvSpPr>
        <p:spPr>
          <a:xfrm>
            <a:off x="677335" y="3951344"/>
            <a:ext cx="576104" cy="576104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E0EA86-B51D-44D8-9D47-1D824BD8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6138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1654A6-921B-4E46-9695-C130D28E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Insérer un tableau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4971F2-8612-4CCA-B3D6-A428D7881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2440620" cy="3880772"/>
          </a:xfrm>
        </p:spPr>
        <p:txBody>
          <a:bodyPr/>
          <a:lstStyle/>
          <a:p>
            <a:r>
              <a:rPr lang="fr-CA" dirty="0"/>
              <a:t>Plage de données vs tableau</a:t>
            </a:r>
          </a:p>
          <a:p>
            <a:r>
              <a:rPr lang="fr-CA" dirty="0"/>
              <a:t>Convertir une plage en tableau</a:t>
            </a:r>
          </a:p>
          <a:p>
            <a:r>
              <a:rPr lang="fr-CA" dirty="0"/>
              <a:t>Limitations</a:t>
            </a:r>
          </a:p>
          <a:p>
            <a:r>
              <a:rPr lang="fr-CA" dirty="0"/>
              <a:t>Convertir en plage de données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136B11A-575C-4C30-B546-EBEA560FCF2A}"/>
              </a:ext>
            </a:extLst>
          </p:cNvPr>
          <p:cNvSpPr txBox="1"/>
          <p:nvPr/>
        </p:nvSpPr>
        <p:spPr>
          <a:xfrm>
            <a:off x="5089525" y="551039"/>
            <a:ext cx="4014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Ouvrir le fichier </a:t>
            </a:r>
            <a:r>
              <a:rPr lang="fr-CA" sz="1400" dirty="0">
                <a:solidFill>
                  <a:schemeClr val="accent4"/>
                </a:solidFill>
              </a:rPr>
              <a:t>02 Budget personnel.xlsx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97411B2-EB8B-402A-AF7F-F324C8D8C8AD}"/>
              </a:ext>
            </a:extLst>
          </p:cNvPr>
          <p:cNvSpPr txBox="1"/>
          <p:nvPr/>
        </p:nvSpPr>
        <p:spPr>
          <a:xfrm>
            <a:off x="537298" y="6562934"/>
            <a:ext cx="10876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baseline="30000" dirty="0"/>
              <a:t>1</a:t>
            </a:r>
            <a:r>
              <a:rPr lang="fr-CA" sz="800" dirty="0"/>
              <a:t>Source: Le fichier provient de l’éditeur </a:t>
            </a:r>
            <a:r>
              <a:rPr lang="fr-CA" sz="800" dirty="0" err="1"/>
              <a:t>Logitell</a:t>
            </a:r>
            <a:r>
              <a:rPr lang="fr-CA" sz="800" dirty="0"/>
              <a:t>, Excel 2016 - Fonctions de base, </a:t>
            </a:r>
            <a:r>
              <a:rPr lang="fr-CA" sz="800" dirty="0">
                <a:hlinkClick r:id="rId3"/>
              </a:rPr>
              <a:t>https://www.logitell.com/fr/livre-de-lecture/excel-2016---fonctions-de-base</a:t>
            </a:r>
            <a:r>
              <a:rPr lang="fr-CA" sz="800" dirty="0"/>
              <a:t>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0F0A926-59B9-4F74-B2AD-AACE20706D6A}"/>
              </a:ext>
            </a:extLst>
          </p:cNvPr>
          <p:cNvSpPr txBox="1"/>
          <p:nvPr/>
        </p:nvSpPr>
        <p:spPr>
          <a:xfrm>
            <a:off x="677335" y="4828340"/>
            <a:ext cx="2440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Notes de cours : </a:t>
            </a:r>
            <a:r>
              <a:rPr lang="fr-CA" dirty="0">
                <a:hlinkClick r:id="rId4"/>
              </a:rPr>
              <a:t>Support de Microsoft</a:t>
            </a:r>
            <a:endParaRPr lang="fr-CA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391E4A5F-4081-4DC1-8F2C-F86D3894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9</a:t>
            </a:fld>
            <a:endParaRPr lang="fr-CA"/>
          </a:p>
        </p:txBody>
      </p:sp>
      <p:pic>
        <p:nvPicPr>
          <p:cNvPr id="9" name="Média en ligne 8" title="Excel P4 D04 Insérer tableau">
            <a:hlinkClick r:id="" action="ppaction://media"/>
            <a:extLst>
              <a:ext uri="{FF2B5EF4-FFF2-40B4-BE49-F238E27FC236}">
                <a16:creationId xmlns:a16="http://schemas.microsoft.com/office/drawing/2014/main" id="{9299D3C4-DE7F-FFBD-434C-5E13EB2FD901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507698" y="1760189"/>
            <a:ext cx="7385000" cy="41537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8652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1654A6-921B-4E46-9695-C130D28E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Trier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4971F2-8612-4CCA-B3D6-A428D7881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2374624" cy="3880772"/>
          </a:xfrm>
        </p:spPr>
        <p:txBody>
          <a:bodyPr/>
          <a:lstStyle/>
          <a:p>
            <a:r>
              <a:rPr lang="fr-CA" dirty="0"/>
              <a:t>Trier simple sur un type de données</a:t>
            </a:r>
          </a:p>
          <a:p>
            <a:r>
              <a:rPr lang="fr-CA" dirty="0"/>
              <a:t>Trier sur plusieurs colonnes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6D45789-28DB-4DDA-99A8-A3F8506E05B7}"/>
              </a:ext>
            </a:extLst>
          </p:cNvPr>
          <p:cNvSpPr txBox="1"/>
          <p:nvPr/>
        </p:nvSpPr>
        <p:spPr>
          <a:xfrm>
            <a:off x="537298" y="6562934"/>
            <a:ext cx="10876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baseline="30000" dirty="0"/>
              <a:t>1</a:t>
            </a:r>
            <a:r>
              <a:rPr lang="fr-CA" sz="800" dirty="0"/>
              <a:t>Source: Le fichier provient de l’éditeur </a:t>
            </a:r>
            <a:r>
              <a:rPr lang="fr-CA" sz="800" dirty="0" err="1"/>
              <a:t>Logitell</a:t>
            </a:r>
            <a:r>
              <a:rPr lang="fr-CA" sz="800" dirty="0"/>
              <a:t>, Excel 2016 - Fonctions de base, </a:t>
            </a:r>
            <a:r>
              <a:rPr lang="fr-CA" sz="800" dirty="0">
                <a:hlinkClick r:id="rId3"/>
              </a:rPr>
              <a:t>https://www.logitell.com/fr/livre-de-lecture/excel-2016---fonctions-de-base</a:t>
            </a:r>
            <a:r>
              <a:rPr lang="fr-CA" sz="800" dirty="0"/>
              <a:t>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CBF3A81-CE51-4C76-9FF9-2FA7AA842CC7}"/>
              </a:ext>
            </a:extLst>
          </p:cNvPr>
          <p:cNvSpPr txBox="1"/>
          <p:nvPr/>
        </p:nvSpPr>
        <p:spPr>
          <a:xfrm>
            <a:off x="677334" y="4098668"/>
            <a:ext cx="2457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Notes de cours : </a:t>
            </a:r>
            <a:r>
              <a:rPr lang="fr-CA" dirty="0">
                <a:hlinkClick r:id="rId4"/>
              </a:rPr>
              <a:t>Support de Microsoft</a:t>
            </a:r>
            <a:endParaRPr lang="fr-CA" dirty="0"/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9BC0D525-7C50-489E-9C00-2952BD44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10</a:t>
            </a:fld>
            <a:endParaRPr lang="fr-CA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111A758-5AE0-5424-94A4-344E62D78587}"/>
              </a:ext>
            </a:extLst>
          </p:cNvPr>
          <p:cNvSpPr txBox="1"/>
          <p:nvPr/>
        </p:nvSpPr>
        <p:spPr>
          <a:xfrm>
            <a:off x="5089525" y="522154"/>
            <a:ext cx="4014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Ouvrir le fichier </a:t>
            </a:r>
            <a:r>
              <a:rPr lang="fr-CA" sz="1400" dirty="0">
                <a:solidFill>
                  <a:schemeClr val="accent4"/>
                </a:solidFill>
              </a:rPr>
              <a:t>03 Notes finales.xlsx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  <p:pic>
        <p:nvPicPr>
          <p:cNvPr id="7" name="Média en ligne 6" title="Excel P4 D05 Trier">
            <a:hlinkClick r:id="" action="ppaction://media"/>
            <a:extLst>
              <a:ext uri="{FF2B5EF4-FFF2-40B4-BE49-F238E27FC236}">
                <a16:creationId xmlns:a16="http://schemas.microsoft.com/office/drawing/2014/main" id="{6C0ED397-27C9-FDE5-9092-CAC5819FB433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135086" y="1536721"/>
            <a:ext cx="8448902" cy="47727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370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1654A6-921B-4E46-9695-C130D28E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Filtrer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4971F2-8612-4CCA-B3D6-A428D7881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2671508" cy="1938079"/>
          </a:xfrm>
        </p:spPr>
        <p:txBody>
          <a:bodyPr>
            <a:normAutofit fontScale="92500" lnSpcReduction="20000"/>
          </a:bodyPr>
          <a:lstStyle/>
          <a:p>
            <a:r>
              <a:rPr lang="fr-CA" dirty="0"/>
              <a:t>Filtrer des nombres</a:t>
            </a:r>
          </a:p>
          <a:p>
            <a:r>
              <a:rPr lang="fr-CA" dirty="0"/>
              <a:t>Filtrer des dates</a:t>
            </a:r>
          </a:p>
          <a:p>
            <a:r>
              <a:rPr lang="fr-CA" dirty="0"/>
              <a:t>Filtrer du texte</a:t>
            </a:r>
          </a:p>
          <a:p>
            <a:r>
              <a:rPr lang="fr-CA" dirty="0"/>
              <a:t>Appliquer plusieurs filtres</a:t>
            </a:r>
          </a:p>
          <a:p>
            <a:r>
              <a:rPr lang="fr-CA" dirty="0"/>
              <a:t>Supprimer un filtre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CCDA284-48D9-40AB-9B82-D9423900D6FF}"/>
              </a:ext>
            </a:extLst>
          </p:cNvPr>
          <p:cNvSpPr txBox="1"/>
          <p:nvPr/>
        </p:nvSpPr>
        <p:spPr>
          <a:xfrm>
            <a:off x="537298" y="6562934"/>
            <a:ext cx="10876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baseline="30000" dirty="0"/>
              <a:t>1</a:t>
            </a:r>
            <a:r>
              <a:rPr lang="fr-CA" sz="800" dirty="0"/>
              <a:t>Source: Le fichier provient de l’éditeur </a:t>
            </a:r>
            <a:r>
              <a:rPr lang="fr-CA" sz="800" dirty="0" err="1"/>
              <a:t>Logitell</a:t>
            </a:r>
            <a:r>
              <a:rPr lang="fr-CA" sz="800" dirty="0"/>
              <a:t>, Excel 2016 - Fonctions de base, </a:t>
            </a:r>
            <a:r>
              <a:rPr lang="fr-CA" sz="800" dirty="0">
                <a:hlinkClick r:id="rId3"/>
              </a:rPr>
              <a:t>https://www.logitell.com/fr/livre-de-lecture/excel-2016---fonctions-de-base</a:t>
            </a:r>
            <a:r>
              <a:rPr lang="fr-CA" sz="800" dirty="0"/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1E2BE6D-5870-435B-89EA-FF2B16DC40B4}"/>
              </a:ext>
            </a:extLst>
          </p:cNvPr>
          <p:cNvSpPr txBox="1"/>
          <p:nvPr/>
        </p:nvSpPr>
        <p:spPr>
          <a:xfrm>
            <a:off x="677334" y="5000534"/>
            <a:ext cx="23389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Notes de cours : </a:t>
            </a:r>
            <a:r>
              <a:rPr lang="fr-CA" dirty="0">
                <a:hlinkClick r:id="rId4"/>
              </a:rPr>
              <a:t>Support de Microsoft</a:t>
            </a:r>
            <a:endParaRPr lang="fr-CA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72EF3-0B9E-46AE-BF8C-8260ABCF8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11</a:t>
            </a:fld>
            <a:endParaRPr lang="fr-CA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76722C5-C09B-6F37-F4A1-F8BEF1E3BB2E}"/>
              </a:ext>
            </a:extLst>
          </p:cNvPr>
          <p:cNvSpPr txBox="1"/>
          <p:nvPr/>
        </p:nvSpPr>
        <p:spPr>
          <a:xfrm>
            <a:off x="5089525" y="609600"/>
            <a:ext cx="40140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Ouvrir le fichier </a:t>
            </a:r>
            <a:r>
              <a:rPr lang="fr-CA" sz="1400" dirty="0">
                <a:solidFill>
                  <a:schemeClr val="accent4"/>
                </a:solidFill>
              </a:rPr>
              <a:t>03 Notes finales.xlsx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  <p:pic>
        <p:nvPicPr>
          <p:cNvPr id="10" name="Média en ligne 9" title="Excel P4 D06 Filtrer">
            <a:hlinkClick r:id="" action="ppaction://media"/>
            <a:extLst>
              <a:ext uri="{FF2B5EF4-FFF2-40B4-BE49-F238E27FC236}">
                <a16:creationId xmlns:a16="http://schemas.microsoft.com/office/drawing/2014/main" id="{09F60CBE-8496-908B-545E-EF7A68662E68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348842" y="1563707"/>
            <a:ext cx="7545794" cy="42441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6137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B843271-A768-4AB4-92F3-46C70E5D6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295" y="2700867"/>
            <a:ext cx="7644708" cy="1826581"/>
          </a:xfrm>
        </p:spPr>
        <p:txBody>
          <a:bodyPr>
            <a:normAutofit/>
          </a:bodyPr>
          <a:lstStyle/>
          <a:p>
            <a:r>
              <a:rPr lang="fr-CA" sz="3600" noProof="0" dirty="0"/>
              <a:t>3c) Validation de données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AF93DD5-8C57-4A51-B8E3-065B77766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E0EA86-B51D-44D8-9D47-1D824BD8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7682891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D799286-E914-457A-B5CD-41ABF872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Valider la saisie de l’utilisateur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2587D1E-4285-4685-9FB6-1D06D5B91B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Ajouter une règle de validation</a:t>
            </a:r>
          </a:p>
          <a:p>
            <a:r>
              <a:rPr lang="fr-CA" dirty="0"/>
              <a:t>Valider une date</a:t>
            </a:r>
          </a:p>
          <a:p>
            <a:r>
              <a:rPr lang="fr-CA" dirty="0"/>
              <a:t>Valider un nombre</a:t>
            </a:r>
          </a:p>
          <a:p>
            <a:r>
              <a:rPr lang="fr-CA" dirty="0"/>
              <a:t>Ajouter un texte d’aide à la saisie</a:t>
            </a:r>
          </a:p>
          <a:p>
            <a:r>
              <a:rPr lang="fr-CA" dirty="0"/>
              <a:t>Ajouter un message d’erreur</a:t>
            </a:r>
          </a:p>
          <a:p>
            <a:r>
              <a:rPr lang="fr-CA" dirty="0"/>
              <a:t>Modifier des règles</a:t>
            </a:r>
          </a:p>
          <a:p>
            <a:endParaRPr lang="fr-CA" dirty="0"/>
          </a:p>
        </p:txBody>
      </p:sp>
      <p:pic>
        <p:nvPicPr>
          <p:cNvPr id="2" name="Média en ligne 1" title="Excel P3 D18 Validation 1">
            <a:hlinkClick r:id="" action="ppaction://media"/>
            <a:extLst>
              <a:ext uri="{FF2B5EF4-FFF2-40B4-BE49-F238E27FC236}">
                <a16:creationId xmlns:a16="http://schemas.microsoft.com/office/drawing/2014/main" id="{548A5D54-599E-D8C4-0FFF-1F035100681F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801240" y="2243138"/>
            <a:ext cx="6870060" cy="38807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29412E-0426-4660-9476-69A7B4D6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13</a:t>
            </a:fld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EB41351-CF9E-4915-8252-1F34329152FF}"/>
              </a:ext>
            </a:extLst>
          </p:cNvPr>
          <p:cNvSpPr txBox="1"/>
          <p:nvPr/>
        </p:nvSpPr>
        <p:spPr>
          <a:xfrm>
            <a:off x="3056319" y="1293091"/>
            <a:ext cx="57482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Ouvrez le fichier </a:t>
            </a:r>
            <a:r>
              <a:rPr lang="fr-CA" sz="1400" dirty="0">
                <a:solidFill>
                  <a:schemeClr val="accent4"/>
                </a:solidFill>
              </a:rPr>
              <a:t>04 Base de données de facturation_.xlsx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1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D799286-E914-457A-B5CD-41ABF872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Valider la saisie de l’utilisateur </a:t>
            </a:r>
            <a:br>
              <a:rPr lang="fr-CA" noProof="0" dirty="0"/>
            </a:br>
            <a:r>
              <a:rPr lang="fr-CA" noProof="0" dirty="0"/>
              <a:t>(liste déroulante)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2587D1E-4285-4685-9FB6-1D06D5B91B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Supprimer des règles</a:t>
            </a:r>
          </a:p>
          <a:p>
            <a:r>
              <a:rPr lang="fr-CA" dirty="0"/>
              <a:t>Valider sous forme de liste déroulante</a:t>
            </a:r>
          </a:p>
          <a:p>
            <a:endParaRPr lang="fr-CA" dirty="0"/>
          </a:p>
        </p:txBody>
      </p:sp>
      <p:pic>
        <p:nvPicPr>
          <p:cNvPr id="2" name="Média en ligne 1" title="Excel P3 D18 Validation 2">
            <a:hlinkClick r:id="" action="ppaction://media"/>
            <a:extLst>
              <a:ext uri="{FF2B5EF4-FFF2-40B4-BE49-F238E27FC236}">
                <a16:creationId xmlns:a16="http://schemas.microsoft.com/office/drawing/2014/main" id="{8C496E02-E4D1-E8B4-3713-4AA9CE30DBFB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055633" y="1909989"/>
            <a:ext cx="7615667" cy="42835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29412E-0426-4660-9476-69A7B4D6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1923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B843271-A768-4AB4-92F3-46C70E5D6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295" y="2700867"/>
            <a:ext cx="7644708" cy="1826581"/>
          </a:xfrm>
        </p:spPr>
        <p:txBody>
          <a:bodyPr>
            <a:normAutofit/>
          </a:bodyPr>
          <a:lstStyle/>
          <a:p>
            <a:r>
              <a:rPr lang="fr-CA" sz="3600" dirty="0"/>
              <a:t>3d) Fonctions de recherche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AF93DD5-8C57-4A51-B8E3-065B77766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E0EA86-B51D-44D8-9D47-1D824BD8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763975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D799286-E914-457A-B5CD-41ABF872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Qu’est-ce qu’une base de données?</a:t>
            </a:r>
          </a:p>
        </p:txBody>
      </p:sp>
      <p:pic>
        <p:nvPicPr>
          <p:cNvPr id="9" name="Média en ligne 8" title="Excel P4 D08 Qu'est ce BD">
            <a:hlinkClick r:id="" action="ppaction://media"/>
            <a:extLst>
              <a:ext uri="{FF2B5EF4-FFF2-40B4-BE49-F238E27FC236}">
                <a16:creationId xmlns:a16="http://schemas.microsoft.com/office/drawing/2014/main" id="{AE541228-76E6-3F1B-346B-2DEF1B647E9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26404" y="1605259"/>
            <a:ext cx="8887222" cy="4998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29412E-0426-4660-9476-69A7B4D6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16</a:t>
            </a:fld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EB41351-CF9E-4915-8252-1F34329152FF}"/>
              </a:ext>
            </a:extLst>
          </p:cNvPr>
          <p:cNvSpPr txBox="1"/>
          <p:nvPr/>
        </p:nvSpPr>
        <p:spPr>
          <a:xfrm>
            <a:off x="826404" y="1270000"/>
            <a:ext cx="5997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Ouvrez le fichier </a:t>
            </a:r>
            <a:r>
              <a:rPr lang="fr-CA" sz="1400" dirty="0">
                <a:solidFill>
                  <a:schemeClr val="accent1"/>
                </a:solidFill>
              </a:rPr>
              <a:t>04 Base de données de facturation_.xlsx</a:t>
            </a:r>
          </a:p>
        </p:txBody>
      </p:sp>
    </p:spTree>
    <p:extLst>
      <p:ext uri="{BB962C8B-B14F-4D97-AF65-F5344CB8AC3E}">
        <p14:creationId xmlns:p14="http://schemas.microsoft.com/office/powerpoint/2010/main" val="272991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D799286-E914-457A-B5CD-41ABF872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0972360" cy="1320800"/>
          </a:xfrm>
        </p:spPr>
        <p:txBody>
          <a:bodyPr/>
          <a:lstStyle/>
          <a:p>
            <a:pPr>
              <a:tabLst>
                <a:tab pos="1258888" algn="l"/>
              </a:tabLst>
            </a:pPr>
            <a:r>
              <a:rPr lang="fr-CA" dirty="0"/>
              <a:t>La recherche verticale </a:t>
            </a:r>
            <a:r>
              <a:rPr lang="fr-CA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(fonction </a:t>
            </a:r>
            <a:r>
              <a:rPr lang="fr-CA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RechercheV</a:t>
            </a:r>
            <a:r>
              <a:rPr lang="fr-CA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fr-CA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2587D1E-4285-4685-9FB6-1D06D5B91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36" y="2163669"/>
            <a:ext cx="2631219" cy="3880772"/>
          </a:xfrm>
        </p:spPr>
        <p:txBody>
          <a:bodyPr/>
          <a:lstStyle/>
          <a:p>
            <a:r>
              <a:rPr lang="fr-CA" sz="1600" dirty="0"/>
              <a:t>Comprendre ce que fait la fonction </a:t>
            </a:r>
            <a:r>
              <a:rPr lang="fr-CA" sz="1600" b="1" dirty="0" err="1"/>
              <a:t>RechercheV</a:t>
            </a:r>
            <a:endParaRPr lang="fr-CA" sz="1600" b="1" dirty="0"/>
          </a:p>
          <a:p>
            <a:r>
              <a:rPr lang="fr-CA" sz="1600" dirty="0"/>
              <a:t>Comprendre les paramètres de </a:t>
            </a:r>
            <a:br>
              <a:rPr lang="fr-CA" sz="1600" dirty="0"/>
            </a:br>
            <a:r>
              <a:rPr lang="fr-CA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RechercheV</a:t>
            </a:r>
            <a:r>
              <a:rPr lang="fr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(QUOI?; OÙ?; RETOURNE_QUOI; RÉFÉRENCE_EXACTE?)</a:t>
            </a:r>
            <a:endParaRPr lang="fr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CA" dirty="0"/>
          </a:p>
        </p:txBody>
      </p:sp>
      <p:pic>
        <p:nvPicPr>
          <p:cNvPr id="2" name="Média en ligne 1" title="Excel P4 D09 RechercheV">
            <a:hlinkClick r:id="" action="ppaction://media"/>
            <a:extLst>
              <a:ext uri="{FF2B5EF4-FFF2-40B4-BE49-F238E27FC236}">
                <a16:creationId xmlns:a16="http://schemas.microsoft.com/office/drawing/2014/main" id="{0A3558F0-3FA3-E74B-1DAD-4B9809905ED8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046483" y="2053127"/>
            <a:ext cx="7835305" cy="44070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"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29412E-0426-4660-9476-69A7B4D6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17</a:t>
            </a:fld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EB41351-CF9E-4915-8252-1F34329152FF}"/>
              </a:ext>
            </a:extLst>
          </p:cNvPr>
          <p:cNvSpPr txBox="1"/>
          <p:nvPr/>
        </p:nvSpPr>
        <p:spPr>
          <a:xfrm>
            <a:off x="4680859" y="1335974"/>
            <a:ext cx="599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</p:txBody>
      </p:sp>
    </p:spTree>
    <p:extLst>
      <p:ext uri="{BB962C8B-B14F-4D97-AF65-F5344CB8AC3E}">
        <p14:creationId xmlns:p14="http://schemas.microsoft.com/office/powerpoint/2010/main" val="280722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D799286-E914-457A-B5CD-41ABF872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870427" cy="1320800"/>
          </a:xfrm>
        </p:spPr>
        <p:txBody>
          <a:bodyPr/>
          <a:lstStyle/>
          <a:p>
            <a:r>
              <a:rPr lang="fr-CA" dirty="0"/>
              <a:t>Exercices sur la </a:t>
            </a:r>
            <a:r>
              <a:rPr lang="fr-CA" dirty="0" err="1"/>
              <a:t>rechercheV</a:t>
            </a:r>
            <a:endParaRPr lang="fr-CA" dirty="0"/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E523EAC-407D-A031-982B-15B883444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375065"/>
            <a:ext cx="5173245" cy="3666296"/>
          </a:xfrm>
        </p:spPr>
        <p:txBody>
          <a:bodyPr/>
          <a:lstStyle/>
          <a:p>
            <a:pPr>
              <a:buFont typeface="+mj-lt"/>
              <a:buAutoNum type="arabicPeriod" startAt="2"/>
            </a:pPr>
            <a:r>
              <a:rPr lang="fr-CA" dirty="0"/>
              <a:t>Dans la feuille</a:t>
            </a:r>
            <a:r>
              <a:rPr lang="fr-CA" b="1" dirty="0"/>
              <a:t> </a:t>
            </a:r>
            <a:r>
              <a:rPr lang="fr-CA" b="1" dirty="0" err="1"/>
              <a:t>tblRecettesDetails</a:t>
            </a:r>
            <a:r>
              <a:rPr lang="fr-CA" dirty="0"/>
              <a:t>, </a:t>
            </a:r>
          </a:p>
          <a:p>
            <a:pPr lvl="1">
              <a:buFont typeface="+mj-lt"/>
              <a:buAutoNum type="arabicPeriod"/>
            </a:pPr>
            <a:r>
              <a:rPr lang="fr-CA" dirty="0"/>
              <a:t>afficher le </a:t>
            </a:r>
            <a:r>
              <a:rPr lang="fr-CA" b="1" dirty="0"/>
              <a:t>titre de recette</a:t>
            </a:r>
            <a:r>
              <a:rPr lang="fr-CA" dirty="0"/>
              <a:t> associé à </a:t>
            </a:r>
            <a:r>
              <a:rPr lang="fr-CA" b="1" dirty="0" err="1"/>
              <a:t>IDREF_Recette</a:t>
            </a:r>
            <a:r>
              <a:rPr lang="fr-CA" b="1" dirty="0"/>
              <a:t> </a:t>
            </a:r>
            <a:r>
              <a:rPr lang="fr-CA" dirty="0"/>
              <a:t>dans une nouvelle colonne entre </a:t>
            </a:r>
            <a:r>
              <a:rPr lang="fr-CA" b="1" dirty="0"/>
              <a:t>B </a:t>
            </a:r>
            <a:r>
              <a:rPr lang="fr-CA" dirty="0"/>
              <a:t>et </a:t>
            </a:r>
            <a:r>
              <a:rPr lang="fr-CA" b="1" dirty="0"/>
              <a:t>C</a:t>
            </a:r>
            <a:r>
              <a:rPr lang="fr-CA" dirty="0"/>
              <a:t>;</a:t>
            </a:r>
          </a:p>
          <a:p>
            <a:pPr lvl="1">
              <a:buFont typeface="+mj-lt"/>
              <a:buAutoNum type="arabicPeriod"/>
            </a:pPr>
            <a:r>
              <a:rPr lang="fr-CA" dirty="0"/>
              <a:t>afficher la </a:t>
            </a:r>
            <a:r>
              <a:rPr lang="fr-CA" b="1" dirty="0"/>
              <a:t>description des unités de mesure </a:t>
            </a:r>
            <a:r>
              <a:rPr lang="fr-CA" dirty="0"/>
              <a:t>dans une nouvelle colonne entre </a:t>
            </a:r>
            <a:r>
              <a:rPr lang="fr-CA" b="1" dirty="0"/>
              <a:t>D </a:t>
            </a:r>
            <a:r>
              <a:rPr lang="fr-CA" dirty="0"/>
              <a:t>et </a:t>
            </a:r>
            <a:r>
              <a:rPr lang="fr-CA" b="1" dirty="0"/>
              <a:t>E</a:t>
            </a:r>
            <a:r>
              <a:rPr lang="fr-CA" dirty="0"/>
              <a:t>;</a:t>
            </a:r>
          </a:p>
          <a:p>
            <a:pPr lvl="1">
              <a:buFont typeface="+mj-lt"/>
              <a:buAutoNum type="arabicPeriod"/>
            </a:pPr>
            <a:r>
              <a:rPr lang="fr-CA" dirty="0"/>
              <a:t>afficher le </a:t>
            </a:r>
            <a:r>
              <a:rPr lang="fr-CA" b="1" dirty="0"/>
              <a:t>nom de l’ingrédient </a:t>
            </a:r>
            <a:r>
              <a:rPr lang="fr-CA" dirty="0"/>
              <a:t>dans une nouvelle colonne entre </a:t>
            </a:r>
            <a:r>
              <a:rPr lang="fr-CA" b="1" dirty="0"/>
              <a:t>E</a:t>
            </a:r>
            <a:r>
              <a:rPr lang="fr-CA" dirty="0"/>
              <a:t> et </a:t>
            </a:r>
            <a:r>
              <a:rPr lang="fr-CA" b="1" dirty="0"/>
              <a:t>F</a:t>
            </a:r>
            <a:r>
              <a:rPr lang="fr-CA" dirty="0"/>
              <a:t>.</a:t>
            </a:r>
          </a:p>
          <a:p>
            <a:pPr>
              <a:buFont typeface="+mj-lt"/>
              <a:buAutoNum type="arabicPeriod" startAt="2"/>
            </a:pPr>
            <a:r>
              <a:rPr lang="fr-CA" dirty="0"/>
              <a:t>Faire un </a:t>
            </a:r>
            <a:r>
              <a:rPr lang="fr-CA" b="1" dirty="0"/>
              <a:t>test </a:t>
            </a:r>
            <a:r>
              <a:rPr lang="fr-CA" dirty="0"/>
              <a:t>en modifiant un code d’ingrédient (</a:t>
            </a:r>
            <a:r>
              <a:rPr lang="fr-CA" dirty="0" err="1"/>
              <a:t>IDREF_ingredients</a:t>
            </a:r>
            <a:r>
              <a:rPr lang="fr-CA" dirty="0"/>
              <a:t>)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0C8E283-41F8-C676-7780-2B6BC5717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4336" y="2375066"/>
            <a:ext cx="5173245" cy="2802576"/>
          </a:xfrm>
          <a:solidFill>
            <a:srgbClr val="FFFFFF">
              <a:alpha val="8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+mj-lt"/>
              <a:buAutoNum type="arabicPeriod" startAt="4"/>
            </a:pPr>
            <a:r>
              <a:rPr lang="fr-CA" dirty="0"/>
              <a:t>Dans la feuille</a:t>
            </a:r>
            <a:r>
              <a:rPr lang="fr-CA" b="1" dirty="0"/>
              <a:t> </a:t>
            </a:r>
            <a:r>
              <a:rPr lang="fr-CA" b="1" dirty="0" err="1"/>
              <a:t>tblRecettes</a:t>
            </a:r>
            <a:r>
              <a:rPr lang="fr-CA" dirty="0"/>
              <a:t>,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afficher le </a:t>
            </a:r>
            <a:r>
              <a:rPr lang="fr-CA" b="1" dirty="0"/>
              <a:t>nom du type de repas de recette</a:t>
            </a:r>
            <a:r>
              <a:rPr lang="fr-CA" dirty="0"/>
              <a:t> associé à </a:t>
            </a:r>
            <a:r>
              <a:rPr lang="fr-CA" b="1" dirty="0" err="1"/>
              <a:t>IDREFTypeRepas</a:t>
            </a:r>
            <a:r>
              <a:rPr lang="fr-CA" b="1" dirty="0"/>
              <a:t> </a:t>
            </a:r>
            <a:r>
              <a:rPr lang="fr-CA" dirty="0"/>
              <a:t>dans une nouvelle colonne entre </a:t>
            </a:r>
            <a:r>
              <a:rPr lang="fr-CA" b="1" dirty="0"/>
              <a:t>E </a:t>
            </a:r>
            <a:r>
              <a:rPr lang="fr-CA" dirty="0"/>
              <a:t>et </a:t>
            </a:r>
            <a:r>
              <a:rPr lang="fr-CA" b="1" dirty="0"/>
              <a:t>F</a:t>
            </a:r>
            <a:r>
              <a:rPr lang="fr-CA" dirty="0"/>
              <a:t>;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Créer une </a:t>
            </a:r>
            <a:r>
              <a:rPr lang="fr-CA" b="1" dirty="0"/>
              <a:t>liste de choix </a:t>
            </a:r>
            <a:r>
              <a:rPr lang="fr-CA" dirty="0"/>
              <a:t>(</a:t>
            </a:r>
            <a:r>
              <a:rPr lang="fr-CA" b="1" dirty="0"/>
              <a:t>validation</a:t>
            </a:r>
            <a:r>
              <a:rPr lang="fr-CA" dirty="0"/>
              <a:t> de données) sur la colonne </a:t>
            </a:r>
            <a:r>
              <a:rPr lang="fr-CA" b="1" dirty="0"/>
              <a:t>E</a:t>
            </a:r>
            <a:r>
              <a:rPr lang="fr-CA" dirty="0"/>
              <a:t> (</a:t>
            </a:r>
            <a:r>
              <a:rPr lang="fr-CA" b="1" dirty="0" err="1"/>
              <a:t>IDRefTypeRepas</a:t>
            </a:r>
            <a:r>
              <a:rPr lang="fr-CA" dirty="0"/>
              <a:t>)</a:t>
            </a:r>
          </a:p>
          <a:p>
            <a:pPr>
              <a:buFont typeface="+mj-lt"/>
              <a:buAutoNum type="arabicPeriod" startAt="4"/>
            </a:pPr>
            <a:r>
              <a:rPr lang="fr-CA" dirty="0"/>
              <a:t>Faire un </a:t>
            </a:r>
            <a:r>
              <a:rPr lang="fr-CA" b="1" dirty="0"/>
              <a:t>test</a:t>
            </a:r>
            <a:r>
              <a:rPr lang="fr-CA" dirty="0"/>
              <a:t> en modifiant un code de type de repas pour vérifier</a:t>
            </a:r>
          </a:p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29412E-0426-4660-9476-69A7B4D6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18</a:t>
            </a:fld>
            <a:endParaRPr lang="fr-CA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F4DA6B9-3C51-2CEE-C988-762DF45DAA41}"/>
              </a:ext>
            </a:extLst>
          </p:cNvPr>
          <p:cNvSpPr txBox="1"/>
          <p:nvPr/>
        </p:nvSpPr>
        <p:spPr>
          <a:xfrm>
            <a:off x="677334" y="1745734"/>
            <a:ext cx="6887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Ouvrir le classeur </a:t>
            </a:r>
            <a:r>
              <a:rPr lang="fr-CA" dirty="0">
                <a:solidFill>
                  <a:schemeClr val="accent1"/>
                </a:solidFill>
              </a:rPr>
              <a:t>04 Base de données de recettes_.xlsx</a:t>
            </a:r>
          </a:p>
        </p:txBody>
      </p:sp>
    </p:spTree>
    <p:extLst>
      <p:ext uri="{BB962C8B-B14F-4D97-AF65-F5344CB8AC3E}">
        <p14:creationId xmlns:p14="http://schemas.microsoft.com/office/powerpoint/2010/main" val="1394499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B843271-A768-4AB4-92F3-46C70E5D6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3e) Mise en forme conditionnelle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37DE9C8-85F9-ACB3-4737-B56B78972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E0EA86-B51D-44D8-9D47-1D824BD8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19</a:t>
            </a:fld>
            <a:endParaRPr lang="fr-CA"/>
          </a:p>
        </p:txBody>
      </p:sp>
      <p:sp>
        <p:nvSpPr>
          <p:cNvPr id="7" name="Rectangle 6" descr="Filtrer">
            <a:extLst>
              <a:ext uri="{FF2B5EF4-FFF2-40B4-BE49-F238E27FC236}">
                <a16:creationId xmlns:a16="http://schemas.microsoft.com/office/drawing/2014/main" id="{071CAA0A-A8A9-40C9-B1EC-48C2D8F3648D}"/>
              </a:ext>
            </a:extLst>
          </p:cNvPr>
          <p:cNvSpPr/>
          <p:nvPr/>
        </p:nvSpPr>
        <p:spPr>
          <a:xfrm>
            <a:off x="677335" y="3951344"/>
            <a:ext cx="576104" cy="576104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2613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84410-8BE2-4F3C-8615-BE253580175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La mise en forme conditionnelle (intro)</a:t>
            </a:r>
          </a:p>
        </p:txBody>
      </p:sp>
      <p:pic>
        <p:nvPicPr>
          <p:cNvPr id="18" name="Espace réservé du contenu 17">
            <a:extLst>
              <a:ext uri="{FF2B5EF4-FFF2-40B4-BE49-F238E27FC236}">
                <a16:creationId xmlns:a16="http://schemas.microsoft.com/office/drawing/2014/main" id="{A1390045-6256-40C5-B2C0-CEBC4D075A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183679" y="2315592"/>
            <a:ext cx="3171429" cy="3571429"/>
          </a:xfrm>
          <a:prstGeom prst="rect">
            <a:avLst/>
          </a:prstGeom>
        </p:spPr>
      </p:pic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929C3FCD-9C8A-4A39-B93E-927AF453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20</a:t>
            </a:fld>
            <a:endParaRPr lang="fr-CA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12C0D85-1EDC-42A4-B0DB-FEF6B8A55183}"/>
              </a:ext>
            </a:extLst>
          </p:cNvPr>
          <p:cNvSpPr txBox="1"/>
          <p:nvPr/>
        </p:nvSpPr>
        <p:spPr>
          <a:xfrm>
            <a:off x="677334" y="1791257"/>
            <a:ext cx="6104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Notes de cours : </a:t>
            </a:r>
            <a:r>
              <a:rPr lang="fr-CA" dirty="0">
                <a:hlinkClick r:id="rId5"/>
              </a:rPr>
              <a:t>Support de Microsoft</a:t>
            </a:r>
            <a:endParaRPr lang="fr-CA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53BC888-51DD-4704-88D6-854CA8B4D214}"/>
              </a:ext>
            </a:extLst>
          </p:cNvPr>
          <p:cNvSpPr txBox="1"/>
          <p:nvPr/>
        </p:nvSpPr>
        <p:spPr>
          <a:xfrm>
            <a:off x="5205017" y="1453346"/>
            <a:ext cx="41214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Ouvrir le fichier </a:t>
            </a:r>
            <a:r>
              <a:rPr lang="fr-CA" sz="1400" b="1" dirty="0">
                <a:solidFill>
                  <a:schemeClr val="accent1"/>
                </a:solidFill>
              </a:rPr>
              <a:t>06 Nouvelle voiture 1.xlsx</a:t>
            </a:r>
            <a:r>
              <a:rPr lang="fr-CA" sz="1400" b="1" baseline="30000" dirty="0">
                <a:solidFill>
                  <a:schemeClr val="accent1"/>
                </a:solidFill>
              </a:rPr>
              <a:t>1</a:t>
            </a:r>
            <a:endParaRPr lang="fr-CA" sz="1400" b="1" dirty="0">
              <a:solidFill>
                <a:schemeClr val="accent1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7A5DA67-E7D5-4644-B788-031A0750DC9D}"/>
              </a:ext>
            </a:extLst>
          </p:cNvPr>
          <p:cNvSpPr txBox="1"/>
          <p:nvPr/>
        </p:nvSpPr>
        <p:spPr>
          <a:xfrm>
            <a:off x="537298" y="6562934"/>
            <a:ext cx="10876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baseline="30000" dirty="0"/>
              <a:t>1</a:t>
            </a:r>
            <a:r>
              <a:rPr lang="fr-CA" sz="800" dirty="0"/>
              <a:t>Source: Le fichier provient de l’éditeur </a:t>
            </a:r>
            <a:r>
              <a:rPr lang="fr-CA" sz="800" dirty="0" err="1"/>
              <a:t>Logitell</a:t>
            </a:r>
            <a:r>
              <a:rPr lang="fr-CA" sz="800" dirty="0"/>
              <a:t>, Excel 2016 - Fonctions de base, </a:t>
            </a:r>
            <a:r>
              <a:rPr lang="fr-CA" sz="800" dirty="0">
                <a:hlinkClick r:id="rId6"/>
              </a:rPr>
              <a:t>https://www.logitell.com/fr/livre-de-lecture/excel-2016---fonctions-de-base</a:t>
            </a:r>
            <a:r>
              <a:rPr lang="fr-CA" sz="800" dirty="0"/>
              <a:t> 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6B0059A-C207-952C-0961-586E1D672D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Média en ligne 6" title="Excel P3 D14 MEF Cond Intro">
            <a:hlinkClick r:id="" action="ppaction://media"/>
            <a:extLst>
              <a:ext uri="{FF2B5EF4-FFF2-40B4-BE49-F238E27FC236}">
                <a16:creationId xmlns:a16="http://schemas.microsoft.com/office/drawing/2014/main" id="{CC05F323-4F39-0D06-244E-BE5E3D5018B0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4839286" y="2181292"/>
            <a:ext cx="6870582" cy="38818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6537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84410-8BE2-4F3C-8615-BE253580175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La mise en forme conditionnelle </a:t>
            </a:r>
            <a:br>
              <a:rPr lang="fr-CA" dirty="0"/>
            </a:br>
            <a:r>
              <a:rPr lang="fr-CA" dirty="0"/>
              <a:t>(Règles de mise en surbrillance des cellules)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3CE721F-5A63-4238-B065-FD6C00A2DF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77863" y="2481433"/>
            <a:ext cx="4183062" cy="3239746"/>
          </a:xfrm>
          <a:prstGeom prst="rect">
            <a:avLst/>
          </a:prstGeom>
        </p:spPr>
      </p:pic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929C3FCD-9C8A-4A39-B93E-927AF453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21</a:t>
            </a:fld>
            <a:endParaRPr lang="fr-CA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B65D3B7-5DE5-4FCA-9253-1892F4459265}"/>
              </a:ext>
            </a:extLst>
          </p:cNvPr>
          <p:cNvSpPr txBox="1"/>
          <p:nvPr/>
        </p:nvSpPr>
        <p:spPr>
          <a:xfrm>
            <a:off x="951514" y="6183804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>
                <a:solidFill>
                  <a:srgbClr val="7030A0"/>
                </a:solidFill>
              </a:rPr>
              <a:t>Vous pouvez prendre une copie de ces captures pour vos notes de cours</a:t>
            </a:r>
          </a:p>
        </p:txBody>
      </p:sp>
      <p:pic>
        <p:nvPicPr>
          <p:cNvPr id="8" name="Média en ligne 6" title="Excel P3 D15 MEF Cond 1">
            <a:hlinkClick r:id="" action="ppaction://media"/>
            <a:extLst>
              <a:ext uri="{FF2B5EF4-FFF2-40B4-BE49-F238E27FC236}">
                <a16:creationId xmlns:a16="http://schemas.microsoft.com/office/drawing/2014/main" id="{92F5D714-E063-6B34-3CC4-E17967AB34B8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5218714" y="2396465"/>
            <a:ext cx="6256841" cy="35351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8589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84410-8BE2-4F3C-8615-BE253580175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La mise en forme conditionnelle </a:t>
            </a:r>
            <a:br>
              <a:rPr lang="fr-CA" dirty="0"/>
            </a:br>
            <a:r>
              <a:rPr lang="fr-CA" dirty="0"/>
              <a:t>(Règles des valeurs de plage haute/basse)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9924B5B-A721-4E4C-8C7C-69F72B272B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77863" y="2675422"/>
            <a:ext cx="4183062" cy="2851769"/>
          </a:xfrm>
          <a:prstGeom prst="rect">
            <a:avLst/>
          </a:prstGeom>
        </p:spPr>
      </p:pic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929C3FCD-9C8A-4A39-B93E-927AF453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22</a:t>
            </a:fld>
            <a:endParaRPr lang="fr-CA"/>
          </a:p>
        </p:txBody>
      </p:sp>
      <p:pic>
        <p:nvPicPr>
          <p:cNvPr id="15" name="Image 14" descr="Une image contenant texte, signe, dessin&#10;&#10;Description générée automatiquement">
            <a:extLst>
              <a:ext uri="{FF2B5EF4-FFF2-40B4-BE49-F238E27FC236}">
                <a16:creationId xmlns:a16="http://schemas.microsoft.com/office/drawing/2014/main" id="{52822FEB-163F-45E2-A620-BC0D4E1751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9220" y="6140421"/>
            <a:ext cx="770466" cy="5709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B65D3B7-5DE5-4FCA-9253-1892F4459265}"/>
              </a:ext>
            </a:extLst>
          </p:cNvPr>
          <p:cNvSpPr txBox="1"/>
          <p:nvPr/>
        </p:nvSpPr>
        <p:spPr>
          <a:xfrm>
            <a:off x="951514" y="6183804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>
                <a:solidFill>
                  <a:srgbClr val="7030A0"/>
                </a:solidFill>
              </a:rPr>
              <a:t>Vous pouvez prendre une copie de ces captures pour vos notes de cours</a:t>
            </a:r>
          </a:p>
        </p:txBody>
      </p:sp>
      <p:pic>
        <p:nvPicPr>
          <p:cNvPr id="8" name="Média en ligne 5" title="Excel P3 D16 MEF Cond 2">
            <a:hlinkClick r:id="" action="ppaction://media"/>
            <a:extLst>
              <a:ext uri="{FF2B5EF4-FFF2-40B4-BE49-F238E27FC236}">
                <a16:creationId xmlns:a16="http://schemas.microsoft.com/office/drawing/2014/main" id="{730601CA-6C8E-5515-2BBD-332717FE0C28}"/>
              </a:ext>
            </a:extLst>
          </p:cNvPr>
          <p:cNvPicPr>
            <a:picLocks noGrp="1" noRot="1" noChangeAspect="1"/>
          </p:cNvPicPr>
          <p:nvPr>
            <p:ph sz="half" idx="2"/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5089525" y="2322513"/>
            <a:ext cx="6297613" cy="35575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4848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84410-8BE2-4F3C-8615-BE253580175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La mise en forme conditionnelle </a:t>
            </a:r>
            <a:br>
              <a:rPr lang="fr-CA" dirty="0"/>
            </a:br>
            <a:r>
              <a:rPr lang="fr-CA" dirty="0"/>
              <a:t>(Barres de données)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A401C21-2EA4-4738-815B-FF3D358222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77863" y="2230649"/>
            <a:ext cx="4183062" cy="3741315"/>
          </a:xfrm>
          <a:prstGeom prst="rect">
            <a:avLst/>
          </a:prstGeom>
        </p:spPr>
      </p:pic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929C3FCD-9C8A-4A39-B93E-927AF453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23</a:t>
            </a:fld>
            <a:endParaRPr lang="fr-CA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987E8E-F831-4FF3-AC89-0510DACDC92F}"/>
              </a:ext>
            </a:extLst>
          </p:cNvPr>
          <p:cNvSpPr txBox="1"/>
          <p:nvPr/>
        </p:nvSpPr>
        <p:spPr>
          <a:xfrm>
            <a:off x="5975571" y="1361485"/>
            <a:ext cx="40441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Ouvrir le fichier </a:t>
            </a:r>
            <a:r>
              <a:rPr lang="fr-CA" sz="1400" b="1" dirty="0">
                <a:solidFill>
                  <a:schemeClr val="accent1"/>
                </a:solidFill>
              </a:rPr>
              <a:t>03 Notes finales.xlsx</a:t>
            </a:r>
            <a:r>
              <a:rPr lang="fr-CA" sz="1400" b="1" baseline="30000" dirty="0">
                <a:solidFill>
                  <a:schemeClr val="accent1"/>
                </a:solidFill>
              </a:rPr>
              <a:t>1</a:t>
            </a:r>
            <a:endParaRPr lang="fr-CA" sz="1400" b="1" dirty="0">
              <a:solidFill>
                <a:schemeClr val="accent1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8D4DDD2-9FF4-4EF8-84D1-2CE5ABF10217}"/>
              </a:ext>
            </a:extLst>
          </p:cNvPr>
          <p:cNvSpPr txBox="1"/>
          <p:nvPr/>
        </p:nvSpPr>
        <p:spPr>
          <a:xfrm>
            <a:off x="537298" y="6562934"/>
            <a:ext cx="10876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baseline="30000" dirty="0"/>
              <a:t>1</a:t>
            </a:r>
            <a:r>
              <a:rPr lang="fr-CA" sz="800" dirty="0"/>
              <a:t>Source: Le fichier provient de l’éditeur </a:t>
            </a:r>
            <a:r>
              <a:rPr lang="fr-CA" sz="800" dirty="0" err="1"/>
              <a:t>Logitell</a:t>
            </a:r>
            <a:r>
              <a:rPr lang="fr-CA" sz="800" dirty="0"/>
              <a:t>, Excel 2016 - Fonctions de base, </a:t>
            </a:r>
            <a:r>
              <a:rPr lang="fr-CA" sz="800" dirty="0">
                <a:hlinkClick r:id="rId5"/>
              </a:rPr>
              <a:t>https://www.logitell.com/fr/livre-de-lecture/excel-2016---fonctions-de-base</a:t>
            </a:r>
            <a:r>
              <a:rPr lang="fr-CA" sz="800" dirty="0"/>
              <a:t> </a:t>
            </a:r>
          </a:p>
        </p:txBody>
      </p:sp>
      <p:pic>
        <p:nvPicPr>
          <p:cNvPr id="6" name="Média en ligne 6" title="Excel P3 D17 MEF Cond 3">
            <a:hlinkClick r:id="" action="ppaction://media"/>
            <a:extLst>
              <a:ext uri="{FF2B5EF4-FFF2-40B4-BE49-F238E27FC236}">
                <a16:creationId xmlns:a16="http://schemas.microsoft.com/office/drawing/2014/main" id="{018302E5-F0D4-D4D2-EF1D-BEF7177AAD31}"/>
              </a:ext>
            </a:extLst>
          </p:cNvPr>
          <p:cNvPicPr>
            <a:picLocks noGrp="1" noRot="1" noChangeAspect="1"/>
          </p:cNvPicPr>
          <p:nvPr>
            <p:ph sz="half" idx="2"/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5089525" y="2322513"/>
            <a:ext cx="6297613" cy="35575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3493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84410-8BE2-4F3C-8615-BE253580175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La mise en forme conditionnelle </a:t>
            </a:r>
            <a:br>
              <a:rPr lang="fr-CA" dirty="0"/>
            </a:br>
            <a:r>
              <a:rPr lang="fr-CA" dirty="0"/>
              <a:t>(Nuances de couleurs)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CD04147B-970A-4A0E-A475-5EA8967285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77863" y="2524224"/>
            <a:ext cx="4183062" cy="3154164"/>
          </a:xfrm>
          <a:prstGeom prst="rect">
            <a:avLst/>
          </a:prstGeom>
        </p:spPr>
      </p:pic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929C3FCD-9C8A-4A39-B93E-927AF453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24</a:t>
            </a:fld>
            <a:endParaRPr lang="fr-CA"/>
          </a:p>
        </p:txBody>
      </p:sp>
      <p:pic>
        <p:nvPicPr>
          <p:cNvPr id="15" name="Image 14" descr="Une image contenant texte, signe, dessin&#10;&#10;Description générée automatiquement">
            <a:extLst>
              <a:ext uri="{FF2B5EF4-FFF2-40B4-BE49-F238E27FC236}">
                <a16:creationId xmlns:a16="http://schemas.microsoft.com/office/drawing/2014/main" id="{52822FEB-163F-45E2-A620-BC0D4E1751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9220" y="6140421"/>
            <a:ext cx="770466" cy="5709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B65D3B7-5DE5-4FCA-9253-1892F4459265}"/>
              </a:ext>
            </a:extLst>
          </p:cNvPr>
          <p:cNvSpPr txBox="1"/>
          <p:nvPr/>
        </p:nvSpPr>
        <p:spPr>
          <a:xfrm>
            <a:off x="951514" y="6183804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>
                <a:solidFill>
                  <a:srgbClr val="7030A0"/>
                </a:solidFill>
              </a:rPr>
              <a:t>Vous pouvez prendre une copie de ces captures pour vos notes de cours</a:t>
            </a:r>
          </a:p>
        </p:txBody>
      </p:sp>
      <p:pic>
        <p:nvPicPr>
          <p:cNvPr id="7" name="Média en ligne 5" title="Excel P3 D18 MEF Cond 4">
            <a:hlinkClick r:id="" action="ppaction://media"/>
            <a:extLst>
              <a:ext uri="{FF2B5EF4-FFF2-40B4-BE49-F238E27FC236}">
                <a16:creationId xmlns:a16="http://schemas.microsoft.com/office/drawing/2014/main" id="{EC0D9B26-05D8-F452-859E-3E059FC60711}"/>
              </a:ext>
            </a:extLst>
          </p:cNvPr>
          <p:cNvPicPr>
            <a:picLocks noGrp="1" noRot="1" noChangeAspect="1"/>
          </p:cNvPicPr>
          <p:nvPr>
            <p:ph sz="half" idx="2"/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5089525" y="2322513"/>
            <a:ext cx="6297613" cy="35575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6222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84410-8BE2-4F3C-8615-BE253580175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La mise en forme conditionnelle </a:t>
            </a:r>
            <a:br>
              <a:rPr lang="fr-CA" dirty="0"/>
            </a:br>
            <a:r>
              <a:rPr lang="fr-CA" dirty="0"/>
              <a:t>(Jeux d’icônes)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D2C38A3-9995-4D4F-865E-B8323918E6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238649" y="2160588"/>
            <a:ext cx="3061489" cy="3881437"/>
          </a:xfrm>
          <a:prstGeom prst="rect">
            <a:avLst/>
          </a:prstGeom>
        </p:spPr>
      </p:pic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929C3FCD-9C8A-4A39-B93E-927AF453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25</a:t>
            </a:fld>
            <a:endParaRPr lang="fr-CA"/>
          </a:p>
        </p:txBody>
      </p:sp>
      <p:pic>
        <p:nvPicPr>
          <p:cNvPr id="15" name="Image 14" descr="Une image contenant texte, signe, dessin&#10;&#10;Description générée automatiquement">
            <a:extLst>
              <a:ext uri="{FF2B5EF4-FFF2-40B4-BE49-F238E27FC236}">
                <a16:creationId xmlns:a16="http://schemas.microsoft.com/office/drawing/2014/main" id="{52822FEB-163F-45E2-A620-BC0D4E1751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9220" y="6140421"/>
            <a:ext cx="770466" cy="5709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B65D3B7-5DE5-4FCA-9253-1892F4459265}"/>
              </a:ext>
            </a:extLst>
          </p:cNvPr>
          <p:cNvSpPr txBox="1"/>
          <p:nvPr/>
        </p:nvSpPr>
        <p:spPr>
          <a:xfrm>
            <a:off x="951514" y="6183804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>
                <a:solidFill>
                  <a:srgbClr val="7030A0"/>
                </a:solidFill>
              </a:rPr>
              <a:t>Vous pouvez prendre une copie de ces captures pour vos notes de cours</a:t>
            </a:r>
          </a:p>
        </p:txBody>
      </p:sp>
      <p:pic>
        <p:nvPicPr>
          <p:cNvPr id="8" name="Média en ligne 6" title="Excel P3 D19 MEF Cond 5">
            <a:hlinkClick r:id="" action="ppaction://media"/>
            <a:extLst>
              <a:ext uri="{FF2B5EF4-FFF2-40B4-BE49-F238E27FC236}">
                <a16:creationId xmlns:a16="http://schemas.microsoft.com/office/drawing/2014/main" id="{E88C3B34-E784-77D3-D7E6-9D926D483F2C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5089525" y="2322513"/>
            <a:ext cx="6297613" cy="35575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9300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84410-8BE2-4F3C-8615-BE253580175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La mise en forme conditionnelle </a:t>
            </a:r>
            <a:br>
              <a:rPr lang="fr-CA" dirty="0"/>
            </a:br>
            <a:r>
              <a:rPr lang="fr-CA" dirty="0"/>
              <a:t>(Gestion des règles)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238F79FC-EE4A-4E60-BA46-93962CDE35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178918" y="2306068"/>
            <a:ext cx="3180952" cy="3590476"/>
          </a:xfrm>
          <a:prstGeom prst="rect">
            <a:avLst/>
          </a:prstGeom>
        </p:spPr>
      </p:pic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929C3FCD-9C8A-4A39-B93E-927AF453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26</a:t>
            </a:fld>
            <a:endParaRPr lang="fr-CA"/>
          </a:p>
        </p:txBody>
      </p:sp>
      <p:pic>
        <p:nvPicPr>
          <p:cNvPr id="15" name="Image 14" descr="Une image contenant texte, signe, dessin&#10;&#10;Description générée automatiquement">
            <a:extLst>
              <a:ext uri="{FF2B5EF4-FFF2-40B4-BE49-F238E27FC236}">
                <a16:creationId xmlns:a16="http://schemas.microsoft.com/office/drawing/2014/main" id="{52822FEB-163F-45E2-A620-BC0D4E1751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9220" y="6140421"/>
            <a:ext cx="770466" cy="5709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B65D3B7-5DE5-4FCA-9253-1892F4459265}"/>
              </a:ext>
            </a:extLst>
          </p:cNvPr>
          <p:cNvSpPr txBox="1"/>
          <p:nvPr/>
        </p:nvSpPr>
        <p:spPr>
          <a:xfrm>
            <a:off x="951514" y="6183804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>
                <a:solidFill>
                  <a:srgbClr val="7030A0"/>
                </a:solidFill>
              </a:rPr>
              <a:t>Vous pouvez prendre une copie de ces captures pour vos notes de cours</a:t>
            </a:r>
          </a:p>
        </p:txBody>
      </p:sp>
      <p:pic>
        <p:nvPicPr>
          <p:cNvPr id="8" name="Média en ligne 5" title="Excel P3 D19 MEF Cond 6">
            <a:hlinkClick r:id="" action="ppaction://media"/>
            <a:extLst>
              <a:ext uri="{FF2B5EF4-FFF2-40B4-BE49-F238E27FC236}">
                <a16:creationId xmlns:a16="http://schemas.microsoft.com/office/drawing/2014/main" id="{E925340D-E834-7BFD-605C-4623CAB112A2}"/>
              </a:ext>
            </a:extLst>
          </p:cNvPr>
          <p:cNvPicPr>
            <a:picLocks noGrp="1" noRot="1" noChangeAspect="1"/>
          </p:cNvPicPr>
          <p:nvPr>
            <p:ph sz="half" idx="2"/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5089525" y="2322513"/>
            <a:ext cx="6297613" cy="35575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1413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BED666-3429-4A18-8D27-EB9710F86173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noProof="0" dirty="0"/>
              <a:t>Milieu informatique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A40A975-3DD2-42E4-80DA-D70600175824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noProof="0" dirty="0"/>
              <a:t>Fin de la partie 3</a:t>
            </a:r>
          </a:p>
        </p:txBody>
      </p:sp>
      <p:pic>
        <p:nvPicPr>
          <p:cNvPr id="7" name="Image 6" descr="Une image contenant signe, dessin&#10;&#10;Description générée automatiquement">
            <a:extLst>
              <a:ext uri="{FF2B5EF4-FFF2-40B4-BE49-F238E27FC236}">
                <a16:creationId xmlns:a16="http://schemas.microsoft.com/office/drawing/2014/main" id="{AF8AAAA8-543A-4BC9-B938-C4BE96FD989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747" y="1016846"/>
            <a:ext cx="3124206" cy="167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7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3_Facette">
  <a:themeElements>
    <a:clrScheme name="Rouge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4.xml><?xml version="1.0" encoding="utf-8"?>
<a:theme xmlns:a="http://schemas.openxmlformats.org/drawingml/2006/main" name="4_Facett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1058</Words>
  <Application>Microsoft Office PowerPoint</Application>
  <PresentationFormat>Grand écran</PresentationFormat>
  <Paragraphs>140</Paragraphs>
  <Slides>27</Slides>
  <Notes>0</Notes>
  <HiddenSlides>0</HiddenSlides>
  <MMClips>18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Courier New</vt:lpstr>
      <vt:lpstr>Trebuchet MS</vt:lpstr>
      <vt:lpstr>Wingdings 3</vt:lpstr>
      <vt:lpstr>Facette</vt:lpstr>
      <vt:lpstr>Facette</vt:lpstr>
      <vt:lpstr>3_Facette</vt:lpstr>
      <vt:lpstr>4_Facette</vt:lpstr>
      <vt:lpstr>Milieu informatique</vt:lpstr>
      <vt:lpstr>Contenu</vt:lpstr>
      <vt:lpstr>3a) Fonctions mathématiques et statistiques</vt:lpstr>
      <vt:lpstr>=ARRONDI(nombre; nb_décimales)</vt:lpstr>
      <vt:lpstr>=ENT(nombre)</vt:lpstr>
      <vt:lpstr>=MOYENNE(plage1; [plage2]; […]) =MAX(plage1; [plage2]; […]) =MIN(plage1; [plage2]; […])</vt:lpstr>
      <vt:lpstr>=NB(plage1; [plage2]; […]) =NBVAL(plage1; [plage2]; […]) =NB.VIDE(plage1; [plage2]; […])</vt:lpstr>
      <vt:lpstr>3b) Tableaux, filtres et tris</vt:lpstr>
      <vt:lpstr>Insérer un tableau</vt:lpstr>
      <vt:lpstr>Trier</vt:lpstr>
      <vt:lpstr>Filtrer</vt:lpstr>
      <vt:lpstr>3c) Validation de données</vt:lpstr>
      <vt:lpstr>Valider la saisie de l’utilisateur</vt:lpstr>
      <vt:lpstr>Valider la saisie de l’utilisateur  (liste déroulante)</vt:lpstr>
      <vt:lpstr>3d) Fonctions de recherche</vt:lpstr>
      <vt:lpstr>Qu’est-ce qu’une base de données?</vt:lpstr>
      <vt:lpstr>La recherche verticale (fonction RechercheV)</vt:lpstr>
      <vt:lpstr>Exercices sur la rechercheV</vt:lpstr>
      <vt:lpstr>3e) Mise en forme conditionnelle</vt:lpstr>
      <vt:lpstr>La mise en forme conditionnelle (intro)</vt:lpstr>
      <vt:lpstr>La mise en forme conditionnelle  (Règles de mise en surbrillance des cellules)</vt:lpstr>
      <vt:lpstr>La mise en forme conditionnelle  (Règles des valeurs de plage haute/basse)</vt:lpstr>
      <vt:lpstr>La mise en forme conditionnelle  (Barres de données)</vt:lpstr>
      <vt:lpstr>La mise en forme conditionnelle  (Nuances de couleurs)</vt:lpstr>
      <vt:lpstr>La mise en forme conditionnelle  (Jeux d’icônes)</vt:lpstr>
      <vt:lpstr>La mise en forme conditionnelle  (Gestion des règles)</vt:lpstr>
      <vt:lpstr>Milieu informatique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Martin Hardy</dc:creator>
  <cp:lastModifiedBy>Christopher Coulombe</cp:lastModifiedBy>
  <cp:revision>3</cp:revision>
  <dcterms:created xsi:type="dcterms:W3CDTF">2022-08-29T18:25:38Z</dcterms:created>
  <dcterms:modified xsi:type="dcterms:W3CDTF">2023-09-17T20:09:35Z</dcterms:modified>
</cp:coreProperties>
</file>