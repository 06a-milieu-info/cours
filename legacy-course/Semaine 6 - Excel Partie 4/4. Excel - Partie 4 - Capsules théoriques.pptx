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700" r:id="rId3"/>
    <p:sldMasterId id="2147483719" r:id="rId4"/>
  </p:sldMasterIdLst>
  <p:sldIdLst>
    <p:sldId id="257" r:id="rId5"/>
    <p:sldId id="303" r:id="rId6"/>
    <p:sldId id="270" r:id="rId7"/>
    <p:sldId id="284" r:id="rId8"/>
    <p:sldId id="297" r:id="rId9"/>
    <p:sldId id="302" r:id="rId10"/>
    <p:sldId id="298" r:id="rId11"/>
    <p:sldId id="311" r:id="rId12"/>
    <p:sldId id="305" r:id="rId13"/>
    <p:sldId id="288" r:id="rId14"/>
    <p:sldId id="308" r:id="rId15"/>
    <p:sldId id="309" r:id="rId16"/>
    <p:sldId id="316" r:id="rId17"/>
    <p:sldId id="313" r:id="rId18"/>
    <p:sldId id="315" r:id="rId19"/>
    <p:sldId id="273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AF1A0-7F73-473D-98F4-9346C7D2FA05}" v="7" dt="2023-09-12T01:24:16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4" autoAdjust="0"/>
    <p:restoredTop sz="94660"/>
  </p:normalViewPr>
  <p:slideViewPr>
    <p:cSldViewPr snapToGrid="0">
      <p:cViewPr varScale="1">
        <p:scale>
          <a:sx n="68" d="100"/>
          <a:sy n="68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Hardy" userId="18c45b91-9529-4376-afee-15439663c977" providerId="ADAL" clId="{FB31EEB9-871F-4623-8C58-5A69C1F1397D}"/>
    <pc:docChg chg="undo custSel addSld delSld modSld sldOrd delMainMaster modMainMaster modShowInfo">
      <pc:chgData name="Martin Hardy" userId="18c45b91-9529-4376-afee-15439663c977" providerId="ADAL" clId="{FB31EEB9-871F-4623-8C58-5A69C1F1397D}" dt="2022-09-11T12:59:01.740" v="738" actId="2744"/>
      <pc:docMkLst>
        <pc:docMk/>
      </pc:docMkLst>
      <pc:sldChg chg="modSp mod">
        <pc:chgData name="Martin Hardy" userId="18c45b91-9529-4376-afee-15439663c977" providerId="ADAL" clId="{FB31EEB9-871F-4623-8C58-5A69C1F1397D}" dt="2022-09-06T20:11:36.682" v="562" actId="6549"/>
        <pc:sldMkLst>
          <pc:docMk/>
          <pc:sldMk cId="2281852327" sldId="257"/>
        </pc:sldMkLst>
        <pc:spChg chg="mod">
          <ac:chgData name="Martin Hardy" userId="18c45b91-9529-4376-afee-15439663c977" providerId="ADAL" clId="{FB31EEB9-871F-4623-8C58-5A69C1F1397D}" dt="2022-09-06T20:11:36.682" v="562" actId="6549"/>
          <ac:spMkLst>
            <pc:docMk/>
            <pc:sldMk cId="2281852327" sldId="257"/>
            <ac:spMk id="3" creationId="{7A40A975-3DD2-42E4-80DA-D70600175824}"/>
          </ac:spMkLst>
        </pc:spChg>
      </pc:sldChg>
      <pc:sldChg chg="modSp add mod">
        <pc:chgData name="Martin Hardy" userId="18c45b91-9529-4376-afee-15439663c977" providerId="ADAL" clId="{FB31EEB9-871F-4623-8C58-5A69C1F1397D}" dt="2022-09-06T19:04:22.254" v="227" actId="6549"/>
        <pc:sldMkLst>
          <pc:docMk/>
          <pc:sldMk cId="436769087" sldId="258"/>
        </pc:sldMkLst>
        <pc:spChg chg="mod">
          <ac:chgData name="Martin Hardy" userId="18c45b91-9529-4376-afee-15439663c977" providerId="ADAL" clId="{FB31EEB9-871F-4623-8C58-5A69C1F1397D}" dt="2022-09-06T19:04:22.254" v="227" actId="6549"/>
          <ac:spMkLst>
            <pc:docMk/>
            <pc:sldMk cId="436769087" sldId="258"/>
            <ac:spMk id="4" creationId="{95943749-239C-43CB-AF93-4954CABE46C2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638555495" sldId="258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36769087" sldId="259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597818438" sldId="260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119517671" sldId="26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675740629" sldId="262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800569950" sldId="263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324242622" sldId="264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950874491" sldId="266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82424432" sldId="267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725802250" sldId="268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572054632" sldId="269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52014604" sldId="270"/>
        </pc:sldMkLst>
      </pc:sldChg>
      <pc:sldChg chg="delSp modSp add mod">
        <pc:chgData name="Martin Hardy" userId="18c45b91-9529-4376-afee-15439663c977" providerId="ADAL" clId="{FB31EEB9-871F-4623-8C58-5A69C1F1397D}" dt="2022-09-06T19:07:28.405" v="260" actId="478"/>
        <pc:sldMkLst>
          <pc:docMk/>
          <pc:sldMk cId="572054632" sldId="270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572054632" sldId="270"/>
            <ac:spMk id="3" creationId="{62D3DED9-8C6C-4205-AA46-F4ACD191766B}"/>
          </ac:spMkLst>
        </pc:spChg>
        <pc:spChg chg="mod">
          <ac:chgData name="Martin Hardy" userId="18c45b91-9529-4376-afee-15439663c977" providerId="ADAL" clId="{FB31EEB9-871F-4623-8C58-5A69C1F1397D}" dt="2022-09-06T19:07:25.896" v="259" actId="20577"/>
          <ac:spMkLst>
            <pc:docMk/>
            <pc:sldMk cId="572054632" sldId="270"/>
            <ac:spMk id="4" creationId="{95943749-239C-43CB-AF93-4954CABE46C2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572054632" sldId="270"/>
            <ac:spMk id="5" creationId="{AE6B9066-88B4-4E51-A43B-31B99EDC4F15}"/>
          </ac:spMkLst>
        </pc:spChg>
        <pc:spChg chg="del">
          <ac:chgData name="Martin Hardy" userId="18c45b91-9529-4376-afee-15439663c977" providerId="ADAL" clId="{FB31EEB9-871F-4623-8C58-5A69C1F1397D}" dt="2022-09-06T19:07:28.405" v="260" actId="478"/>
          <ac:spMkLst>
            <pc:docMk/>
            <pc:sldMk cId="572054632" sldId="270"/>
            <ac:spMk id="7" creationId="{E340BB6E-335A-4FD9-BAD0-8635F3DFFD9C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202264003" sldId="27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034388267" sldId="272"/>
        </pc:sldMkLst>
      </pc:sldChg>
      <pc:sldChg chg="modSp mod">
        <pc:chgData name="Martin Hardy" userId="18c45b91-9529-4376-afee-15439663c977" providerId="ADAL" clId="{FB31EEB9-871F-4623-8C58-5A69C1F1397D}" dt="2022-09-06T18:20:06.957" v="37" actId="20577"/>
        <pc:sldMkLst>
          <pc:docMk/>
          <pc:sldMk cId="2369871575" sldId="273"/>
        </pc:sldMkLst>
        <pc:spChg chg="mod">
          <ac:chgData name="Martin Hardy" userId="18c45b91-9529-4376-afee-15439663c977" providerId="ADAL" clId="{FB31EEB9-871F-4623-8C58-5A69C1F1397D}" dt="2022-09-06T18:20:06.957" v="37" actId="20577"/>
          <ac:spMkLst>
            <pc:docMk/>
            <pc:sldMk cId="2369871575" sldId="273"/>
            <ac:spMk id="3" creationId="{7A40A975-3DD2-42E4-80DA-D70600175824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607558254" sldId="274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267202015" sldId="275"/>
        </pc:sldMkLst>
      </pc:sldChg>
      <pc:sldChg chg="modSp add mod">
        <pc:chgData name="Martin Hardy" userId="18c45b91-9529-4376-afee-15439663c977" providerId="ADAL" clId="{FB31EEB9-871F-4623-8C58-5A69C1F1397D}" dt="2022-09-06T19:04:14.002" v="224" actId="20577"/>
        <pc:sldMkLst>
          <pc:docMk/>
          <pc:sldMk cId="842991506" sldId="276"/>
        </pc:sldMkLst>
        <pc:spChg chg="mod">
          <ac:chgData name="Martin Hardy" userId="18c45b91-9529-4376-afee-15439663c977" providerId="ADAL" clId="{FB31EEB9-871F-4623-8C58-5A69C1F1397D}" dt="2022-09-06T19:04:14.002" v="224" actId="20577"/>
          <ac:spMkLst>
            <pc:docMk/>
            <pc:sldMk cId="842991506" sldId="276"/>
            <ac:spMk id="5" creationId="{EB843271-A768-4AB4-92F3-46C70E5D601F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842991506" sldId="276"/>
            <ac:spMk id="6" creationId="{7AF93DD5-8C57-4A51-B8E3-065B77766CD3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842991506" sldId="276"/>
            <ac:spMk id="9" creationId="{CDE0EA86-B51D-44D8-9D47-1D824BD83F84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42:21.175" v="372" actId="108"/>
        <pc:sldMkLst>
          <pc:docMk/>
          <pc:sldMk cId="1886529869" sldId="277"/>
        </pc:sldMkLst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1886529869" sldId="277"/>
            <ac:spMk id="2" creationId="{161654A6-921B-4E46-9695-C130D28EADFD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1886529869" sldId="277"/>
            <ac:spMk id="4" creationId="{1E26A941-C539-469E-8333-5A22F22AD575}"/>
          </ac:spMkLst>
        </pc:spChg>
        <pc:spChg chg="add del mod">
          <ac:chgData name="Martin Hardy" userId="18c45b91-9529-4376-afee-15439663c977" providerId="ADAL" clId="{FB31EEB9-871F-4623-8C58-5A69C1F1397D}" dt="2022-09-06T19:35:57.688" v="312"/>
          <ac:spMkLst>
            <pc:docMk/>
            <pc:sldMk cId="1886529869" sldId="277"/>
            <ac:spMk id="6" creationId="{EA3E4BB0-FBD9-67DF-B5BA-E1C104ACCAF1}"/>
          </ac:spMkLst>
        </pc:spChg>
        <pc:spChg chg="add del mod">
          <ac:chgData name="Martin Hardy" userId="18c45b91-9529-4376-afee-15439663c977" providerId="ADAL" clId="{FB31EEB9-871F-4623-8C58-5A69C1F1397D}" dt="2022-09-06T19:36:55.178" v="318"/>
          <ac:spMkLst>
            <pc:docMk/>
            <pc:sldMk cId="1886529869" sldId="277"/>
            <ac:spMk id="9" creationId="{B4F935FC-2256-33EE-696D-820008855835}"/>
          </ac:spMkLst>
        </pc:spChg>
        <pc:spChg chg="mod">
          <ac:chgData name="Martin Hardy" userId="18c45b91-9529-4376-afee-15439663c977" providerId="ADAL" clId="{FB31EEB9-871F-4623-8C58-5A69C1F1397D}" dt="2022-09-06T19:36:05.298" v="315" actId="1076"/>
          <ac:spMkLst>
            <pc:docMk/>
            <pc:sldMk cId="1886529869" sldId="277"/>
            <ac:spMk id="12" creationId="{391E4A5F-4081-4DC1-8F2C-F86D38945C4A}"/>
          </ac:spMkLst>
        </pc:spChg>
        <pc:picChg chg="del mod">
          <ac:chgData name="Martin Hardy" userId="18c45b91-9529-4376-afee-15439663c977" providerId="ADAL" clId="{FB31EEB9-871F-4623-8C58-5A69C1F1397D}" dt="2022-09-06T19:35:37.153" v="311" actId="478"/>
          <ac:picMkLst>
            <pc:docMk/>
            <pc:sldMk cId="1886529869" sldId="277"/>
            <ac:picMk id="3" creationId="{CFD44D24-56DD-45EA-9F23-8C7CAA68A883}"/>
          </ac:picMkLst>
        </pc:picChg>
        <pc:picChg chg="add del mod">
          <ac:chgData name="Martin Hardy" userId="18c45b91-9529-4376-afee-15439663c977" providerId="ADAL" clId="{FB31EEB9-871F-4623-8C58-5A69C1F1397D}" dt="2022-09-06T19:36:39.586" v="317" actId="478"/>
          <ac:picMkLst>
            <pc:docMk/>
            <pc:sldMk cId="1886529869" sldId="277"/>
            <ac:picMk id="7" creationId="{3C6EE45B-F908-F52D-F5B9-96DA1037FCE9}"/>
          </ac:picMkLst>
        </pc:picChg>
        <pc:picChg chg="add mod">
          <ac:chgData name="Martin Hardy" userId="18c45b91-9529-4376-afee-15439663c977" providerId="ADAL" clId="{FB31EEB9-871F-4623-8C58-5A69C1F1397D}" dt="2022-09-06T19:42:21.175" v="372" actId="108"/>
          <ac:picMkLst>
            <pc:docMk/>
            <pc:sldMk cId="1886529869" sldId="277"/>
            <ac:picMk id="10" creationId="{5B9EAD7F-EFA4-B776-2C85-E128B57487C9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262234525" sldId="282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58:16.717" v="485" actId="207"/>
        <pc:sldMkLst>
          <pc:docMk/>
          <pc:sldMk cId="2425671808" sldId="284"/>
        </pc:sldMkLst>
        <pc:spChg chg="add del mod">
          <ac:chgData name="Martin Hardy" userId="18c45b91-9529-4376-afee-15439663c977" providerId="ADAL" clId="{FB31EEB9-871F-4623-8C58-5A69C1F1397D}" dt="2022-09-06T19:40:43.791" v="360"/>
          <ac:spMkLst>
            <pc:docMk/>
            <pc:sldMk cId="2425671808" sldId="284"/>
            <ac:spMk id="3" creationId="{E9302224-8B30-F21C-B8E6-A10FBCCCFF5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425671808" sldId="284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425671808" sldId="284"/>
            <ac:spMk id="5" creationId="{761E3710-A748-47CC-89BB-D62BDB1CEC1B}"/>
          </ac:spMkLst>
        </pc:spChg>
        <pc:spChg chg="mod topLvl">
          <ac:chgData name="Martin Hardy" userId="18c45b91-9529-4376-afee-15439663c977" providerId="ADAL" clId="{FB31EEB9-871F-4623-8C58-5A69C1F1397D}" dt="2022-09-06T19:58:16.717" v="485" actId="207"/>
          <ac:spMkLst>
            <pc:docMk/>
            <pc:sldMk cId="2425671808" sldId="284"/>
            <ac:spMk id="13" creationId="{620471B2-0DDC-46BC-A69E-BA7373653F57}"/>
          </ac:spMkLst>
        </pc:spChg>
        <pc:grpChg chg="del">
          <ac:chgData name="Martin Hardy" userId="18c45b91-9529-4376-afee-15439663c977" providerId="ADAL" clId="{FB31EEB9-871F-4623-8C58-5A69C1F1397D}" dt="2022-09-06T19:56:57.500" v="461" actId="478"/>
          <ac:grpSpMkLst>
            <pc:docMk/>
            <pc:sldMk cId="2425671808" sldId="284"/>
            <ac:grpSpMk id="11" creationId="{54283458-139C-429B-9122-4E030161C956}"/>
          </ac:grpSpMkLst>
        </pc:grpChg>
        <pc:picChg chg="add mod">
          <ac:chgData name="Martin Hardy" userId="18c45b91-9529-4376-afee-15439663c977" providerId="ADAL" clId="{FB31EEB9-871F-4623-8C58-5A69C1F1397D}" dt="2022-09-06T19:42:40.119" v="380" actId="108"/>
          <ac:picMkLst>
            <pc:docMk/>
            <pc:sldMk cId="2425671808" sldId="284"/>
            <ac:picMk id="6" creationId="{D7DA712C-717B-C73D-8E35-6135E483CB91}"/>
          </ac:picMkLst>
        </pc:picChg>
        <pc:picChg chg="del topLvl">
          <ac:chgData name="Martin Hardy" userId="18c45b91-9529-4376-afee-15439663c977" providerId="ADAL" clId="{FB31EEB9-871F-4623-8C58-5A69C1F1397D}" dt="2022-09-06T19:56:57.500" v="461" actId="478"/>
          <ac:picMkLst>
            <pc:docMk/>
            <pc:sldMk cId="2425671808" sldId="284"/>
            <ac:picMk id="12" creationId="{A862CC79-D720-498F-9AFD-F783392124DD}"/>
          </ac:picMkLst>
        </pc:picChg>
        <pc:picChg chg="del mod">
          <ac:chgData name="Martin Hardy" userId="18c45b91-9529-4376-afee-15439663c977" providerId="ADAL" clId="{FB31EEB9-871F-4623-8C58-5A69C1F1397D}" dt="2022-09-06T19:40:35.081" v="359" actId="478"/>
          <ac:picMkLst>
            <pc:docMk/>
            <pc:sldMk cId="2425671808" sldId="284"/>
            <ac:picMk id="15" creationId="{9DC9E7A7-D506-4E42-BDA4-BA2C7F5C0EBE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06133087" sldId="285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957505724" sldId="286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23.927" v="373" actId="108"/>
        <pc:sldMkLst>
          <pc:docMk/>
          <pc:sldMk cId="3643553050" sldId="286"/>
        </pc:sldMkLst>
        <pc:spChg chg="add del mod">
          <ac:chgData name="Martin Hardy" userId="18c45b91-9529-4376-afee-15439663c977" providerId="ADAL" clId="{FB31EEB9-871F-4623-8C58-5A69C1F1397D}" dt="2022-09-06T19:37:23.147" v="322"/>
          <ac:spMkLst>
            <pc:docMk/>
            <pc:sldMk cId="3643553050" sldId="286"/>
            <ac:spMk id="7" creationId="{4F3A5A7E-5C9E-0149-0800-C74D392005D2}"/>
          </ac:spMkLst>
        </pc:spChg>
        <pc:picChg chg="del">
          <ac:chgData name="Martin Hardy" userId="18c45b91-9529-4376-afee-15439663c977" providerId="ADAL" clId="{FB31EEB9-871F-4623-8C58-5A69C1F1397D}" dt="2022-09-06T19:37:13.803" v="321" actId="478"/>
          <ac:picMkLst>
            <pc:docMk/>
            <pc:sldMk cId="3643553050" sldId="286"/>
            <ac:picMk id="6" creationId="{FF787307-C504-4996-AE3C-BDD94648F55E}"/>
          </ac:picMkLst>
        </pc:picChg>
        <pc:picChg chg="add mod">
          <ac:chgData name="Martin Hardy" userId="18c45b91-9529-4376-afee-15439663c977" providerId="ADAL" clId="{FB31EEB9-871F-4623-8C58-5A69C1F1397D}" dt="2022-09-06T19:42:23.927" v="373" actId="108"/>
          <ac:picMkLst>
            <pc:docMk/>
            <pc:sldMk cId="3643553050" sldId="286"/>
            <ac:picMk id="8" creationId="{D286D066-1433-885F-34BE-F612D752C2F9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698988620" sldId="287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33:09.739" v="302" actId="108"/>
        <pc:sldMkLst>
          <pc:docMk/>
          <pc:sldMk cId="2954660565" sldId="287"/>
        </pc:sldMkLst>
        <pc:spChg chg="add del mod">
          <ac:chgData name="Martin Hardy" userId="18c45b91-9529-4376-afee-15439663c977" providerId="ADAL" clId="{FB31EEB9-871F-4623-8C58-5A69C1F1397D}" dt="2022-09-06T19:32:54.077" v="301"/>
          <ac:spMkLst>
            <pc:docMk/>
            <pc:sldMk cId="2954660565" sldId="287"/>
            <ac:spMk id="7" creationId="{860E3B26-3FF3-999A-7C5D-31EE4449181D}"/>
          </ac:spMkLst>
        </pc:spChg>
        <pc:picChg chg="del">
          <ac:chgData name="Martin Hardy" userId="18c45b91-9529-4376-afee-15439663c977" providerId="ADAL" clId="{FB31EEB9-871F-4623-8C58-5A69C1F1397D}" dt="2022-09-06T19:32:26.680" v="300" actId="478"/>
          <ac:picMkLst>
            <pc:docMk/>
            <pc:sldMk cId="2954660565" sldId="287"/>
            <ac:picMk id="6" creationId="{A2179336-9C7A-4AEC-937A-B15333AED9CD}"/>
          </ac:picMkLst>
        </pc:picChg>
        <pc:picChg chg="add mod">
          <ac:chgData name="Martin Hardy" userId="18c45b91-9529-4376-afee-15439663c977" providerId="ADAL" clId="{FB31EEB9-871F-4623-8C58-5A69C1F1397D}" dt="2022-09-06T19:33:09.739" v="302" actId="108"/>
          <ac:picMkLst>
            <pc:docMk/>
            <pc:sldMk cId="2954660565" sldId="287"/>
            <ac:picMk id="8" creationId="{4824D8DF-706E-700B-1EFF-23C01ABD6685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55:57.027" v="433" actId="20577"/>
        <pc:sldMkLst>
          <pc:docMk/>
          <pc:sldMk cId="1474727850" sldId="288"/>
        </pc:sldMkLst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1474727850" sldId="288"/>
            <ac:spMk id="2" creationId="{6F5441EB-209E-471D-A7B7-D422F075FF04}"/>
          </ac:spMkLst>
        </pc:spChg>
        <pc:spChg chg="add del mod">
          <ac:chgData name="Martin Hardy" userId="18c45b91-9529-4376-afee-15439663c977" providerId="ADAL" clId="{FB31EEB9-871F-4623-8C58-5A69C1F1397D}" dt="2022-09-06T19:35:01.226" v="306"/>
          <ac:spMkLst>
            <pc:docMk/>
            <pc:sldMk cId="1474727850" sldId="288"/>
            <ac:spMk id="4" creationId="{B0DADEB5-2305-2C4D-BF65-90FA21E7F056}"/>
          </ac:spMkLst>
        </pc:spChg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1474727850" sldId="288"/>
            <ac:spMk id="5" creationId="{1DFBB768-D330-4ED9-A790-6ADD9B6D01ED}"/>
          </ac:spMkLst>
        </pc:spChg>
        <pc:spChg chg="mod topLvl">
          <ac:chgData name="Martin Hardy" userId="18c45b91-9529-4376-afee-15439663c977" providerId="ADAL" clId="{FB31EEB9-871F-4623-8C58-5A69C1F1397D}" dt="2022-09-06T19:55:57.027" v="433" actId="20577"/>
          <ac:spMkLst>
            <pc:docMk/>
            <pc:sldMk cId="1474727850" sldId="288"/>
            <ac:spMk id="11" creationId="{B94B2B2F-E5A9-43AD-A5F4-C4DCBBDFFB44}"/>
          </ac:spMkLst>
        </pc:spChg>
        <pc:grpChg chg="del">
          <ac:chgData name="Martin Hardy" userId="18c45b91-9529-4376-afee-15439663c977" providerId="ADAL" clId="{FB31EEB9-871F-4623-8C58-5A69C1F1397D}" dt="2022-09-06T19:55:26.956" v="407" actId="478"/>
          <ac:grpSpMkLst>
            <pc:docMk/>
            <pc:sldMk cId="1474727850" sldId="288"/>
            <ac:grpSpMk id="9" creationId="{302EC5EF-7E7E-40C2-B65B-AF11C5203708}"/>
          </ac:grpSpMkLst>
        </pc:grpChg>
        <pc:picChg chg="add mod">
          <ac:chgData name="Martin Hardy" userId="18c45b91-9529-4376-afee-15439663c977" providerId="ADAL" clId="{FB31EEB9-871F-4623-8C58-5A69C1F1397D}" dt="2022-09-06T19:42:14.399" v="370" actId="108"/>
          <ac:picMkLst>
            <pc:docMk/>
            <pc:sldMk cId="1474727850" sldId="288"/>
            <ac:picMk id="6" creationId="{73735BCB-6ADF-0701-C955-2FC75737AB45}"/>
          </ac:picMkLst>
        </pc:picChg>
        <pc:picChg chg="del mod">
          <ac:chgData name="Martin Hardy" userId="18c45b91-9529-4376-afee-15439663c977" providerId="ADAL" clId="{FB31EEB9-871F-4623-8C58-5A69C1F1397D}" dt="2022-09-06T19:34:50.803" v="305" actId="478"/>
          <ac:picMkLst>
            <pc:docMk/>
            <pc:sldMk cId="1474727850" sldId="288"/>
            <ac:picMk id="8" creationId="{2903BB87-56D3-4B27-BBCD-E70BD9F22FDE}"/>
          </ac:picMkLst>
        </pc:picChg>
        <pc:picChg chg="del topLvl">
          <ac:chgData name="Martin Hardy" userId="18c45b91-9529-4376-afee-15439663c977" providerId="ADAL" clId="{FB31EEB9-871F-4623-8C58-5A69C1F1397D}" dt="2022-09-06T19:55:26.956" v="407" actId="478"/>
          <ac:picMkLst>
            <pc:docMk/>
            <pc:sldMk cId="1474727850" sldId="288"/>
            <ac:picMk id="10" creationId="{F989FB25-FFA5-404B-88E5-91868CCB003A}"/>
          </ac:picMkLst>
        </pc:picChg>
        <pc:picChg chg="mod">
          <ac:chgData name="Martin Hardy" userId="18c45b91-9529-4376-afee-15439663c977" providerId="ADAL" clId="{FB31EEB9-871F-4623-8C58-5A69C1F1397D}" dt="2022-09-06T18:26:49.009" v="45"/>
          <ac:picMkLst>
            <pc:docMk/>
            <pc:sldMk cId="1474727850" sldId="288"/>
            <ac:picMk id="13" creationId="{2FB3561E-114A-4FD4-B6B9-19AB289C4914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296781462" sldId="288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56:25.749" v="460" actId="207"/>
        <pc:sldMkLst>
          <pc:docMk/>
          <pc:sldMk cId="2088179270" sldId="289"/>
        </pc:sldMkLst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4" creationId="{6E29412E-0426-4660-9476-69A7B4D6012B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5" creationId="{BD799286-E914-457A-B5CD-41ABF872FE63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6" creationId="{02587D1E-4285-4685-9FB6-1D06D5B91B0A}"/>
          </ac:spMkLst>
        </pc:spChg>
        <pc:spChg chg="add del mod">
          <ac:chgData name="Martin Hardy" userId="18c45b91-9529-4376-afee-15439663c977" providerId="ADAL" clId="{FB31EEB9-871F-4623-8C58-5A69C1F1397D}" dt="2022-09-06T19:35:25.561" v="308"/>
          <ac:spMkLst>
            <pc:docMk/>
            <pc:sldMk cId="2088179270" sldId="289"/>
            <ac:spMk id="7" creationId="{1016D63D-0F7D-5C28-A90C-3E0243E18598}"/>
          </ac:spMkLst>
        </pc:spChg>
        <pc:spChg chg="mod topLvl">
          <ac:chgData name="Martin Hardy" userId="18c45b91-9529-4376-afee-15439663c977" providerId="ADAL" clId="{FB31EEB9-871F-4623-8C58-5A69C1F1397D}" dt="2022-09-06T19:56:25.749" v="460" actId="207"/>
          <ac:spMkLst>
            <pc:docMk/>
            <pc:sldMk cId="2088179270" sldId="289"/>
            <ac:spMk id="10" creationId="{9EB41351-CF9E-4915-8252-1F34329152FF}"/>
          </ac:spMkLst>
        </pc:spChg>
        <pc:grpChg chg="del">
          <ac:chgData name="Martin Hardy" userId="18c45b91-9529-4376-afee-15439663c977" providerId="ADAL" clId="{FB31EEB9-871F-4623-8C58-5A69C1F1397D}" dt="2022-09-06T19:56:02.083" v="434" actId="478"/>
          <ac:grpSpMkLst>
            <pc:docMk/>
            <pc:sldMk cId="2088179270" sldId="289"/>
            <ac:grpSpMk id="8" creationId="{AFD3E850-DBC6-46D9-9C9D-6E816552073E}"/>
          </ac:grpSpMkLst>
        </pc:grpChg>
        <pc:picChg chg="del mod">
          <ac:chgData name="Martin Hardy" userId="18c45b91-9529-4376-afee-15439663c977" providerId="ADAL" clId="{FB31EEB9-871F-4623-8C58-5A69C1F1397D}" dt="2022-09-06T19:35:05.314" v="307" actId="478"/>
          <ac:picMkLst>
            <pc:docMk/>
            <pc:sldMk cId="2088179270" sldId="289"/>
            <ac:picMk id="2" creationId="{C928563A-6B18-491A-A721-B5DA94D9F6DA}"/>
          </ac:picMkLst>
        </pc:picChg>
        <pc:picChg chg="del topLvl">
          <ac:chgData name="Martin Hardy" userId="18c45b91-9529-4376-afee-15439663c977" providerId="ADAL" clId="{FB31EEB9-871F-4623-8C58-5A69C1F1397D}" dt="2022-09-06T19:56:02.083" v="434" actId="478"/>
          <ac:picMkLst>
            <pc:docMk/>
            <pc:sldMk cId="2088179270" sldId="289"/>
            <ac:picMk id="9" creationId="{4D62E50C-40C9-46DE-9EC2-F64D1DF1CAB8}"/>
          </ac:picMkLst>
        </pc:picChg>
        <pc:picChg chg="add mod">
          <ac:chgData name="Martin Hardy" userId="18c45b91-9529-4376-afee-15439663c977" providerId="ADAL" clId="{FB31EEB9-871F-4623-8C58-5A69C1F1397D}" dt="2022-09-06T19:42:17.432" v="371" actId="108"/>
          <ac:picMkLst>
            <pc:docMk/>
            <pc:sldMk cId="2088179270" sldId="289"/>
            <ac:picMk id="12" creationId="{A30DD6B5-78C4-FD62-6FB6-09BCF3AD5A8E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397238755" sldId="290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31.319" v="376" actId="108"/>
        <pc:sldMkLst>
          <pc:docMk/>
          <pc:sldMk cId="3104017807" sldId="290"/>
        </pc:sldMkLst>
        <pc:spChg chg="mod">
          <ac:chgData name="Martin Hardy" userId="18c45b91-9529-4376-afee-15439663c977" providerId="ADAL" clId="{FB31EEB9-871F-4623-8C58-5A69C1F1397D}" dt="2022-09-06T19:38:48.791" v="341" actId="14100"/>
          <ac:spMkLst>
            <pc:docMk/>
            <pc:sldMk cId="3104017807" sldId="290"/>
            <ac:spMk id="3" creationId="{755C167B-C98F-45FB-A6FA-7EE93B0A6D0A}"/>
          </ac:spMkLst>
        </pc:spChg>
        <pc:spChg chg="add del mod">
          <ac:chgData name="Martin Hardy" userId="18c45b91-9529-4376-afee-15439663c977" providerId="ADAL" clId="{FB31EEB9-871F-4623-8C58-5A69C1F1397D}" dt="2022-09-06T19:38:42.376" v="338"/>
          <ac:spMkLst>
            <pc:docMk/>
            <pc:sldMk cId="3104017807" sldId="290"/>
            <ac:spMk id="7" creationId="{B83B8A98-BC97-A16F-EEA4-34546989BF5F}"/>
          </ac:spMkLst>
        </pc:spChg>
        <pc:picChg chg="del">
          <ac:chgData name="Martin Hardy" userId="18c45b91-9529-4376-afee-15439663c977" providerId="ADAL" clId="{FB31EEB9-871F-4623-8C58-5A69C1F1397D}" dt="2022-09-06T19:38:26.249" v="337" actId="478"/>
          <ac:picMkLst>
            <pc:docMk/>
            <pc:sldMk cId="3104017807" sldId="290"/>
            <ac:picMk id="6" creationId="{16D29642-2F2E-4713-95AD-8F14F6F1E44C}"/>
          </ac:picMkLst>
        </pc:picChg>
        <pc:picChg chg="add mod">
          <ac:chgData name="Martin Hardy" userId="18c45b91-9529-4376-afee-15439663c977" providerId="ADAL" clId="{FB31EEB9-871F-4623-8C58-5A69C1F1397D}" dt="2022-09-06T19:42:31.319" v="376" actId="108"/>
          <ac:picMkLst>
            <pc:docMk/>
            <pc:sldMk cId="3104017807" sldId="290"/>
            <ac:picMk id="8" creationId="{444B5B62-940A-D871-1132-38CD83E2A297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622120471" sldId="29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86015288" sldId="292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633210000" sldId="293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33.080" v="377" actId="108"/>
        <pc:sldMkLst>
          <pc:docMk/>
          <pc:sldMk cId="3421446240" sldId="293"/>
        </pc:sldMkLst>
        <pc:spChg chg="mod">
          <ac:chgData name="Martin Hardy" userId="18c45b91-9529-4376-afee-15439663c977" providerId="ADAL" clId="{FB31EEB9-871F-4623-8C58-5A69C1F1397D}" dt="2022-09-06T19:39:15.631" v="346" actId="14100"/>
          <ac:spMkLst>
            <pc:docMk/>
            <pc:sldMk cId="3421446240" sldId="293"/>
            <ac:spMk id="3" creationId="{0E01C464-48ED-433E-A8BF-08541D31A883}"/>
          </ac:spMkLst>
        </pc:spChg>
        <pc:spChg chg="add del mod">
          <ac:chgData name="Martin Hardy" userId="18c45b91-9529-4376-afee-15439663c977" providerId="ADAL" clId="{FB31EEB9-871F-4623-8C58-5A69C1F1397D}" dt="2022-09-06T19:39:12.630" v="345"/>
          <ac:spMkLst>
            <pc:docMk/>
            <pc:sldMk cId="3421446240" sldId="293"/>
            <ac:spMk id="6" creationId="{6EDFBC2F-9AD0-AD04-08DB-2630BA55DFD6}"/>
          </ac:spMkLst>
        </pc:spChg>
        <pc:picChg chg="del">
          <ac:chgData name="Martin Hardy" userId="18c45b91-9529-4376-afee-15439663c977" providerId="ADAL" clId="{FB31EEB9-871F-4623-8C58-5A69C1F1397D}" dt="2022-09-06T19:38:57.425" v="344" actId="478"/>
          <ac:picMkLst>
            <pc:docMk/>
            <pc:sldMk cId="3421446240" sldId="293"/>
            <ac:picMk id="2" creationId="{8066D563-F389-4016-8078-AFFF4E0FC9BC}"/>
          </ac:picMkLst>
        </pc:picChg>
        <pc:picChg chg="add mod">
          <ac:chgData name="Martin Hardy" userId="18c45b91-9529-4376-afee-15439663c977" providerId="ADAL" clId="{FB31EEB9-871F-4623-8C58-5A69C1F1397D}" dt="2022-09-06T19:42:33.080" v="377" actId="108"/>
          <ac:picMkLst>
            <pc:docMk/>
            <pc:sldMk cId="3421446240" sldId="293"/>
            <ac:picMk id="8" creationId="{A3ACE130-588E-4F11-E6A0-1DE891DA72B4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1.903" v="381" actId="108"/>
        <pc:sldMkLst>
          <pc:docMk/>
          <pc:sldMk cId="178198611" sldId="297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6" creationId="{28FF9A3D-DE7A-4712-8824-981D13CBFD75}"/>
          </ac:spMkLst>
        </pc:spChg>
        <pc:spChg chg="add del mod">
          <ac:chgData name="Martin Hardy" userId="18c45b91-9529-4376-afee-15439663c977" providerId="ADAL" clId="{FB31EEB9-871F-4623-8C58-5A69C1F1397D}" dt="2022-09-06T19:41:05.574" v="362"/>
          <ac:spMkLst>
            <pc:docMk/>
            <pc:sldMk cId="178198611" sldId="297"/>
            <ac:spMk id="7" creationId="{CA05CEDB-73A2-6016-38A0-D8F5F2A630B2}"/>
          </ac:spMkLst>
        </pc:spChg>
        <pc:picChg chg="del mod">
          <ac:chgData name="Martin Hardy" userId="18c45b91-9529-4376-afee-15439663c977" providerId="ADAL" clId="{FB31EEB9-871F-4623-8C58-5A69C1F1397D}" dt="2022-09-06T19:40:55.992" v="361" actId="478"/>
          <ac:picMkLst>
            <pc:docMk/>
            <pc:sldMk cId="178198611" sldId="297"/>
            <ac:picMk id="8" creationId="{C99F9BC1-96C9-45AE-BC67-10C40BADAFED}"/>
          </ac:picMkLst>
        </pc:picChg>
        <pc:picChg chg="add mod">
          <ac:chgData name="Martin Hardy" userId="18c45b91-9529-4376-afee-15439663c977" providerId="ADAL" clId="{FB31EEB9-871F-4623-8C58-5A69C1F1397D}" dt="2022-09-06T19:42:41.903" v="381" actId="108"/>
          <ac:picMkLst>
            <pc:docMk/>
            <pc:sldMk cId="178198611" sldId="297"/>
            <ac:picMk id="9" creationId="{493CD0CC-2A00-998A-A9C4-FEA1F95BD327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5.959" v="383" actId="108"/>
        <pc:sldMkLst>
          <pc:docMk/>
          <pc:sldMk cId="2284316722" sldId="298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6" creationId="{28FF9A3D-DE7A-4712-8824-981D13CBFD75}"/>
          </ac:spMkLst>
        </pc:spChg>
        <pc:spChg chg="add del mod">
          <ac:chgData name="Martin Hardy" userId="18c45b91-9529-4376-afee-15439663c977" providerId="ADAL" clId="{FB31EEB9-871F-4623-8C58-5A69C1F1397D}" dt="2022-09-06T19:41:55.716" v="368"/>
          <ac:spMkLst>
            <pc:docMk/>
            <pc:sldMk cId="2284316722" sldId="298"/>
            <ac:spMk id="7" creationId="{DC5B0C68-3EE0-F91B-2307-C6E8E8C1B827}"/>
          </ac:spMkLst>
        </pc:spChg>
        <pc:picChg chg="del mod">
          <ac:chgData name="Martin Hardy" userId="18c45b91-9529-4376-afee-15439663c977" providerId="ADAL" clId="{FB31EEB9-871F-4623-8C58-5A69C1F1397D}" dt="2022-09-06T19:41:47.313" v="367" actId="478"/>
          <ac:picMkLst>
            <pc:docMk/>
            <pc:sldMk cId="2284316722" sldId="298"/>
            <ac:picMk id="9" creationId="{D3F30A81-6517-4CA7-8172-371D8C48379F}"/>
          </ac:picMkLst>
        </pc:picChg>
        <pc:picChg chg="add mod">
          <ac:chgData name="Martin Hardy" userId="18c45b91-9529-4376-afee-15439663c977" providerId="ADAL" clId="{FB31EEB9-871F-4623-8C58-5A69C1F1397D}" dt="2022-09-06T19:42:45.959" v="383" actId="108"/>
          <ac:picMkLst>
            <pc:docMk/>
            <pc:sldMk cId="2284316722" sldId="298"/>
            <ac:picMk id="10" creationId="{01F91208-7125-B000-1146-055ED1AC8FED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34.863" v="378" actId="108"/>
        <pc:sldMkLst>
          <pc:docMk/>
          <pc:sldMk cId="4005130374" sldId="299"/>
        </pc:sldMkLst>
        <pc:spChg chg="add del mod">
          <ac:chgData name="Martin Hardy" userId="18c45b91-9529-4376-afee-15439663c977" providerId="ADAL" clId="{FB31EEB9-871F-4623-8C58-5A69C1F1397D}" dt="2022-09-06T19:39:42.764" v="350"/>
          <ac:spMkLst>
            <pc:docMk/>
            <pc:sldMk cId="4005130374" sldId="299"/>
            <ac:spMk id="6" creationId="{9D401C44-181A-4702-0C7C-AD2FE4E0CFCD}"/>
          </ac:spMkLst>
        </pc:spChg>
        <pc:picChg chg="del">
          <ac:chgData name="Martin Hardy" userId="18c45b91-9529-4376-afee-15439663c977" providerId="ADAL" clId="{FB31EEB9-871F-4623-8C58-5A69C1F1397D}" dt="2022-09-06T19:39:23.465" v="349" actId="478"/>
          <ac:picMkLst>
            <pc:docMk/>
            <pc:sldMk cId="4005130374" sldId="299"/>
            <ac:picMk id="2" creationId="{D1133D27-3215-4E2A-B96B-38E863CDF244}"/>
          </ac:picMkLst>
        </pc:picChg>
        <pc:picChg chg="add mod">
          <ac:chgData name="Martin Hardy" userId="18c45b91-9529-4376-afee-15439663c977" providerId="ADAL" clId="{FB31EEB9-871F-4623-8C58-5A69C1F1397D}" dt="2022-09-06T19:42:34.863" v="378" actId="108"/>
          <ac:picMkLst>
            <pc:docMk/>
            <pc:sldMk cId="4005130374" sldId="299"/>
            <ac:picMk id="8" creationId="{0B5E4D41-82A0-8B4F-1E99-D57224530DD2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3.239" v="382" actId="108"/>
        <pc:sldMkLst>
          <pc:docMk/>
          <pc:sldMk cId="1064017932" sldId="302"/>
        </pc:sldMkLst>
        <pc:spChg chg="add del mod">
          <ac:chgData name="Martin Hardy" userId="18c45b91-9529-4376-afee-15439663c977" providerId="ADAL" clId="{FB31EEB9-871F-4623-8C58-5A69C1F1397D}" dt="2022-09-06T19:41:33.283" v="366"/>
          <ac:spMkLst>
            <pc:docMk/>
            <pc:sldMk cId="1064017932" sldId="302"/>
            <ac:spMk id="3" creationId="{E547FA73-0988-B109-ED70-2AD426460986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6" creationId="{28FF9A3D-DE7A-4712-8824-981D13CBFD75}"/>
          </ac:spMkLst>
        </pc:spChg>
        <pc:picChg chg="add mod">
          <ac:chgData name="Martin Hardy" userId="18c45b91-9529-4376-afee-15439663c977" providerId="ADAL" clId="{FB31EEB9-871F-4623-8C58-5A69C1F1397D}" dt="2022-09-06T19:42:43.239" v="382" actId="108"/>
          <ac:picMkLst>
            <pc:docMk/>
            <pc:sldMk cId="1064017932" sldId="302"/>
            <ac:picMk id="7" creationId="{E8272CE0-9749-C409-7213-C84503C2B0A0}"/>
          </ac:picMkLst>
        </pc:picChg>
        <pc:picChg chg="del mod">
          <ac:chgData name="Martin Hardy" userId="18c45b91-9529-4376-afee-15439663c977" providerId="ADAL" clId="{FB31EEB9-871F-4623-8C58-5A69C1F1397D}" dt="2022-09-06T19:41:22.112" v="363" actId="478"/>
          <ac:picMkLst>
            <pc:docMk/>
            <pc:sldMk cId="1064017932" sldId="302"/>
            <ac:picMk id="8" creationId="{9D35DA5E-05EA-45CD-A72F-6166301CE362}"/>
          </ac:picMkLst>
        </pc:picChg>
      </pc:sldChg>
      <pc:sldChg chg="delSp modSp add mod setBg modAnim delDesignElem">
        <pc:chgData name="Martin Hardy" userId="18c45b91-9529-4376-afee-15439663c977" providerId="ADAL" clId="{FB31EEB9-871F-4623-8C58-5A69C1F1397D}" dt="2022-09-06T19:08:15.846" v="270"/>
        <pc:sldMkLst>
          <pc:docMk/>
          <pc:sldMk cId="1638555495" sldId="303"/>
        </pc:sldMkLst>
        <pc:spChg chg="mod">
          <ac:chgData name="Martin Hardy" userId="18c45b91-9529-4376-afee-15439663c977" providerId="ADAL" clId="{FB31EEB9-871F-4623-8C58-5A69C1F1397D}" dt="2022-09-06T19:06:06.446" v="257" actId="207"/>
          <ac:spMkLst>
            <pc:docMk/>
            <pc:sldMk cId="1638555495" sldId="303"/>
            <ac:spMk id="6" creationId="{EB1677F1-0331-4992-9DEA-02D602B01970}"/>
          </ac:spMkLst>
        </pc:spChg>
        <pc:spChg chg="del">
          <ac:chgData name="Martin Hardy" userId="18c45b91-9529-4376-afee-15439663c977" providerId="ADAL" clId="{FB31EEB9-871F-4623-8C58-5A69C1F1397D}" dt="2022-09-06T18:25:41.089" v="41"/>
          <ac:spMkLst>
            <pc:docMk/>
            <pc:sldMk cId="1638555495" sldId="303"/>
            <ac:spMk id="9" creationId="{655AE6B0-AC9E-4167-806F-E9DB135FC46B}"/>
          </ac:spMkLst>
        </pc:spChg>
        <pc:spChg chg="del">
          <ac:chgData name="Martin Hardy" userId="18c45b91-9529-4376-afee-15439663c977" providerId="ADAL" clId="{FB31EEB9-871F-4623-8C58-5A69C1F1397D}" dt="2022-09-06T18:25:41.089" v="41"/>
          <ac:spMkLst>
            <pc:docMk/>
            <pc:sldMk cId="1638555495" sldId="303"/>
            <ac:spMk id="22" creationId="{87BD1F4E-A66D-4C06-86DA-8D56CA7A3B41}"/>
          </ac:spMkLst>
        </pc:spChg>
        <pc:grpChg chg="del">
          <ac:chgData name="Martin Hardy" userId="18c45b91-9529-4376-afee-15439663c977" providerId="ADAL" clId="{FB31EEB9-871F-4623-8C58-5A69C1F1397D}" dt="2022-09-06T18:25:41.089" v="41"/>
          <ac:grpSpMkLst>
            <pc:docMk/>
            <pc:sldMk cId="1638555495" sldId="303"/>
            <ac:grpSpMk id="11" creationId="{3523416A-383B-4FDC-B4C9-D8EDDFE9C043}"/>
          </ac:grpSpMkLst>
        </pc:grpChg>
        <pc:graphicFrameChg chg="add mod">
          <ac:chgData name="Martin Hardy" userId="18c45b91-9529-4376-afee-15439663c977" providerId="ADAL" clId="{FB31EEB9-871F-4623-8C58-5A69C1F1397D}" dt="2022-09-06T19:08:15.846" v="270"/>
          <ac:graphicFrameMkLst>
            <pc:docMk/>
            <pc:sldMk cId="1638555495" sldId="303"/>
            <ac:graphicFrameMk id="5" creationId="{722F24D7-6EC7-4EB3-9B1E-A70E422E58CA}"/>
          </ac:graphicFrameMkLst>
        </pc:graphicFrameChg>
        <pc:picChg chg="del mod">
          <ac:chgData name="Martin Hardy" userId="18c45b91-9529-4376-afee-15439663c977" providerId="ADAL" clId="{FB31EEB9-871F-4623-8C58-5A69C1F1397D}" dt="2022-09-06T19:05:52.487" v="256" actId="478"/>
          <ac:picMkLst>
            <pc:docMk/>
            <pc:sldMk cId="1638555495" sldId="303"/>
            <ac:picMk id="21" creationId="{19553CE9-CFBF-42BA-BFEA-6956F7F706FE}"/>
          </ac:picMkLst>
        </pc:picChg>
      </pc:sldChg>
      <pc:sldChg chg="delSp modSp add mod ord">
        <pc:chgData name="Martin Hardy" userId="18c45b91-9529-4376-afee-15439663c977" providerId="ADAL" clId="{FB31EEB9-871F-4623-8C58-5A69C1F1397D}" dt="2022-09-06T19:03:59.682" v="221" actId="20577"/>
        <pc:sldMkLst>
          <pc:docMk/>
          <pc:sldMk cId="3444130440" sldId="304"/>
        </pc:sldMkLst>
        <pc:spChg chg="mod">
          <ac:chgData name="Martin Hardy" userId="18c45b91-9529-4376-afee-15439663c977" providerId="ADAL" clId="{FB31EEB9-871F-4623-8C58-5A69C1F1397D}" dt="2022-09-06T18:47:22.515" v="52"/>
          <ac:spMkLst>
            <pc:docMk/>
            <pc:sldMk cId="3444130440" sldId="304"/>
            <ac:spMk id="3" creationId="{62D3DED9-8C6C-4205-AA46-F4ACD191766B}"/>
          </ac:spMkLst>
        </pc:spChg>
        <pc:spChg chg="mod">
          <ac:chgData name="Martin Hardy" userId="18c45b91-9529-4376-afee-15439663c977" providerId="ADAL" clId="{FB31EEB9-871F-4623-8C58-5A69C1F1397D}" dt="2022-09-06T19:03:59.682" v="221" actId="20577"/>
          <ac:spMkLst>
            <pc:docMk/>
            <pc:sldMk cId="3444130440" sldId="304"/>
            <ac:spMk id="4" creationId="{95943749-239C-43CB-AF93-4954CABE46C2}"/>
          </ac:spMkLst>
        </pc:spChg>
        <pc:spChg chg="mod">
          <ac:chgData name="Martin Hardy" userId="18c45b91-9529-4376-afee-15439663c977" providerId="ADAL" clId="{FB31EEB9-871F-4623-8C58-5A69C1F1397D}" dt="2022-09-06T18:47:22.515" v="52"/>
          <ac:spMkLst>
            <pc:docMk/>
            <pc:sldMk cId="3444130440" sldId="304"/>
            <ac:spMk id="5" creationId="{AE6B9066-88B4-4E51-A43B-31B99EDC4F15}"/>
          </ac:spMkLst>
        </pc:spChg>
        <pc:spChg chg="del">
          <ac:chgData name="Martin Hardy" userId="18c45b91-9529-4376-afee-15439663c977" providerId="ADAL" clId="{FB31EEB9-871F-4623-8C58-5A69C1F1397D}" dt="2022-09-06T18:47:39.268" v="80" actId="478"/>
          <ac:spMkLst>
            <pc:docMk/>
            <pc:sldMk cId="3444130440" sldId="304"/>
            <ac:spMk id="6" creationId="{CE1DAD45-7B7F-4C9E-BCE6-9C0C13E2986E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55:23.013" v="406" actId="1076"/>
        <pc:sldMkLst>
          <pc:docMk/>
          <pc:sldMk cId="2165126463" sldId="305"/>
        </pc:sldMkLst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2165126463" sldId="305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2165126463" sldId="305"/>
            <ac:spMk id="5" creationId="{761E3710-A748-47CC-89BB-D62BDB1CEC1B}"/>
          </ac:spMkLst>
        </pc:spChg>
        <pc:spChg chg="add del mod">
          <ac:chgData name="Martin Hardy" userId="18c45b91-9529-4376-afee-15439663c977" providerId="ADAL" clId="{FB31EEB9-871F-4623-8C58-5A69C1F1397D}" dt="2022-09-06T19:34:20.633" v="304"/>
          <ac:spMkLst>
            <pc:docMk/>
            <pc:sldMk cId="2165126463" sldId="305"/>
            <ac:spMk id="7" creationId="{AD4B6FAC-3F5B-0F2C-19A5-E0694D56F799}"/>
          </ac:spMkLst>
        </pc:spChg>
        <pc:spChg chg="mod topLvl">
          <ac:chgData name="Martin Hardy" userId="18c45b91-9529-4376-afee-15439663c977" providerId="ADAL" clId="{FB31EEB9-871F-4623-8C58-5A69C1F1397D}" dt="2022-09-06T19:55:23.013" v="406" actId="1076"/>
          <ac:spMkLst>
            <pc:docMk/>
            <pc:sldMk cId="2165126463" sldId="305"/>
            <ac:spMk id="10" creationId="{E324DB25-E395-414F-9F95-810C2DA761A2}"/>
          </ac:spMkLst>
        </pc:spChg>
        <pc:grpChg chg="del">
          <ac:chgData name="Martin Hardy" userId="18c45b91-9529-4376-afee-15439663c977" providerId="ADAL" clId="{FB31EEB9-871F-4623-8C58-5A69C1F1397D}" dt="2022-09-06T19:55:07.012" v="384" actId="478"/>
          <ac:grpSpMkLst>
            <pc:docMk/>
            <pc:sldMk cId="2165126463" sldId="305"/>
            <ac:grpSpMk id="8" creationId="{C08DE63A-09FB-4D49-BFC8-5DD0FAF1382A}"/>
          </ac:grpSpMkLst>
        </pc:grpChg>
        <pc:picChg chg="mod">
          <ac:chgData name="Martin Hardy" userId="18c45b91-9529-4376-afee-15439663c977" providerId="ADAL" clId="{FB31EEB9-871F-4623-8C58-5A69C1F1397D}" dt="2022-09-06T18:26:49.009" v="45"/>
          <ac:picMkLst>
            <pc:docMk/>
            <pc:sldMk cId="2165126463" sldId="305"/>
            <ac:picMk id="2" creationId="{6D783849-B0E9-4CDC-817A-47928ACC2E80}"/>
          </ac:picMkLst>
        </pc:picChg>
        <pc:picChg chg="del mod">
          <ac:chgData name="Martin Hardy" userId="18c45b91-9529-4376-afee-15439663c977" providerId="ADAL" clId="{FB31EEB9-871F-4623-8C58-5A69C1F1397D}" dt="2022-09-06T19:33:45.410" v="303" actId="478"/>
          <ac:picMkLst>
            <pc:docMk/>
            <pc:sldMk cId="2165126463" sldId="305"/>
            <ac:picMk id="6" creationId="{CEB1AA5A-2B70-4617-B80B-42E4AFDCCDC0}"/>
          </ac:picMkLst>
        </pc:picChg>
        <pc:picChg chg="del topLvl">
          <ac:chgData name="Martin Hardy" userId="18c45b91-9529-4376-afee-15439663c977" providerId="ADAL" clId="{FB31EEB9-871F-4623-8C58-5A69C1F1397D}" dt="2022-09-06T19:55:07.012" v="384" actId="478"/>
          <ac:picMkLst>
            <pc:docMk/>
            <pc:sldMk cId="2165126463" sldId="305"/>
            <ac:picMk id="9" creationId="{053A1C58-9D8C-4293-AB81-4B44E3E907B7}"/>
          </ac:picMkLst>
        </pc:picChg>
        <pc:picChg chg="add mod">
          <ac:chgData name="Martin Hardy" userId="18c45b91-9529-4376-afee-15439663c977" providerId="ADAL" clId="{FB31EEB9-871F-4623-8C58-5A69C1F1397D}" dt="2022-09-06T19:42:09.351" v="369" actId="108"/>
          <ac:picMkLst>
            <pc:docMk/>
            <pc:sldMk cId="2165126463" sldId="305"/>
            <ac:picMk id="12" creationId="{576C9628-6AEF-E679-C7AC-14653EC5B844}"/>
          </ac:picMkLst>
        </pc:picChg>
      </pc:sldChg>
      <pc:sldChg chg="delSp modSp add mod">
        <pc:chgData name="Martin Hardy" userId="18c45b91-9529-4376-afee-15439663c977" providerId="ADAL" clId="{FB31EEB9-871F-4623-8C58-5A69C1F1397D}" dt="2022-09-06T19:04:07.637" v="223" actId="478"/>
        <pc:sldMkLst>
          <pc:docMk/>
          <pc:sldMk cId="4246239074" sldId="306"/>
        </pc:sldMkLst>
        <pc:spChg chg="mod">
          <ac:chgData name="Martin Hardy" userId="18c45b91-9529-4376-afee-15439663c977" providerId="ADAL" clId="{FB31EEB9-871F-4623-8C58-5A69C1F1397D}" dt="2022-09-06T19:04:06.529" v="222" actId="20577"/>
          <ac:spMkLst>
            <pc:docMk/>
            <pc:sldMk cId="4246239074" sldId="306"/>
            <ac:spMk id="4" creationId="{95943749-239C-43CB-AF93-4954CABE46C2}"/>
          </ac:spMkLst>
        </pc:spChg>
        <pc:spChg chg="del">
          <ac:chgData name="Martin Hardy" userId="18c45b91-9529-4376-afee-15439663c977" providerId="ADAL" clId="{FB31EEB9-871F-4623-8C58-5A69C1F1397D}" dt="2022-09-06T19:04:07.637" v="223" actId="478"/>
          <ac:spMkLst>
            <pc:docMk/>
            <pc:sldMk cId="4246239074" sldId="306"/>
            <ac:spMk id="6" creationId="{CE1DAD45-7B7F-4C9E-BCE6-9C0C13E2986E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42:27.279" v="374" actId="108"/>
        <pc:sldMkLst>
          <pc:docMk/>
          <pc:sldMk cId="1878971237" sldId="307"/>
        </pc:sldMkLst>
        <pc:spChg chg="add del mod">
          <ac:chgData name="Martin Hardy" userId="18c45b91-9529-4376-afee-15439663c977" providerId="ADAL" clId="{FB31EEB9-871F-4623-8C58-5A69C1F1397D}" dt="2022-09-06T19:37:50.019" v="328"/>
          <ac:spMkLst>
            <pc:docMk/>
            <pc:sldMk cId="1878971237" sldId="307"/>
            <ac:spMk id="7" creationId="{ADADDDBD-66EC-A4A9-D3B7-065446B975E4}"/>
          </ac:spMkLst>
        </pc:spChg>
        <pc:picChg chg="del">
          <ac:chgData name="Martin Hardy" userId="18c45b91-9529-4376-afee-15439663c977" providerId="ADAL" clId="{FB31EEB9-871F-4623-8C58-5A69C1F1397D}" dt="2022-09-06T19:37:40.017" v="325" actId="478"/>
          <ac:picMkLst>
            <pc:docMk/>
            <pc:sldMk cId="1878971237" sldId="307"/>
            <ac:picMk id="6" creationId="{4C541498-8722-49C1-AF30-AD826557CCFA}"/>
          </ac:picMkLst>
        </pc:picChg>
        <pc:picChg chg="add mod">
          <ac:chgData name="Martin Hardy" userId="18c45b91-9529-4376-afee-15439663c977" providerId="ADAL" clId="{FB31EEB9-871F-4623-8C58-5A69C1F1397D}" dt="2022-09-06T19:42:27.279" v="374" actId="108"/>
          <ac:picMkLst>
            <pc:docMk/>
            <pc:sldMk cId="1878971237" sldId="307"/>
            <ac:picMk id="8" creationId="{D5932212-8F85-1262-CB48-71867CD76665}"/>
          </ac:picMkLst>
        </pc:picChg>
      </pc:sldChg>
      <pc:sldChg chg="addSp delSp modSp add mod setBg delAnim modAnim">
        <pc:chgData name="Martin Hardy" userId="18c45b91-9529-4376-afee-15439663c977" providerId="ADAL" clId="{FB31EEB9-871F-4623-8C58-5A69C1F1397D}" dt="2022-09-06T19:42:29.055" v="375" actId="108"/>
        <pc:sldMkLst>
          <pc:docMk/>
          <pc:sldMk cId="1132440465" sldId="308"/>
        </pc:sldMkLst>
        <pc:spChg chg="add del mod">
          <ac:chgData name="Martin Hardy" userId="18c45b91-9529-4376-afee-15439663c977" providerId="ADAL" clId="{FB31EEB9-871F-4623-8C58-5A69C1F1397D}" dt="2022-09-06T19:38:12.961" v="333"/>
          <ac:spMkLst>
            <pc:docMk/>
            <pc:sldMk cId="1132440465" sldId="308"/>
            <ac:spMk id="7" creationId="{9961DC97-B89A-0B3D-ED30-5C9186196296}"/>
          </ac:spMkLst>
        </pc:spChg>
        <pc:picChg chg="del">
          <ac:chgData name="Martin Hardy" userId="18c45b91-9529-4376-afee-15439663c977" providerId="ADAL" clId="{FB31EEB9-871F-4623-8C58-5A69C1F1397D}" dt="2022-09-06T19:38:05.257" v="332" actId="478"/>
          <ac:picMkLst>
            <pc:docMk/>
            <pc:sldMk cId="1132440465" sldId="308"/>
            <ac:picMk id="6" creationId="{C2770C85-3FE7-42FF-A69C-20BC066653EC}"/>
          </ac:picMkLst>
        </pc:picChg>
        <pc:picChg chg="add mod">
          <ac:chgData name="Martin Hardy" userId="18c45b91-9529-4376-afee-15439663c977" providerId="ADAL" clId="{FB31EEB9-871F-4623-8C58-5A69C1F1397D}" dt="2022-09-06T19:42:29.055" v="375" actId="108"/>
          <ac:picMkLst>
            <pc:docMk/>
            <pc:sldMk cId="1132440465" sldId="308"/>
            <ac:picMk id="8" creationId="{C349D77F-406C-478D-5EDB-0788D8C2B817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37.359" v="379" actId="108"/>
        <pc:sldMkLst>
          <pc:docMk/>
          <pc:sldMk cId="1610498445" sldId="309"/>
        </pc:sldMkLst>
        <pc:spChg chg="add del mod">
          <ac:chgData name="Martin Hardy" userId="18c45b91-9529-4376-afee-15439663c977" providerId="ADAL" clId="{FB31EEB9-871F-4623-8C58-5A69C1F1397D}" dt="2022-09-06T19:40:17.030" v="357"/>
          <ac:spMkLst>
            <pc:docMk/>
            <pc:sldMk cId="1610498445" sldId="309"/>
            <ac:spMk id="4" creationId="{340B7DA5-5F32-2297-216B-512539026400}"/>
          </ac:spMkLst>
        </pc:spChg>
        <pc:picChg chg="add mod">
          <ac:chgData name="Martin Hardy" userId="18c45b91-9529-4376-afee-15439663c977" providerId="ADAL" clId="{FB31EEB9-871F-4623-8C58-5A69C1F1397D}" dt="2022-09-06T19:42:37.359" v="379" actId="108"/>
          <ac:picMkLst>
            <pc:docMk/>
            <pc:sldMk cId="1610498445" sldId="309"/>
            <ac:picMk id="6" creationId="{2A76DB77-6367-9083-2F71-76F93676A811}"/>
          </ac:picMkLst>
        </pc:picChg>
        <pc:picChg chg="del">
          <ac:chgData name="Martin Hardy" userId="18c45b91-9529-4376-afee-15439663c977" providerId="ADAL" clId="{FB31EEB9-871F-4623-8C58-5A69C1F1397D}" dt="2022-09-06T19:40:06.136" v="355" actId="478"/>
          <ac:picMkLst>
            <pc:docMk/>
            <pc:sldMk cId="1610498445" sldId="309"/>
            <ac:picMk id="8" creationId="{B3FB85C2-C087-4B51-9A17-B8F4EE14970E}"/>
          </ac:picMkLst>
        </pc:picChg>
      </pc:sldChg>
      <pc:sldChg chg="modSp new mod">
        <pc:chgData name="Martin Hardy" userId="18c45b91-9529-4376-afee-15439663c977" providerId="ADAL" clId="{FB31EEB9-871F-4623-8C58-5A69C1F1397D}" dt="2022-09-06T19:09:25.373" v="298" actId="20577"/>
        <pc:sldMkLst>
          <pc:docMk/>
          <pc:sldMk cId="3342814045" sldId="310"/>
        </pc:sldMkLst>
        <pc:spChg chg="mod">
          <ac:chgData name="Martin Hardy" userId="18c45b91-9529-4376-afee-15439663c977" providerId="ADAL" clId="{FB31EEB9-871F-4623-8C58-5A69C1F1397D}" dt="2022-09-06T19:09:25.373" v="298" actId="20577"/>
          <ac:spMkLst>
            <pc:docMk/>
            <pc:sldMk cId="3342814045" sldId="310"/>
            <ac:spMk id="2" creationId="{FEAC9716-6FD1-CABC-7D8F-04FD349618B8}"/>
          </ac:spMkLst>
        </pc:spChg>
      </pc:sldChg>
      <pc:sldChg chg="addSp delSp modSp new mod modAnim">
        <pc:chgData name="Martin Hardy" userId="18c45b91-9529-4376-afee-15439663c977" providerId="ADAL" clId="{FB31EEB9-871F-4623-8C58-5A69C1F1397D}" dt="2022-09-06T20:36:15.151" v="730" actId="108"/>
        <pc:sldMkLst>
          <pc:docMk/>
          <pc:sldMk cId="2866351807" sldId="311"/>
        </pc:sldMkLst>
        <pc:spChg chg="mod">
          <ac:chgData name="Martin Hardy" userId="18c45b91-9529-4376-afee-15439663c977" providerId="ADAL" clId="{FB31EEB9-871F-4623-8C58-5A69C1F1397D}" dt="2022-09-06T20:13:00.427" v="626" actId="20577"/>
          <ac:spMkLst>
            <pc:docMk/>
            <pc:sldMk cId="2866351807" sldId="311"/>
            <ac:spMk id="2" creationId="{B390DFDC-FBB4-6F59-757F-323751D71199}"/>
          </ac:spMkLst>
        </pc:spChg>
        <pc:spChg chg="add del">
          <ac:chgData name="Martin Hardy" userId="18c45b91-9529-4376-afee-15439663c977" providerId="ADAL" clId="{FB31EEB9-871F-4623-8C58-5A69C1F1397D}" dt="2022-09-06T20:18:06.859" v="678"/>
          <ac:spMkLst>
            <pc:docMk/>
            <pc:sldMk cId="2866351807" sldId="311"/>
            <ac:spMk id="3" creationId="{63AB3403-A04B-664C-0EC8-F57412D95CB3}"/>
          </ac:spMkLst>
        </pc:spChg>
        <pc:spChg chg="del mod">
          <ac:chgData name="Martin Hardy" userId="18c45b91-9529-4376-afee-15439663c977" providerId="ADAL" clId="{FB31EEB9-871F-4623-8C58-5A69C1F1397D}" dt="2022-09-06T20:36:05.189" v="729"/>
          <ac:spMkLst>
            <pc:docMk/>
            <pc:sldMk cId="2866351807" sldId="311"/>
            <ac:spMk id="4" creationId="{6F9ED3C5-3C3C-2E21-1BFF-5E879A616709}"/>
          </ac:spMkLst>
        </pc:spChg>
        <pc:spChg chg="add">
          <ac:chgData name="Martin Hardy" userId="18c45b91-9529-4376-afee-15439663c977" providerId="ADAL" clId="{FB31EEB9-871F-4623-8C58-5A69C1F1397D}" dt="2022-09-06T20:07:40.072" v="486" actId="22"/>
          <ac:spMkLst>
            <pc:docMk/>
            <pc:sldMk cId="2866351807" sldId="311"/>
            <ac:spMk id="7" creationId="{1131FB30-3E91-1D6F-E151-6A34E328ECAD}"/>
          </ac:spMkLst>
        </pc:spChg>
        <pc:spChg chg="add mod">
          <ac:chgData name="Martin Hardy" userId="18c45b91-9529-4376-afee-15439663c977" providerId="ADAL" clId="{FB31EEB9-871F-4623-8C58-5A69C1F1397D}" dt="2022-09-06T20:19:52.481" v="716" actId="20577"/>
          <ac:spMkLst>
            <pc:docMk/>
            <pc:sldMk cId="2866351807" sldId="311"/>
            <ac:spMk id="9" creationId="{761A1BC6-4561-6714-A344-36713DD72171}"/>
          </ac:spMkLst>
        </pc:spChg>
        <pc:graphicFrameChg chg="add mod">
          <ac:chgData name="Martin Hardy" userId="18c45b91-9529-4376-afee-15439663c977" providerId="ADAL" clId="{FB31EEB9-871F-4623-8C58-5A69C1F1397D}" dt="2022-09-06T20:18:06.784" v="677"/>
          <ac:graphicFrameMkLst>
            <pc:docMk/>
            <pc:sldMk cId="2866351807" sldId="311"/>
            <ac:graphicFrameMk id="10" creationId="{00000000-0008-0000-0000-000002000000}"/>
          </ac:graphicFrameMkLst>
        </pc:graphicFrameChg>
        <pc:graphicFrameChg chg="add mod">
          <ac:chgData name="Martin Hardy" userId="18c45b91-9529-4376-afee-15439663c977" providerId="ADAL" clId="{FB31EEB9-871F-4623-8C58-5A69C1F1397D}" dt="2022-09-06T20:18:18.569" v="682"/>
          <ac:graphicFrameMkLst>
            <pc:docMk/>
            <pc:sldMk cId="2866351807" sldId="311"/>
            <ac:graphicFrameMk id="12" creationId="{00000000-0008-0000-0000-000003000000}"/>
          </ac:graphicFrameMkLst>
        </pc:graphicFrameChg>
        <pc:picChg chg="add mod">
          <ac:chgData name="Martin Hardy" userId="18c45b91-9529-4376-afee-15439663c977" providerId="ADAL" clId="{FB31EEB9-871F-4623-8C58-5A69C1F1397D}" dt="2022-09-06T20:18:44.456" v="690" actId="1076"/>
          <ac:picMkLst>
            <pc:docMk/>
            <pc:sldMk cId="2866351807" sldId="311"/>
            <ac:picMk id="11" creationId="{5554BD1A-F754-2834-ED2C-E7936813A9EC}"/>
          </ac:picMkLst>
        </pc:picChg>
        <pc:picChg chg="add mod">
          <ac:chgData name="Martin Hardy" userId="18c45b91-9529-4376-afee-15439663c977" providerId="ADAL" clId="{FB31EEB9-871F-4623-8C58-5A69C1F1397D}" dt="2022-09-06T20:18:41.537" v="689" actId="1076"/>
          <ac:picMkLst>
            <pc:docMk/>
            <pc:sldMk cId="2866351807" sldId="311"/>
            <ac:picMk id="13" creationId="{981EB8B3-9C96-90D2-EB95-1DD7A4796DCB}"/>
          </ac:picMkLst>
        </pc:picChg>
        <pc:picChg chg="add mod">
          <ac:chgData name="Martin Hardy" userId="18c45b91-9529-4376-afee-15439663c977" providerId="ADAL" clId="{FB31EEB9-871F-4623-8C58-5A69C1F1397D}" dt="2022-09-06T20:36:15.151" v="730" actId="108"/>
          <ac:picMkLst>
            <pc:docMk/>
            <pc:sldMk cId="2866351807" sldId="311"/>
            <ac:picMk id="14" creationId="{23A66AA7-A2F4-C6F1-42F5-1F8B97F6E6DA}"/>
          </ac:picMkLst>
        </pc:picChg>
      </pc:sldChg>
      <pc:sldChg chg="addSp delSp modSp add mod modAnim">
        <pc:chgData name="Martin Hardy" userId="18c45b91-9529-4376-afee-15439663c977" providerId="ADAL" clId="{FB31EEB9-871F-4623-8C58-5A69C1F1397D}" dt="2022-09-06T20:45:00.061" v="732" actId="108"/>
        <pc:sldMkLst>
          <pc:docMk/>
          <pc:sldMk cId="808023134" sldId="312"/>
        </pc:sldMkLst>
        <pc:spChg chg="mod">
          <ac:chgData name="Martin Hardy" userId="18c45b91-9529-4376-afee-15439663c977" providerId="ADAL" clId="{FB31EEB9-871F-4623-8C58-5A69C1F1397D}" dt="2022-09-06T20:14:55.361" v="655" actId="20577"/>
          <ac:spMkLst>
            <pc:docMk/>
            <pc:sldMk cId="808023134" sldId="312"/>
            <ac:spMk id="2" creationId="{B390DFDC-FBB4-6F59-757F-323751D71199}"/>
          </ac:spMkLst>
        </pc:spChg>
        <pc:spChg chg="add del">
          <ac:chgData name="Martin Hardy" userId="18c45b91-9529-4376-afee-15439663c977" providerId="ADAL" clId="{FB31EEB9-871F-4623-8C58-5A69C1F1397D}" dt="2022-09-06T20:20:33.703" v="726"/>
          <ac:spMkLst>
            <pc:docMk/>
            <pc:sldMk cId="808023134" sldId="312"/>
            <ac:spMk id="3" creationId="{63AB3403-A04B-664C-0EC8-F57412D95CB3}"/>
          </ac:spMkLst>
        </pc:spChg>
        <pc:spChg chg="del">
          <ac:chgData name="Martin Hardy" userId="18c45b91-9529-4376-afee-15439663c977" providerId="ADAL" clId="{FB31EEB9-871F-4623-8C58-5A69C1F1397D}" dt="2022-09-06T20:44:52.509" v="731"/>
          <ac:spMkLst>
            <pc:docMk/>
            <pc:sldMk cId="808023134" sldId="312"/>
            <ac:spMk id="4" creationId="{6F9ED3C5-3C3C-2E21-1BFF-5E879A616709}"/>
          </ac:spMkLst>
        </pc:spChg>
        <pc:spChg chg="add del">
          <ac:chgData name="Martin Hardy" userId="18c45b91-9529-4376-afee-15439663c977" providerId="ADAL" clId="{FB31EEB9-871F-4623-8C58-5A69C1F1397D}" dt="2022-09-06T20:20:04.160" v="718" actId="478"/>
          <ac:spMkLst>
            <pc:docMk/>
            <pc:sldMk cId="808023134" sldId="312"/>
            <ac:spMk id="8" creationId="{B4D09036-4AA7-FC71-DD06-02402D91F291}"/>
          </ac:spMkLst>
        </pc:spChg>
        <pc:spChg chg="add mod">
          <ac:chgData name="Martin Hardy" userId="18c45b91-9529-4376-afee-15439663c977" providerId="ADAL" clId="{FB31EEB9-871F-4623-8C58-5A69C1F1397D}" dt="2022-09-06T20:20:45.048" v="728" actId="1076"/>
          <ac:spMkLst>
            <pc:docMk/>
            <pc:sldMk cId="808023134" sldId="312"/>
            <ac:spMk id="10" creationId="{B9F9AA41-02A0-906D-DB43-1D1C20C8A83E}"/>
          </ac:spMkLst>
        </pc:spChg>
        <pc:graphicFrameChg chg="add mod">
          <ac:chgData name="Martin Hardy" userId="18c45b91-9529-4376-afee-15439663c977" providerId="ADAL" clId="{FB31EEB9-871F-4623-8C58-5A69C1F1397D}" dt="2022-09-06T20:20:33.639" v="725"/>
          <ac:graphicFrameMkLst>
            <pc:docMk/>
            <pc:sldMk cId="808023134" sldId="312"/>
            <ac:graphicFrameMk id="11" creationId="{00000000-0008-0000-0000-000003000000}"/>
          </ac:graphicFrameMkLst>
        </pc:graphicFrameChg>
        <pc:picChg chg="add mod">
          <ac:chgData name="Martin Hardy" userId="18c45b91-9529-4376-afee-15439663c977" providerId="ADAL" clId="{FB31EEB9-871F-4623-8C58-5A69C1F1397D}" dt="2022-09-06T20:20:36.272" v="727" actId="1076"/>
          <ac:picMkLst>
            <pc:docMk/>
            <pc:sldMk cId="808023134" sldId="312"/>
            <ac:picMk id="12" creationId="{CF9B9938-919A-8370-235D-77D35CABA31F}"/>
          </ac:picMkLst>
        </pc:picChg>
        <pc:picChg chg="add mod">
          <ac:chgData name="Martin Hardy" userId="18c45b91-9529-4376-afee-15439663c977" providerId="ADAL" clId="{FB31EEB9-871F-4623-8C58-5A69C1F1397D}" dt="2022-09-06T20:45:00.061" v="732" actId="108"/>
          <ac:picMkLst>
            <pc:docMk/>
            <pc:sldMk cId="808023134" sldId="312"/>
            <ac:picMk id="13" creationId="{DCCD7A95-1EE6-8A2A-E0BB-6EB94DCA728B}"/>
          </ac:picMkLst>
        </pc:picChg>
      </pc:sldChg>
      <pc:sldMasterChg chg="modSp">
        <pc:chgData name="Martin Hardy" userId="18c45b91-9529-4376-afee-15439663c977" providerId="ADAL" clId="{FB31EEB9-871F-4623-8C58-5A69C1F1397D}" dt="2022-09-11T12:58:25.797" v="733"/>
        <pc:sldMasterMkLst>
          <pc:docMk/>
          <pc:sldMasterMk cId="3666204352" sldId="2147483660"/>
        </pc:sldMasterMkLst>
        <pc:picChg chg="mod">
          <ac:chgData name="Martin Hardy" userId="18c45b91-9529-4376-afee-15439663c977" providerId="ADAL" clId="{FB31EEB9-871F-4623-8C58-5A69C1F1397D}" dt="2022-09-11T12:58:25.797" v="733"/>
          <ac:picMkLst>
            <pc:docMk/>
            <pc:sldMasterMk cId="3666204352" sldId="2147483660"/>
            <ac:picMk id="18" creationId="{55650D28-7B73-4377-82E0-B5D3C473AC9E}"/>
          </ac:picMkLst>
        </pc:picChg>
      </pc:sldMasterChg>
      <pc:sldMasterChg chg="modSp">
        <pc:chgData name="Martin Hardy" userId="18c45b91-9529-4376-afee-15439663c977" providerId="ADAL" clId="{FB31EEB9-871F-4623-8C58-5A69C1F1397D}" dt="2022-09-11T12:58:32.388" v="734"/>
        <pc:sldMasterMkLst>
          <pc:docMk/>
          <pc:sldMasterMk cId="3666204352" sldId="2147483665"/>
        </pc:sldMasterMkLst>
        <pc:picChg chg="mod">
          <ac:chgData name="Martin Hardy" userId="18c45b91-9529-4376-afee-15439663c977" providerId="ADAL" clId="{FB31EEB9-871F-4623-8C58-5A69C1F1397D}" dt="2022-09-11T12:58:32.388" v="734"/>
          <ac:picMkLst>
            <pc:docMk/>
            <pc:sldMasterMk cId="3666204352" sldId="2147483665"/>
            <ac:picMk id="18" creationId="{55650D28-7B73-4377-82E0-B5D3C473AC9E}"/>
          </ac:picMkLst>
        </pc:picChg>
      </pc:sldMasterChg>
      <pc:sldMasterChg chg="del delSldLayout">
        <pc:chgData name="Martin Hardy" userId="18c45b91-9529-4376-afee-15439663c977" providerId="ADAL" clId="{FB31EEB9-871F-4623-8C58-5A69C1F1397D}" dt="2022-09-06T18:19:44.678" v="36" actId="47"/>
        <pc:sldMasterMkLst>
          <pc:docMk/>
          <pc:sldMasterMk cId="2515760009" sldId="2147483677"/>
        </pc:sldMasterMkLst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2515760009" sldId="2147483677"/>
            <pc:sldLayoutMk cId="2667462067" sldId="2147483680"/>
          </pc:sldLayoutMkLst>
        </pc:sldLayoutChg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2515760009" sldId="2147483677"/>
            <pc:sldLayoutMk cId="349319652" sldId="2147483681"/>
          </pc:sldLayoutMkLst>
        </pc:sldLayoutChg>
      </pc:sldMasterChg>
      <pc:sldMasterChg chg="del delSldLayout">
        <pc:chgData name="Martin Hardy" userId="18c45b91-9529-4376-afee-15439663c977" providerId="ADAL" clId="{FB31EEB9-871F-4623-8C58-5A69C1F1397D}" dt="2022-09-06T18:19:44.678" v="36" actId="47"/>
        <pc:sldMasterMkLst>
          <pc:docMk/>
          <pc:sldMasterMk cId="3933151967" sldId="2147483694"/>
        </pc:sldMasterMkLst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3933151967" sldId="2147483694"/>
            <pc:sldLayoutMk cId="3275665713" sldId="2147483697"/>
          </pc:sldLayoutMkLst>
        </pc:sldLayoutChg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3933151967" sldId="2147483694"/>
            <pc:sldLayoutMk cId="1360323315" sldId="2147483698"/>
          </pc:sldLayoutMkLst>
        </pc:sldLayoutChg>
      </pc:sldMasterChg>
      <pc:sldMasterChg chg="modSp">
        <pc:chgData name="Martin Hardy" userId="18c45b91-9529-4376-afee-15439663c977" providerId="ADAL" clId="{FB31EEB9-871F-4623-8C58-5A69C1F1397D}" dt="2022-09-11T12:58:37.896" v="735"/>
        <pc:sldMasterMkLst>
          <pc:docMk/>
          <pc:sldMasterMk cId="3183902731" sldId="2147483700"/>
        </pc:sldMasterMkLst>
        <pc:picChg chg="mod">
          <ac:chgData name="Martin Hardy" userId="18c45b91-9529-4376-afee-15439663c977" providerId="ADAL" clId="{FB31EEB9-871F-4623-8C58-5A69C1F1397D}" dt="2022-09-11T12:58:37.896" v="735"/>
          <ac:picMkLst>
            <pc:docMk/>
            <pc:sldMasterMk cId="3183902731" sldId="2147483700"/>
            <ac:picMk id="18" creationId="{D2CB7D9C-B51C-4907-932A-DC4BA1C48A19}"/>
          </ac:picMkLst>
        </pc:picChg>
      </pc:sldMasterChg>
      <pc:sldMasterChg chg="addSp modSp">
        <pc:chgData name="Martin Hardy" userId="18c45b91-9529-4376-afee-15439663c977" providerId="ADAL" clId="{FB31EEB9-871F-4623-8C58-5A69C1F1397D}" dt="2022-09-11T12:58:43.896" v="736"/>
        <pc:sldMasterMkLst>
          <pc:docMk/>
          <pc:sldMasterMk cId="847529990" sldId="2147483719"/>
        </pc:sldMasterMkLst>
        <pc:picChg chg="add mod">
          <ac:chgData name="Martin Hardy" userId="18c45b91-9529-4376-afee-15439663c977" providerId="ADAL" clId="{FB31EEB9-871F-4623-8C58-5A69C1F1397D}" dt="2022-09-11T12:58:43.896" v="736"/>
          <ac:picMkLst>
            <pc:docMk/>
            <pc:sldMasterMk cId="847529990" sldId="2147483719"/>
            <ac:picMk id="7" creationId="{068942D7-8F2F-C1B7-D38B-9B7CCDB9049D}"/>
          </ac:picMkLst>
        </pc:picChg>
      </pc:sldMasterChg>
      <pc:sldMasterChg chg="addSp modSp">
        <pc:chgData name="Martin Hardy" userId="18c45b91-9529-4376-afee-15439663c977" providerId="ADAL" clId="{FB31EEB9-871F-4623-8C58-5A69C1F1397D}" dt="2022-09-11T12:58:50.496" v="737"/>
        <pc:sldMasterMkLst>
          <pc:docMk/>
          <pc:sldMasterMk cId="2453046026" sldId="2147483737"/>
        </pc:sldMasterMkLst>
        <pc:picChg chg="add mod">
          <ac:chgData name="Martin Hardy" userId="18c45b91-9529-4376-afee-15439663c977" providerId="ADAL" clId="{FB31EEB9-871F-4623-8C58-5A69C1F1397D}" dt="2022-09-11T12:58:50.496" v="737"/>
          <ac:picMkLst>
            <pc:docMk/>
            <pc:sldMasterMk cId="2453046026" sldId="2147483737"/>
            <ac:picMk id="7" creationId="{7CF48ECD-101D-C1A2-79DB-313065461DB7}"/>
          </ac:picMkLst>
        </pc:picChg>
      </pc:sldMasterChg>
    </pc:docChg>
  </pc:docChgLst>
  <pc:docChgLst>
    <pc:chgData name="Martin Hardy" userId="18c45b91-9529-4376-afee-15439663c977" providerId="ADAL" clId="{F2F4D372-2831-40C5-BA4A-7170D31B85D6}"/>
    <pc:docChg chg="undo custSel addSld delSld modSld modMainMaster">
      <pc:chgData name="Martin Hardy" userId="18c45b91-9529-4376-afee-15439663c977" providerId="ADAL" clId="{F2F4D372-2831-40C5-BA4A-7170D31B85D6}" dt="2022-09-13T16:54:23.512" v="166" actId="20577"/>
      <pc:docMkLst>
        <pc:docMk/>
      </pc:docMkLst>
      <pc:sldChg chg="modSp mod">
        <pc:chgData name="Martin Hardy" userId="18c45b91-9529-4376-afee-15439663c977" providerId="ADAL" clId="{F2F4D372-2831-40C5-BA4A-7170D31B85D6}" dt="2022-09-13T16:29:24.209" v="82" actId="20577"/>
        <pc:sldMkLst>
          <pc:docMk/>
          <pc:sldMk cId="2281852327" sldId="257"/>
        </pc:sldMkLst>
        <pc:spChg chg="mod">
          <ac:chgData name="Martin Hardy" userId="18c45b91-9529-4376-afee-15439663c977" providerId="ADAL" clId="{F2F4D372-2831-40C5-BA4A-7170D31B85D6}" dt="2022-09-13T16:29:24.209" v="82" actId="20577"/>
          <ac:spMkLst>
            <pc:docMk/>
            <pc:sldMk cId="2281852327" sldId="257"/>
            <ac:spMk id="3" creationId="{7A40A975-3DD2-42E4-80DA-D70600175824}"/>
          </ac:spMkLst>
        </pc:spChg>
      </pc:sldChg>
      <pc:sldChg chg="modSp mod">
        <pc:chgData name="Martin Hardy" userId="18c45b91-9529-4376-afee-15439663c977" providerId="ADAL" clId="{F2F4D372-2831-40C5-BA4A-7170D31B85D6}" dt="2022-09-13T16:30:04.649" v="94" actId="20577"/>
        <pc:sldMkLst>
          <pc:docMk/>
          <pc:sldMk cId="842991506" sldId="276"/>
        </pc:sldMkLst>
        <pc:spChg chg="mod">
          <ac:chgData name="Martin Hardy" userId="18c45b91-9529-4376-afee-15439663c977" providerId="ADAL" clId="{F2F4D372-2831-40C5-BA4A-7170D31B85D6}" dt="2022-09-13T16:30:04.649" v="94" actId="20577"/>
          <ac:spMkLst>
            <pc:docMk/>
            <pc:sldMk cId="842991506" sldId="276"/>
            <ac:spMk id="5" creationId="{EB843271-A768-4AB4-92F3-46C70E5D601F}"/>
          </ac:spMkLst>
        </pc:spChg>
      </pc:sldChg>
      <pc:sldChg chg="modSp mod">
        <pc:chgData name="Martin Hardy" userId="18c45b91-9529-4376-afee-15439663c977" providerId="ADAL" clId="{F2F4D372-2831-40C5-BA4A-7170D31B85D6}" dt="2022-09-13T16:54:23.512" v="166" actId="20577"/>
        <pc:sldMkLst>
          <pc:docMk/>
          <pc:sldMk cId="2954660565" sldId="287"/>
        </pc:sldMkLst>
        <pc:spChg chg="mod">
          <ac:chgData name="Martin Hardy" userId="18c45b91-9529-4376-afee-15439663c977" providerId="ADAL" clId="{F2F4D372-2831-40C5-BA4A-7170D31B85D6}" dt="2022-09-13T16:54:23.512" v="166" actId="20577"/>
          <ac:spMkLst>
            <pc:docMk/>
            <pc:sldMk cId="2954660565" sldId="287"/>
            <ac:spMk id="3" creationId="{8BDF9BCE-0A40-4070-A3D4-A639070B53B4}"/>
          </ac:spMkLst>
        </pc:spChg>
      </pc:sldChg>
      <pc:sldChg chg="add del">
        <pc:chgData name="Martin Hardy" userId="18c45b91-9529-4376-afee-15439663c977" providerId="ADAL" clId="{F2F4D372-2831-40C5-BA4A-7170D31B85D6}" dt="2022-09-13T16:39:00.399" v="99"/>
        <pc:sldMkLst>
          <pc:docMk/>
          <pc:sldMk cId="235214334" sldId="300"/>
        </pc:sldMkLst>
      </pc:sldChg>
      <pc:sldChg chg="modSp add del mod">
        <pc:chgData name="Martin Hardy" userId="18c45b91-9529-4376-afee-15439663c977" providerId="ADAL" clId="{F2F4D372-2831-40C5-BA4A-7170D31B85D6}" dt="2022-09-13T16:39:00.399" v="99"/>
        <pc:sldMkLst>
          <pc:docMk/>
          <pc:sldMk cId="1336557955" sldId="301"/>
        </pc:sldMkLst>
        <pc:spChg chg="mod">
          <ac:chgData name="Martin Hardy" userId="18c45b91-9529-4376-afee-15439663c977" providerId="ADAL" clId="{F2F4D372-2831-40C5-BA4A-7170D31B85D6}" dt="2022-09-13T16:38:59.194" v="98" actId="20577"/>
          <ac:spMkLst>
            <pc:docMk/>
            <pc:sldMk cId="1336557955" sldId="301"/>
            <ac:spMk id="4" creationId="{95943749-239C-43CB-AF93-4954CABE46C2}"/>
          </ac:spMkLst>
        </pc:spChg>
      </pc:sldChg>
      <pc:sldChg chg="modSp">
        <pc:chgData name="Martin Hardy" userId="18c45b91-9529-4376-afee-15439663c977" providerId="ADAL" clId="{F2F4D372-2831-40C5-BA4A-7170D31B85D6}" dt="2022-09-13T16:28:59.009" v="14" actId="20577"/>
        <pc:sldMkLst>
          <pc:docMk/>
          <pc:sldMk cId="1638555495" sldId="303"/>
        </pc:sldMkLst>
        <pc:graphicFrameChg chg="mod">
          <ac:chgData name="Martin Hardy" userId="18c45b91-9529-4376-afee-15439663c977" providerId="ADAL" clId="{F2F4D372-2831-40C5-BA4A-7170D31B85D6}" dt="2022-09-13T16:28:59.009" v="14" actId="20577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modSp mod">
        <pc:chgData name="Martin Hardy" userId="18c45b91-9529-4376-afee-15439663c977" providerId="ADAL" clId="{F2F4D372-2831-40C5-BA4A-7170D31B85D6}" dt="2022-09-13T16:29:37.865" v="86" actId="20577"/>
        <pc:sldMkLst>
          <pc:docMk/>
          <pc:sldMk cId="3444130440" sldId="304"/>
        </pc:sldMkLst>
        <pc:spChg chg="mod">
          <ac:chgData name="Martin Hardy" userId="18c45b91-9529-4376-afee-15439663c977" providerId="ADAL" clId="{F2F4D372-2831-40C5-BA4A-7170D31B85D6}" dt="2022-09-13T16:29:37.865" v="86" actId="20577"/>
          <ac:spMkLst>
            <pc:docMk/>
            <pc:sldMk cId="3444130440" sldId="304"/>
            <ac:spMk id="4" creationId="{95943749-239C-43CB-AF93-4954CABE46C2}"/>
          </ac:spMkLst>
        </pc:spChg>
      </pc:sldChg>
      <pc:sldChg chg="modSp mod">
        <pc:chgData name="Martin Hardy" userId="18c45b91-9529-4376-afee-15439663c977" providerId="ADAL" clId="{F2F4D372-2831-40C5-BA4A-7170D31B85D6}" dt="2022-09-13T16:29:50.465" v="90" actId="20577"/>
        <pc:sldMkLst>
          <pc:docMk/>
          <pc:sldMk cId="4246239074" sldId="306"/>
        </pc:sldMkLst>
        <pc:spChg chg="mod">
          <ac:chgData name="Martin Hardy" userId="18c45b91-9529-4376-afee-15439663c977" providerId="ADAL" clId="{F2F4D372-2831-40C5-BA4A-7170D31B85D6}" dt="2022-09-13T16:29:50.465" v="90" actId="20577"/>
          <ac:spMkLst>
            <pc:docMk/>
            <pc:sldMk cId="4246239074" sldId="306"/>
            <ac:spMk id="4" creationId="{95943749-239C-43CB-AF93-4954CABE46C2}"/>
          </ac:spMkLst>
        </pc:spChg>
      </pc:sldChg>
      <pc:sldMasterChg chg="modSp">
        <pc:chgData name="Martin Hardy" userId="18c45b91-9529-4376-afee-15439663c977" providerId="ADAL" clId="{F2F4D372-2831-40C5-BA4A-7170D31B85D6}" dt="2022-09-13T16:31:05.874" v="95"/>
        <pc:sldMasterMkLst>
          <pc:docMk/>
          <pc:sldMasterMk cId="3666204352" sldId="2147483660"/>
        </pc:sldMasterMkLst>
        <pc:picChg chg="mod">
          <ac:chgData name="Martin Hardy" userId="18c45b91-9529-4376-afee-15439663c977" providerId="ADAL" clId="{F2F4D372-2831-40C5-BA4A-7170D31B85D6}" dt="2022-09-13T16:31:05.874" v="95"/>
          <ac:picMkLst>
            <pc:docMk/>
            <pc:sldMasterMk cId="3666204352" sldId="2147483660"/>
            <ac:picMk id="18" creationId="{55650D28-7B73-4377-82E0-B5D3C473AC9E}"/>
          </ac:picMkLst>
        </pc:picChg>
      </pc:sldMasterChg>
    </pc:docChg>
  </pc:docChgLst>
  <pc:docChgLst>
    <pc:chgData name="Martin Hardy" userId="18c45b91-9529-4376-afee-15439663c977" providerId="ADAL" clId="{0E64A691-16E8-4D2C-AAF6-CC891B5947BC}"/>
    <pc:docChg chg="undo custSel delSld modSld delMainMaster">
      <pc:chgData name="Martin Hardy" userId="18c45b91-9529-4376-afee-15439663c977" providerId="ADAL" clId="{0E64A691-16E8-4D2C-AAF6-CC891B5947BC}" dt="2022-09-12T19:05:31.136" v="178" actId="20577"/>
      <pc:docMkLst>
        <pc:docMk/>
      </pc:docMkLst>
      <pc:sldChg chg="modSp mod">
        <pc:chgData name="Martin Hardy" userId="18c45b91-9529-4376-afee-15439663c977" providerId="ADAL" clId="{0E64A691-16E8-4D2C-AAF6-CC891B5947BC}" dt="2022-09-12T19:02:47.383" v="147" actId="20577"/>
        <pc:sldMkLst>
          <pc:docMk/>
          <pc:sldMk cId="2281852327" sldId="257"/>
        </pc:sldMkLst>
        <pc:spChg chg="mod">
          <ac:chgData name="Martin Hardy" userId="18c45b91-9529-4376-afee-15439663c977" providerId="ADAL" clId="{0E64A691-16E8-4D2C-AAF6-CC891B5947BC}" dt="2022-09-12T19:02:47.383" v="147" actId="20577"/>
          <ac:spMkLst>
            <pc:docMk/>
            <pc:sldMk cId="2281852327" sldId="257"/>
            <ac:spMk id="3" creationId="{7A40A975-3DD2-42E4-80DA-D70600175824}"/>
          </ac:spMkLst>
        </pc:spChg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436769087" sldId="258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572054632" sldId="270"/>
        </pc:sldMkLst>
      </pc:sldChg>
      <pc:sldChg chg="modSp mod">
        <pc:chgData name="Martin Hardy" userId="18c45b91-9529-4376-afee-15439663c977" providerId="ADAL" clId="{0E64A691-16E8-4D2C-AAF6-CC891B5947BC}" dt="2022-09-12T19:03:43.956" v="159" actId="20577"/>
        <pc:sldMkLst>
          <pc:docMk/>
          <pc:sldMk cId="2369871575" sldId="273"/>
        </pc:sldMkLst>
        <pc:spChg chg="mod">
          <ac:chgData name="Martin Hardy" userId="18c45b91-9529-4376-afee-15439663c977" providerId="ADAL" clId="{0E64A691-16E8-4D2C-AAF6-CC891B5947BC}" dt="2022-09-12T19:03:43.956" v="159" actId="20577"/>
          <ac:spMkLst>
            <pc:docMk/>
            <pc:sldMk cId="2369871575" sldId="273"/>
            <ac:spMk id="3" creationId="{7A40A975-3DD2-42E4-80DA-D70600175824}"/>
          </ac:spMkLst>
        </pc:spChg>
      </pc:sldChg>
      <pc:sldChg chg="delSp modSp mod">
        <pc:chgData name="Martin Hardy" userId="18c45b91-9529-4376-afee-15439663c977" providerId="ADAL" clId="{0E64A691-16E8-4D2C-AAF6-CC891B5947BC}" dt="2022-09-12T19:05:20.280" v="177" actId="20577"/>
        <pc:sldMkLst>
          <pc:docMk/>
          <pc:sldMk cId="842991506" sldId="276"/>
        </pc:sldMkLst>
        <pc:spChg chg="mod">
          <ac:chgData name="Martin Hardy" userId="18c45b91-9529-4376-afee-15439663c977" providerId="ADAL" clId="{0E64A691-16E8-4D2C-AAF6-CC891B5947BC}" dt="2022-09-12T19:05:20.280" v="177" actId="20577"/>
          <ac:spMkLst>
            <pc:docMk/>
            <pc:sldMk cId="842991506" sldId="276"/>
            <ac:spMk id="5" creationId="{EB843271-A768-4AB4-92F3-46C70E5D601F}"/>
          </ac:spMkLst>
        </pc:spChg>
        <pc:spChg chg="del">
          <ac:chgData name="Martin Hardy" userId="18c45b91-9529-4376-afee-15439663c977" providerId="ADAL" clId="{0E64A691-16E8-4D2C-AAF6-CC891B5947BC}" dt="2022-09-12T19:04:02.599" v="162" actId="478"/>
          <ac:spMkLst>
            <pc:docMk/>
            <pc:sldMk cId="842991506" sldId="276"/>
            <ac:spMk id="7" creationId="{8172BFBD-9DCD-47FC-B95B-F85151E59151}"/>
          </ac:spMkLst>
        </pc:spChg>
      </pc:sldChg>
      <pc:sldChg chg="del">
        <pc:chgData name="Martin Hardy" userId="18c45b91-9529-4376-afee-15439663c977" providerId="ADAL" clId="{0E64A691-16E8-4D2C-AAF6-CC891B5947BC}" dt="2022-09-12T19:04:19.352" v="167" actId="47"/>
        <pc:sldMkLst>
          <pc:docMk/>
          <pc:sldMk cId="1886529869" sldId="277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2425671808" sldId="284"/>
        </pc:sldMkLst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3643553050" sldId="286"/>
        </pc:sldMkLst>
      </pc:sldChg>
      <pc:sldChg chg="addSp delSp modSp mod delAnim">
        <pc:chgData name="Martin Hardy" userId="18c45b91-9529-4376-afee-15439663c977" providerId="ADAL" clId="{0E64A691-16E8-4D2C-AAF6-CC891B5947BC}" dt="2022-09-12T19:03:03.906" v="150" actId="6549"/>
        <pc:sldMkLst>
          <pc:docMk/>
          <pc:sldMk cId="2954660565" sldId="287"/>
        </pc:sldMkLst>
        <pc:spChg chg="mod">
          <ac:chgData name="Martin Hardy" userId="18c45b91-9529-4376-afee-15439663c977" providerId="ADAL" clId="{0E64A691-16E8-4D2C-AAF6-CC891B5947BC}" dt="2022-09-12T19:03:03.906" v="150" actId="6549"/>
          <ac:spMkLst>
            <pc:docMk/>
            <pc:sldMk cId="2954660565" sldId="287"/>
            <ac:spMk id="2" creationId="{CCD4A964-BE84-460B-B1C7-B355AB52407B}"/>
          </ac:spMkLst>
        </pc:spChg>
        <pc:spChg chg="mod">
          <ac:chgData name="Martin Hardy" userId="18c45b91-9529-4376-afee-15439663c977" providerId="ADAL" clId="{0E64A691-16E8-4D2C-AAF6-CC891B5947BC}" dt="2022-09-12T19:03:00.924" v="148" actId="6549"/>
          <ac:spMkLst>
            <pc:docMk/>
            <pc:sldMk cId="2954660565" sldId="287"/>
            <ac:spMk id="3" creationId="{8BDF9BCE-0A40-4070-A3D4-A639070B53B4}"/>
          </ac:spMkLst>
        </pc:spChg>
        <pc:spChg chg="add mod">
          <ac:chgData name="Martin Hardy" userId="18c45b91-9529-4376-afee-15439663c977" providerId="ADAL" clId="{0E64A691-16E8-4D2C-AAF6-CC891B5947BC}" dt="2022-09-12T19:03:02.367" v="149" actId="478"/>
          <ac:spMkLst>
            <pc:docMk/>
            <pc:sldMk cId="2954660565" sldId="287"/>
            <ac:spMk id="6" creationId="{BF0361B7-EE79-C5A9-7945-DD41ADE4DF34}"/>
          </ac:spMkLst>
        </pc:spChg>
        <pc:picChg chg="del">
          <ac:chgData name="Martin Hardy" userId="18c45b91-9529-4376-afee-15439663c977" providerId="ADAL" clId="{0E64A691-16E8-4D2C-AAF6-CC891B5947BC}" dt="2022-09-12T19:03:02.367" v="149" actId="478"/>
          <ac:picMkLst>
            <pc:docMk/>
            <pc:sldMk cId="2954660565" sldId="287"/>
            <ac:picMk id="8" creationId="{4824D8DF-706E-700B-1EFF-23C01ABD6685}"/>
          </ac:picMkLst>
        </pc:picChg>
      </pc:sldChg>
      <pc:sldChg chg="addSp delSp modSp mod addAnim delAnim">
        <pc:chgData name="Martin Hardy" userId="18c45b91-9529-4376-afee-15439663c977" providerId="ADAL" clId="{0E64A691-16E8-4D2C-AAF6-CC891B5947BC}" dt="2022-09-12T19:04:11.063" v="166" actId="478"/>
        <pc:sldMkLst>
          <pc:docMk/>
          <pc:sldMk cId="2088179270" sldId="289"/>
        </pc:sldMkLst>
        <pc:spChg chg="add del mod">
          <ac:chgData name="Martin Hardy" userId="18c45b91-9529-4376-afee-15439663c977" providerId="ADAL" clId="{0E64A691-16E8-4D2C-AAF6-CC891B5947BC}" dt="2022-09-12T19:04:11.063" v="166" actId="478"/>
          <ac:spMkLst>
            <pc:docMk/>
            <pc:sldMk cId="2088179270" sldId="289"/>
            <ac:spMk id="3" creationId="{131135ED-6B25-E71B-B654-ACD4EB11F39B}"/>
          </ac:spMkLst>
        </pc:spChg>
        <pc:spChg chg="mod">
          <ac:chgData name="Martin Hardy" userId="18c45b91-9529-4376-afee-15439663c977" providerId="ADAL" clId="{0E64A691-16E8-4D2C-AAF6-CC891B5947BC}" dt="2022-09-12T19:04:05.002" v="163" actId="6549"/>
          <ac:spMkLst>
            <pc:docMk/>
            <pc:sldMk cId="2088179270" sldId="289"/>
            <ac:spMk id="5" creationId="{BD799286-E914-457A-B5CD-41ABF872FE63}"/>
          </ac:spMkLst>
        </pc:spChg>
        <pc:spChg chg="mod">
          <ac:chgData name="Martin Hardy" userId="18c45b91-9529-4376-afee-15439663c977" providerId="ADAL" clId="{0E64A691-16E8-4D2C-AAF6-CC891B5947BC}" dt="2022-09-12T19:04:07.415" v="164" actId="6549"/>
          <ac:spMkLst>
            <pc:docMk/>
            <pc:sldMk cId="2088179270" sldId="289"/>
            <ac:spMk id="6" creationId="{02587D1E-4285-4685-9FB6-1D06D5B91B0A}"/>
          </ac:spMkLst>
        </pc:spChg>
        <pc:picChg chg="add del">
          <ac:chgData name="Martin Hardy" userId="18c45b91-9529-4376-afee-15439663c977" providerId="ADAL" clId="{0E64A691-16E8-4D2C-AAF6-CC891B5947BC}" dt="2022-09-12T19:04:11.063" v="166" actId="478"/>
          <ac:picMkLst>
            <pc:docMk/>
            <pc:sldMk cId="2088179270" sldId="289"/>
            <ac:picMk id="12" creationId="{A30DD6B5-78C4-FD62-6FB6-09BCF3AD5A8E}"/>
          </ac:picMkLst>
        </pc:picChg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3104017807" sldId="290"/>
        </pc:sldMkLst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3421446240" sldId="293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178198611" sldId="297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2284316722" sldId="298"/>
        </pc:sldMkLst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4005130374" sldId="299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1064017932" sldId="302"/>
        </pc:sldMkLst>
      </pc:sldChg>
      <pc:sldChg chg="modSp">
        <pc:chgData name="Martin Hardy" userId="18c45b91-9529-4376-afee-15439663c977" providerId="ADAL" clId="{0E64A691-16E8-4D2C-AAF6-CC891B5947BC}" dt="2022-09-12T19:05:31.136" v="178" actId="20577"/>
        <pc:sldMkLst>
          <pc:docMk/>
          <pc:sldMk cId="1638555495" sldId="303"/>
        </pc:sldMkLst>
        <pc:graphicFrameChg chg="mod">
          <ac:chgData name="Martin Hardy" userId="18c45b91-9529-4376-afee-15439663c977" providerId="ADAL" clId="{0E64A691-16E8-4D2C-AAF6-CC891B5947BC}" dt="2022-09-12T19:05:31.136" v="178" actId="20577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modSp mod">
        <pc:chgData name="Martin Hardy" userId="18c45b91-9529-4376-afee-15439663c977" providerId="ADAL" clId="{0E64A691-16E8-4D2C-AAF6-CC891B5947BC}" dt="2022-09-12T19:03:16.538" v="153"/>
        <pc:sldMkLst>
          <pc:docMk/>
          <pc:sldMk cId="3444130440" sldId="304"/>
        </pc:sldMkLst>
        <pc:spChg chg="mod">
          <ac:chgData name="Martin Hardy" userId="18c45b91-9529-4376-afee-15439663c977" providerId="ADAL" clId="{0E64A691-16E8-4D2C-AAF6-CC891B5947BC}" dt="2022-09-12T19:03:16.538" v="153"/>
          <ac:spMkLst>
            <pc:docMk/>
            <pc:sldMk cId="3444130440" sldId="304"/>
            <ac:spMk id="4" creationId="{95943749-239C-43CB-AF93-4954CABE46C2}"/>
          </ac:spMkLst>
        </pc:spChg>
      </pc:sldChg>
      <pc:sldChg chg="addSp delSp modSp mod delAnim">
        <pc:chgData name="Martin Hardy" userId="18c45b91-9529-4376-afee-15439663c977" providerId="ADAL" clId="{0E64A691-16E8-4D2C-AAF6-CC891B5947BC}" dt="2022-09-12T19:03:27.569" v="157" actId="6549"/>
        <pc:sldMkLst>
          <pc:docMk/>
          <pc:sldMk cId="2165126463" sldId="305"/>
        </pc:sldMkLst>
        <pc:spChg chg="mod">
          <ac:chgData name="Martin Hardy" userId="18c45b91-9529-4376-afee-15439663c977" providerId="ADAL" clId="{0E64A691-16E8-4D2C-AAF6-CC891B5947BC}" dt="2022-09-12T19:03:27.569" v="157" actId="6549"/>
          <ac:spMkLst>
            <pc:docMk/>
            <pc:sldMk cId="2165126463" sldId="305"/>
            <ac:spMk id="5" creationId="{761E3710-A748-47CC-89BB-D62BDB1CEC1B}"/>
          </ac:spMkLst>
        </pc:spChg>
        <pc:spChg chg="add mod">
          <ac:chgData name="Martin Hardy" userId="18c45b91-9529-4376-afee-15439663c977" providerId="ADAL" clId="{0E64A691-16E8-4D2C-AAF6-CC891B5947BC}" dt="2022-09-12T19:03:24.003" v="155" actId="478"/>
          <ac:spMkLst>
            <pc:docMk/>
            <pc:sldMk cId="2165126463" sldId="305"/>
            <ac:spMk id="6" creationId="{CA5CC54B-F8C2-226A-CBE5-7826E8337DB9}"/>
          </ac:spMkLst>
        </pc:spChg>
        <pc:spChg chg="add mod">
          <ac:chgData name="Martin Hardy" userId="18c45b91-9529-4376-afee-15439663c977" providerId="ADAL" clId="{0E64A691-16E8-4D2C-AAF6-CC891B5947BC}" dt="2022-09-12T19:03:25.433" v="156" actId="478"/>
          <ac:spMkLst>
            <pc:docMk/>
            <pc:sldMk cId="2165126463" sldId="305"/>
            <ac:spMk id="8" creationId="{C65BE6F7-74B3-8908-7142-BABAD483D8DA}"/>
          </ac:spMkLst>
        </pc:spChg>
        <pc:picChg chg="del">
          <ac:chgData name="Martin Hardy" userId="18c45b91-9529-4376-afee-15439663c977" providerId="ADAL" clId="{0E64A691-16E8-4D2C-AAF6-CC891B5947BC}" dt="2022-09-12T19:03:25.433" v="156" actId="478"/>
          <ac:picMkLst>
            <pc:docMk/>
            <pc:sldMk cId="2165126463" sldId="305"/>
            <ac:picMk id="2" creationId="{6D783849-B0E9-4CDC-817A-47928ACC2E80}"/>
          </ac:picMkLst>
        </pc:picChg>
        <pc:picChg chg="del">
          <ac:chgData name="Martin Hardy" userId="18c45b91-9529-4376-afee-15439663c977" providerId="ADAL" clId="{0E64A691-16E8-4D2C-AAF6-CC891B5947BC}" dt="2022-09-12T19:03:24.003" v="155" actId="478"/>
          <ac:picMkLst>
            <pc:docMk/>
            <pc:sldMk cId="2165126463" sldId="305"/>
            <ac:picMk id="12" creationId="{576C9628-6AEF-E679-C7AC-14653EC5B844}"/>
          </ac:picMkLst>
        </pc:picChg>
      </pc:sldChg>
      <pc:sldChg chg="modSp mod">
        <pc:chgData name="Martin Hardy" userId="18c45b91-9529-4376-afee-15439663c977" providerId="ADAL" clId="{0E64A691-16E8-4D2C-AAF6-CC891B5947BC}" dt="2022-09-12T19:05:03.129" v="171" actId="20577"/>
        <pc:sldMkLst>
          <pc:docMk/>
          <pc:sldMk cId="4246239074" sldId="306"/>
        </pc:sldMkLst>
        <pc:spChg chg="mod">
          <ac:chgData name="Martin Hardy" userId="18c45b91-9529-4376-afee-15439663c977" providerId="ADAL" clId="{0E64A691-16E8-4D2C-AAF6-CC891B5947BC}" dt="2022-09-12T19:05:03.129" v="171" actId="20577"/>
          <ac:spMkLst>
            <pc:docMk/>
            <pc:sldMk cId="4246239074" sldId="306"/>
            <ac:spMk id="4" creationId="{95943749-239C-43CB-AF93-4954CABE46C2}"/>
          </ac:spMkLst>
        </pc:spChg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1878971237" sldId="307"/>
        </pc:sldMkLst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1132440465" sldId="308"/>
        </pc:sldMkLst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1610498445" sldId="309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3342814045" sldId="310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2866351807" sldId="311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808023134" sldId="312"/>
        </pc:sldMkLst>
      </pc:sldChg>
      <pc:sldMasterChg chg="del delSldLayout">
        <pc:chgData name="Martin Hardy" userId="18c45b91-9529-4376-afee-15439663c977" providerId="ADAL" clId="{0E64A691-16E8-4D2C-AAF6-CC891B5947BC}" dt="2022-09-12T19:03:48.630" v="160" actId="47"/>
        <pc:sldMasterMkLst>
          <pc:docMk/>
          <pc:sldMasterMk cId="2453046026" sldId="2147483737"/>
        </pc:sldMasterMkLst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915618662" sldId="2147483738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946495293" sldId="2147483739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2334200990" sldId="2147483740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814390859" sldId="2147483741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562817871" sldId="2147483742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404417803" sldId="2147483743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702076680" sldId="2147483744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591025518" sldId="2147483745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543415148" sldId="2147483746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815089600" sldId="2147483747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4103843742" sldId="2147483748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799115191" sldId="2147483749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123841256" sldId="2147483750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150304522" sldId="2147483751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98271534" sldId="2147483752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205929857" sldId="2147483753"/>
          </pc:sldLayoutMkLst>
        </pc:sldLayoutChg>
      </pc:sldMasterChg>
    </pc:docChg>
  </pc:docChgLst>
  <pc:docChgLst>
    <pc:chgData name="Martin Hardy" userId="18c45b91-9529-4376-afee-15439663c977" providerId="ADAL" clId="{00C1B851-C739-41B9-9279-CDC37B76FB5F}"/>
    <pc:docChg chg="undo custSel addSld delSld modSld sldOrd">
      <pc:chgData name="Martin Hardy" userId="18c45b91-9529-4376-afee-15439663c977" providerId="ADAL" clId="{00C1B851-C739-41B9-9279-CDC37B76FB5F}" dt="2022-09-23T15:41:17.603" v="2161"/>
      <pc:docMkLst>
        <pc:docMk/>
      </pc:docMkLst>
      <pc:sldChg chg="modSp mod">
        <pc:chgData name="Martin Hardy" userId="18c45b91-9529-4376-afee-15439663c977" providerId="ADAL" clId="{00C1B851-C739-41B9-9279-CDC37B76FB5F}" dt="2022-09-12T19:07:22.011" v="4" actId="5793"/>
        <pc:sldMkLst>
          <pc:docMk/>
          <pc:sldMk cId="2281852327" sldId="257"/>
        </pc:sldMkLst>
        <pc:spChg chg="mod">
          <ac:chgData name="Martin Hardy" userId="18c45b91-9529-4376-afee-15439663c977" providerId="ADAL" clId="{00C1B851-C739-41B9-9279-CDC37B76FB5F}" dt="2022-09-12T19:07:22.011" v="4" actId="5793"/>
          <ac:spMkLst>
            <pc:docMk/>
            <pc:sldMk cId="2281852327" sldId="257"/>
            <ac:spMk id="3" creationId="{7A40A975-3DD2-42E4-80DA-D70600175824}"/>
          </ac:spMkLst>
        </pc:spChg>
      </pc:sldChg>
      <pc:sldChg chg="modSp mod">
        <pc:chgData name="Martin Hardy" userId="18c45b91-9529-4376-afee-15439663c977" providerId="ADAL" clId="{00C1B851-C739-41B9-9279-CDC37B76FB5F}" dt="2022-09-12T19:07:43.834" v="11" actId="20577"/>
        <pc:sldMkLst>
          <pc:docMk/>
          <pc:sldMk cId="2369871575" sldId="273"/>
        </pc:sldMkLst>
        <pc:spChg chg="mod">
          <ac:chgData name="Martin Hardy" userId="18c45b91-9529-4376-afee-15439663c977" providerId="ADAL" clId="{00C1B851-C739-41B9-9279-CDC37B76FB5F}" dt="2022-09-12T19:07:43.834" v="11" actId="20577"/>
          <ac:spMkLst>
            <pc:docMk/>
            <pc:sldMk cId="2369871575" sldId="273"/>
            <ac:spMk id="3" creationId="{7A40A975-3DD2-42E4-80DA-D70600175824}"/>
          </ac:spMkLst>
        </pc:spChg>
      </pc:sldChg>
      <pc:sldChg chg="modSp mod">
        <pc:chgData name="Martin Hardy" userId="18c45b91-9529-4376-afee-15439663c977" providerId="ADAL" clId="{00C1B851-C739-41B9-9279-CDC37B76FB5F}" dt="2022-09-22T19:55:05.883" v="167" actId="20577"/>
        <pc:sldMkLst>
          <pc:docMk/>
          <pc:sldMk cId="842991506" sldId="276"/>
        </pc:sldMkLst>
        <pc:spChg chg="mod">
          <ac:chgData name="Martin Hardy" userId="18c45b91-9529-4376-afee-15439663c977" providerId="ADAL" clId="{00C1B851-C739-41B9-9279-CDC37B76FB5F}" dt="2022-09-22T19:55:05.883" v="167" actId="20577"/>
          <ac:spMkLst>
            <pc:docMk/>
            <pc:sldMk cId="842991506" sldId="276"/>
            <ac:spMk id="5" creationId="{EB843271-A768-4AB4-92F3-46C70E5D601F}"/>
          </ac:spMkLst>
        </pc:spChg>
        <pc:spChg chg="mod">
          <ac:chgData name="Martin Hardy" userId="18c45b91-9529-4376-afee-15439663c977" providerId="ADAL" clId="{00C1B851-C739-41B9-9279-CDC37B76FB5F}" dt="2022-09-22T19:54:43.515" v="163"/>
          <ac:spMkLst>
            <pc:docMk/>
            <pc:sldMk cId="842991506" sldId="276"/>
            <ac:spMk id="6" creationId="{7AF93DD5-8C57-4A51-B8E3-065B77766CD3}"/>
          </ac:spMkLst>
        </pc:spChg>
        <pc:spChg chg="mod">
          <ac:chgData name="Martin Hardy" userId="18c45b91-9529-4376-afee-15439663c977" providerId="ADAL" clId="{00C1B851-C739-41B9-9279-CDC37B76FB5F}" dt="2022-09-22T19:54:43.515" v="163"/>
          <ac:spMkLst>
            <pc:docMk/>
            <pc:sldMk cId="842991506" sldId="276"/>
            <ac:spMk id="9" creationId="{CDE0EA86-B51D-44D8-9D47-1D824BD83F84}"/>
          </ac:spMkLst>
        </pc:spChg>
      </pc:sldChg>
      <pc:sldChg chg="addSp delSp modSp add mod addAnim delAnim modAnim">
        <pc:chgData name="Martin Hardy" userId="18c45b91-9529-4376-afee-15439663c977" providerId="ADAL" clId="{00C1B851-C739-41B9-9279-CDC37B76FB5F}" dt="2022-09-23T15:38:40.406" v="2154" actId="14100"/>
        <pc:sldMkLst>
          <pc:docMk/>
          <pc:sldMk cId="1886529869" sldId="277"/>
        </pc:sldMkLst>
        <pc:spChg chg="mod">
          <ac:chgData name="Martin Hardy" userId="18c45b91-9529-4376-afee-15439663c977" providerId="ADAL" clId="{00C1B851-C739-41B9-9279-CDC37B76FB5F}" dt="2022-09-23T13:29:18.481" v="801" actId="14100"/>
          <ac:spMkLst>
            <pc:docMk/>
            <pc:sldMk cId="1886529869" sldId="277"/>
            <ac:spMk id="3" creationId="{214971F2-8612-4CCA-B3D6-A428D78819ED}"/>
          </ac:spMkLst>
        </pc:spChg>
        <pc:spChg chg="add del mod">
          <ac:chgData name="Martin Hardy" userId="18c45b91-9529-4376-afee-15439663c977" providerId="ADAL" clId="{00C1B851-C739-41B9-9279-CDC37B76FB5F}" dt="2022-09-23T13:29:14.707" v="800"/>
          <ac:spMkLst>
            <pc:docMk/>
            <pc:sldMk cId="1886529869" sldId="277"/>
            <ac:spMk id="6" creationId="{DB1CE7A5-FBA0-69DF-6015-341EB266FAF7}"/>
          </ac:spMkLst>
        </pc:spChg>
        <pc:spChg chg="mod">
          <ac:chgData name="Martin Hardy" userId="18c45b91-9529-4376-afee-15439663c977" providerId="ADAL" clId="{00C1B851-C739-41B9-9279-CDC37B76FB5F}" dt="2022-09-23T13:29:44.841" v="808" actId="1076"/>
          <ac:spMkLst>
            <pc:docMk/>
            <pc:sldMk cId="1886529869" sldId="277"/>
            <ac:spMk id="7" creationId="{6136B11A-575C-4C30-B546-EBEA560FCF2A}"/>
          </ac:spMkLst>
        </pc:spChg>
        <pc:spChg chg="mod">
          <ac:chgData name="Martin Hardy" userId="18c45b91-9529-4376-afee-15439663c977" providerId="ADAL" clId="{00C1B851-C739-41B9-9279-CDC37B76FB5F}" dt="2022-09-23T13:29:32.017" v="804" actId="1076"/>
          <ac:spMkLst>
            <pc:docMk/>
            <pc:sldMk cId="1886529869" sldId="277"/>
            <ac:spMk id="10" creationId="{E0F0A926-59B9-4F74-B2AD-AACE20706D6A}"/>
          </ac:spMkLst>
        </pc:spChg>
        <pc:spChg chg="add del mod">
          <ac:chgData name="Martin Hardy" userId="18c45b91-9529-4376-afee-15439663c977" providerId="ADAL" clId="{00C1B851-C739-41B9-9279-CDC37B76FB5F}" dt="2022-09-23T13:30:28.181" v="812" actId="478"/>
          <ac:spMkLst>
            <pc:docMk/>
            <pc:sldMk cId="1886529869" sldId="277"/>
            <ac:spMk id="13" creationId="{1DC425AA-A3E8-D44F-2FD6-28055CD8ABA5}"/>
          </ac:spMkLst>
        </pc:spChg>
        <pc:picChg chg="del">
          <ac:chgData name="Martin Hardy" userId="18c45b91-9529-4376-afee-15439663c977" providerId="ADAL" clId="{00C1B851-C739-41B9-9279-CDC37B76FB5F}" dt="2022-09-23T13:28:59.157" v="799" actId="478"/>
          <ac:picMkLst>
            <pc:docMk/>
            <pc:sldMk cId="1886529869" sldId="277"/>
            <ac:picMk id="5" creationId="{F01E7AFC-3238-400D-BB2A-187C4D620D31}"/>
          </ac:picMkLst>
        </pc:picChg>
        <pc:picChg chg="del">
          <ac:chgData name="Martin Hardy" userId="18c45b91-9529-4376-afee-15439663c977" providerId="ADAL" clId="{00C1B851-C739-41B9-9279-CDC37B76FB5F}" dt="2022-09-22T19:48:55.740" v="87" actId="478"/>
          <ac:picMkLst>
            <pc:docMk/>
            <pc:sldMk cId="1886529869" sldId="277"/>
            <ac:picMk id="6" creationId="{9315DC74-24BF-4107-9FAB-0723D4BE473E}"/>
          </ac:picMkLst>
        </pc:picChg>
        <pc:picChg chg="add del mod">
          <ac:chgData name="Martin Hardy" userId="18c45b91-9529-4376-afee-15439663c977" providerId="ADAL" clId="{00C1B851-C739-41B9-9279-CDC37B76FB5F}" dt="2022-09-23T15:38:40.406" v="2154" actId="14100"/>
          <ac:picMkLst>
            <pc:docMk/>
            <pc:sldMk cId="1886529869" sldId="277"/>
            <ac:picMk id="9" creationId="{9299D3C4-DE7F-FFBD-434C-5E13EB2FD901}"/>
          </ac:picMkLst>
        </pc:picChg>
      </pc:sldChg>
      <pc:sldChg chg="addSp delSp modSp add mod delAnim modAnim">
        <pc:chgData name="Martin Hardy" userId="18c45b91-9529-4376-afee-15439663c977" providerId="ADAL" clId="{00C1B851-C739-41B9-9279-CDC37B76FB5F}" dt="2022-09-23T13:31:01.681" v="820" actId="108"/>
        <pc:sldMkLst>
          <pc:docMk/>
          <pc:sldMk cId="4237074130" sldId="278"/>
        </pc:sldMkLst>
        <pc:spChg chg="mod">
          <ac:chgData name="Martin Hardy" userId="18c45b91-9529-4376-afee-15439663c977" providerId="ADAL" clId="{00C1B851-C739-41B9-9279-CDC37B76FB5F}" dt="2022-09-23T13:30:42.713" v="815" actId="14100"/>
          <ac:spMkLst>
            <pc:docMk/>
            <pc:sldMk cId="4237074130" sldId="278"/>
            <ac:spMk id="3" creationId="{214971F2-8612-4CCA-B3D6-A428D78819ED}"/>
          </ac:spMkLst>
        </pc:spChg>
        <pc:spChg chg="add mod">
          <ac:chgData name="Martin Hardy" userId="18c45b91-9529-4376-afee-15439663c977" providerId="ADAL" clId="{00C1B851-C739-41B9-9279-CDC37B76FB5F}" dt="2022-09-23T13:30:51.081" v="817" actId="1076"/>
          <ac:spMkLst>
            <pc:docMk/>
            <pc:sldMk cId="4237074130" sldId="278"/>
            <ac:spMk id="4" creationId="{8111A758-5AE0-5424-94A4-344E62D78587}"/>
          </ac:spMkLst>
        </pc:spChg>
        <pc:spChg chg="add del mod">
          <ac:chgData name="Martin Hardy" userId="18c45b91-9529-4376-afee-15439663c977" providerId="ADAL" clId="{00C1B851-C739-41B9-9279-CDC37B76FB5F}" dt="2022-09-23T13:30:40.063" v="814"/>
          <ac:spMkLst>
            <pc:docMk/>
            <pc:sldMk cId="4237074130" sldId="278"/>
            <ac:spMk id="6" creationId="{B40B36AD-4A33-5539-CC3A-0AA6EA61FA39}"/>
          </ac:spMkLst>
        </pc:spChg>
        <pc:spChg chg="del">
          <ac:chgData name="Martin Hardy" userId="18c45b91-9529-4376-afee-15439663c977" providerId="ADAL" clId="{00C1B851-C739-41B9-9279-CDC37B76FB5F}" dt="2022-09-22T19:51:58.594" v="112" actId="478"/>
          <ac:spMkLst>
            <pc:docMk/>
            <pc:sldMk cId="4237074130" sldId="278"/>
            <ac:spMk id="8" creationId="{5921C1FC-C2C9-49C1-9C29-7062398CBB87}"/>
          </ac:spMkLst>
        </pc:spChg>
        <pc:spChg chg="mod">
          <ac:chgData name="Martin Hardy" userId="18c45b91-9529-4376-afee-15439663c977" providerId="ADAL" clId="{00C1B851-C739-41B9-9279-CDC37B76FB5F}" dt="2022-09-23T13:30:46.153" v="816" actId="14100"/>
          <ac:spMkLst>
            <pc:docMk/>
            <pc:sldMk cId="4237074130" sldId="278"/>
            <ac:spMk id="10" creationId="{9CBF3A81-CE51-4C76-9FF9-2FA7AA842CC7}"/>
          </ac:spMkLst>
        </pc:spChg>
        <pc:picChg chg="add mod">
          <ac:chgData name="Martin Hardy" userId="18c45b91-9529-4376-afee-15439663c977" providerId="ADAL" clId="{00C1B851-C739-41B9-9279-CDC37B76FB5F}" dt="2022-09-23T13:31:01.681" v="820" actId="108"/>
          <ac:picMkLst>
            <pc:docMk/>
            <pc:sldMk cId="4237074130" sldId="278"/>
            <ac:picMk id="7" creationId="{6C0ED397-27C9-FDE5-9092-CAC5819FB433}"/>
          </ac:picMkLst>
        </pc:picChg>
        <pc:picChg chg="del">
          <ac:chgData name="Martin Hardy" userId="18c45b91-9529-4376-afee-15439663c977" providerId="ADAL" clId="{00C1B851-C739-41B9-9279-CDC37B76FB5F}" dt="2022-09-22T19:42:53.321" v="85" actId="478"/>
          <ac:picMkLst>
            <pc:docMk/>
            <pc:sldMk cId="4237074130" sldId="278"/>
            <ac:picMk id="7" creationId="{FFDDF2C1-9A6F-4D11-B848-371011547896}"/>
          </ac:picMkLst>
        </pc:picChg>
        <pc:picChg chg="del">
          <ac:chgData name="Martin Hardy" userId="18c45b91-9529-4376-afee-15439663c977" providerId="ADAL" clId="{00C1B851-C739-41B9-9279-CDC37B76FB5F}" dt="2022-09-23T13:30:30.090" v="813" actId="478"/>
          <ac:picMkLst>
            <pc:docMk/>
            <pc:sldMk cId="4237074130" sldId="278"/>
            <ac:picMk id="14" creationId="{F7F67AB3-3B55-4CD0-9DFF-F98F2162BB1C}"/>
          </ac:picMkLst>
        </pc:picChg>
      </pc:sldChg>
      <pc:sldChg chg="addSp delSp modSp add mod delAnim modAnim">
        <pc:chgData name="Martin Hardy" userId="18c45b91-9529-4376-afee-15439663c977" providerId="ADAL" clId="{00C1B851-C739-41B9-9279-CDC37B76FB5F}" dt="2022-09-23T15:38:36.647" v="2153" actId="1076"/>
        <pc:sldMkLst>
          <pc:docMk/>
          <pc:sldMk cId="3761378572" sldId="279"/>
        </pc:sldMkLst>
        <pc:spChg chg="mod">
          <ac:chgData name="Martin Hardy" userId="18c45b91-9529-4376-afee-15439663c977" providerId="ADAL" clId="{00C1B851-C739-41B9-9279-CDC37B76FB5F}" dt="2022-09-23T13:31:18.979" v="826" actId="27636"/>
          <ac:spMkLst>
            <pc:docMk/>
            <pc:sldMk cId="3761378572" sldId="279"/>
            <ac:spMk id="3" creationId="{214971F2-8612-4CCA-B3D6-A428D78819ED}"/>
          </ac:spMkLst>
        </pc:spChg>
        <pc:spChg chg="add mod">
          <ac:chgData name="Martin Hardy" userId="18c45b91-9529-4376-afee-15439663c977" providerId="ADAL" clId="{00C1B851-C739-41B9-9279-CDC37B76FB5F}" dt="2022-09-23T13:31:57.241" v="829" actId="1076"/>
          <ac:spMkLst>
            <pc:docMk/>
            <pc:sldMk cId="3761378572" sldId="279"/>
            <ac:spMk id="4" creationId="{B76722C5-C09B-6F37-F4A1-F8BEF1E3BB2E}"/>
          </ac:spMkLst>
        </pc:spChg>
        <pc:spChg chg="add del mod">
          <ac:chgData name="Martin Hardy" userId="18c45b91-9529-4376-afee-15439663c977" providerId="ADAL" clId="{00C1B851-C739-41B9-9279-CDC37B76FB5F}" dt="2022-09-23T13:31:53.650" v="828"/>
          <ac:spMkLst>
            <pc:docMk/>
            <pc:sldMk cId="3761378572" sldId="279"/>
            <ac:spMk id="6" creationId="{685DF68F-95C6-9F8D-3897-EAD2ADD3585D}"/>
          </ac:spMkLst>
        </pc:spChg>
        <pc:spChg chg="del">
          <ac:chgData name="Martin Hardy" userId="18c45b91-9529-4376-afee-15439663c977" providerId="ADAL" clId="{00C1B851-C739-41B9-9279-CDC37B76FB5F}" dt="2022-09-22T19:52:15.578" v="115" actId="478"/>
          <ac:spMkLst>
            <pc:docMk/>
            <pc:sldMk cId="3761378572" sldId="279"/>
            <ac:spMk id="6" creationId="{D0D33879-7FBD-4677-9C50-F71D4A12B544}"/>
          </ac:spMkLst>
        </pc:spChg>
        <pc:spChg chg="mod">
          <ac:chgData name="Martin Hardy" userId="18c45b91-9529-4376-afee-15439663c977" providerId="ADAL" clId="{00C1B851-C739-41B9-9279-CDC37B76FB5F}" dt="2022-09-23T13:31:16.498" v="824" actId="1076"/>
          <ac:spMkLst>
            <pc:docMk/>
            <pc:sldMk cId="3761378572" sldId="279"/>
            <ac:spMk id="8" creationId="{21E2BE6D-5870-435B-89EA-FF2B16DC40B4}"/>
          </ac:spMkLst>
        </pc:spChg>
        <pc:picChg chg="del">
          <ac:chgData name="Martin Hardy" userId="18c45b91-9529-4376-afee-15439663c977" providerId="ADAL" clId="{00C1B851-C739-41B9-9279-CDC37B76FB5F}" dt="2022-09-22T19:42:55.505" v="86" actId="478"/>
          <ac:picMkLst>
            <pc:docMk/>
            <pc:sldMk cId="3761378572" sldId="279"/>
            <ac:picMk id="5" creationId="{9D20BC95-42FE-4EBB-8CC7-6550FC3100D3}"/>
          </ac:picMkLst>
        </pc:picChg>
        <pc:picChg chg="del">
          <ac:chgData name="Martin Hardy" userId="18c45b91-9529-4376-afee-15439663c977" providerId="ADAL" clId="{00C1B851-C739-41B9-9279-CDC37B76FB5F}" dt="2022-09-23T13:31:21.971" v="827" actId="478"/>
          <ac:picMkLst>
            <pc:docMk/>
            <pc:sldMk cId="3761378572" sldId="279"/>
            <ac:picMk id="9" creationId="{F92421E5-AC93-436E-B342-D955272A0C3B}"/>
          </ac:picMkLst>
        </pc:picChg>
        <pc:picChg chg="add mod">
          <ac:chgData name="Martin Hardy" userId="18c45b91-9529-4376-afee-15439663c977" providerId="ADAL" clId="{00C1B851-C739-41B9-9279-CDC37B76FB5F}" dt="2022-09-23T15:38:36.647" v="2153" actId="1076"/>
          <ac:picMkLst>
            <pc:docMk/>
            <pc:sldMk cId="3761378572" sldId="279"/>
            <ac:picMk id="10" creationId="{09F60CBE-8496-908B-545E-EF7A68662E68}"/>
          </ac:picMkLst>
        </pc:picChg>
      </pc:sldChg>
      <pc:sldChg chg="add del">
        <pc:chgData name="Martin Hardy" userId="18c45b91-9529-4376-afee-15439663c977" providerId="ADAL" clId="{00C1B851-C739-41B9-9279-CDC37B76FB5F}" dt="2022-09-22T20:01:01.212" v="737" actId="47"/>
        <pc:sldMkLst>
          <pc:docMk/>
          <pc:sldMk cId="2954660565" sldId="287"/>
        </pc:sldMkLst>
      </pc:sldChg>
      <pc:sldChg chg="addSp delSp modSp del mod">
        <pc:chgData name="Martin Hardy" userId="18c45b91-9529-4376-afee-15439663c977" providerId="ADAL" clId="{00C1B851-C739-41B9-9279-CDC37B76FB5F}" dt="2022-09-12T19:07:35.489" v="9" actId="47"/>
        <pc:sldMkLst>
          <pc:docMk/>
          <pc:sldMk cId="1474727850" sldId="288"/>
        </pc:sldMkLst>
        <pc:spChg chg="mod">
          <ac:chgData name="Martin Hardy" userId="18c45b91-9529-4376-afee-15439663c977" providerId="ADAL" clId="{00C1B851-C739-41B9-9279-CDC37B76FB5F}" dt="2022-09-12T19:07:32.007" v="7" actId="6549"/>
          <ac:spMkLst>
            <pc:docMk/>
            <pc:sldMk cId="1474727850" sldId="288"/>
            <ac:spMk id="2" creationId="{6F5441EB-209E-471D-A7B7-D422F075FF04}"/>
          </ac:spMkLst>
        </pc:spChg>
        <pc:spChg chg="add mod">
          <ac:chgData name="Martin Hardy" userId="18c45b91-9529-4376-afee-15439663c977" providerId="ADAL" clId="{00C1B851-C739-41B9-9279-CDC37B76FB5F}" dt="2022-09-12T19:07:32.634" v="8" actId="478"/>
          <ac:spMkLst>
            <pc:docMk/>
            <pc:sldMk cId="1474727850" sldId="288"/>
            <ac:spMk id="4" creationId="{D0BC5196-EC33-C02A-4829-2880228DF910}"/>
          </ac:spMkLst>
        </pc:spChg>
        <pc:picChg chg="del">
          <ac:chgData name="Martin Hardy" userId="18c45b91-9529-4376-afee-15439663c977" providerId="ADAL" clId="{00C1B851-C739-41B9-9279-CDC37B76FB5F}" dt="2022-09-12T19:07:32.634" v="8" actId="478"/>
          <ac:picMkLst>
            <pc:docMk/>
            <pc:sldMk cId="1474727850" sldId="288"/>
            <ac:picMk id="13" creationId="{2FB3561E-114A-4FD4-B6B9-19AB289C4914}"/>
          </ac:picMkLst>
        </pc:picChg>
      </pc:sldChg>
      <pc:sldChg chg="addSp delSp modSp mod delAnim modAnim">
        <pc:chgData name="Martin Hardy" userId="18c45b91-9529-4376-afee-15439663c977" providerId="ADAL" clId="{00C1B851-C739-41B9-9279-CDC37B76FB5F}" dt="2022-09-23T15:38:26.238" v="2151" actId="1076"/>
        <pc:sldMkLst>
          <pc:docMk/>
          <pc:sldMk cId="2088179270" sldId="289"/>
        </pc:sldMkLst>
        <pc:spChg chg="add del mod">
          <ac:chgData name="Martin Hardy" userId="18c45b91-9529-4376-afee-15439663c977" providerId="ADAL" clId="{00C1B851-C739-41B9-9279-CDC37B76FB5F}" dt="2022-09-23T13:54:20.572" v="858"/>
          <ac:spMkLst>
            <pc:docMk/>
            <pc:sldMk cId="2088179270" sldId="289"/>
            <ac:spMk id="3" creationId="{0A4D41C2-4B9F-9ED1-1A40-36E6EE73B625}"/>
          </ac:spMkLst>
        </pc:spChg>
        <pc:spChg chg="mod">
          <ac:chgData name="Martin Hardy" userId="18c45b91-9529-4376-afee-15439663c977" providerId="ADAL" clId="{00C1B851-C739-41B9-9279-CDC37B76FB5F}" dt="2022-09-22T19:54:43.515" v="163"/>
          <ac:spMkLst>
            <pc:docMk/>
            <pc:sldMk cId="2088179270" sldId="289"/>
            <ac:spMk id="4" creationId="{6E29412E-0426-4660-9476-69A7B4D6012B}"/>
          </ac:spMkLst>
        </pc:spChg>
        <pc:spChg chg="mod">
          <ac:chgData name="Martin Hardy" userId="18c45b91-9529-4376-afee-15439663c977" providerId="ADAL" clId="{00C1B851-C739-41B9-9279-CDC37B76FB5F}" dt="2022-09-23T13:35:17.308" v="852" actId="404"/>
          <ac:spMkLst>
            <pc:docMk/>
            <pc:sldMk cId="2088179270" sldId="289"/>
            <ac:spMk id="5" creationId="{BD799286-E914-457A-B5CD-41ABF872FE63}"/>
          </ac:spMkLst>
        </pc:spChg>
        <pc:spChg chg="mod">
          <ac:chgData name="Martin Hardy" userId="18c45b91-9529-4376-afee-15439663c977" providerId="ADAL" clId="{00C1B851-C739-41B9-9279-CDC37B76FB5F}" dt="2022-09-23T15:38:22.646" v="2150" actId="14100"/>
          <ac:spMkLst>
            <pc:docMk/>
            <pc:sldMk cId="2088179270" sldId="289"/>
            <ac:spMk id="6" creationId="{02587D1E-4285-4685-9FB6-1D06D5B91B0A}"/>
          </ac:spMkLst>
        </pc:spChg>
        <pc:spChg chg="mod">
          <ac:chgData name="Martin Hardy" userId="18c45b91-9529-4376-afee-15439663c977" providerId="ADAL" clId="{00C1B851-C739-41B9-9279-CDC37B76FB5F}" dt="2022-09-23T13:35:30.227" v="855" actId="20577"/>
          <ac:spMkLst>
            <pc:docMk/>
            <pc:sldMk cId="2088179270" sldId="289"/>
            <ac:spMk id="10" creationId="{9EB41351-CF9E-4915-8252-1F34329152FF}"/>
          </ac:spMkLst>
        </pc:spChg>
        <pc:spChg chg="del">
          <ac:chgData name="Martin Hardy" userId="18c45b91-9529-4376-afee-15439663c977" providerId="ADAL" clId="{00C1B851-C739-41B9-9279-CDC37B76FB5F}" dt="2022-09-22T19:53:30.610" v="119" actId="478"/>
          <ac:spMkLst>
            <pc:docMk/>
            <pc:sldMk cId="2088179270" sldId="289"/>
            <ac:spMk id="11" creationId="{D54871EE-0B3B-4783-983C-1845B01EC576}"/>
          </ac:spMkLst>
        </pc:spChg>
        <pc:picChg chg="add mod">
          <ac:chgData name="Martin Hardy" userId="18c45b91-9529-4376-afee-15439663c977" providerId="ADAL" clId="{00C1B851-C739-41B9-9279-CDC37B76FB5F}" dt="2022-09-23T15:38:26.238" v="2151" actId="1076"/>
          <ac:picMkLst>
            <pc:docMk/>
            <pc:sldMk cId="2088179270" sldId="289"/>
            <ac:picMk id="2" creationId="{0A3558F0-3FA3-E74B-1DAD-4B9809905ED8}"/>
          </ac:picMkLst>
        </pc:picChg>
        <pc:picChg chg="del">
          <ac:chgData name="Martin Hardy" userId="18c45b91-9529-4376-afee-15439663c977" providerId="ADAL" clId="{00C1B851-C739-41B9-9279-CDC37B76FB5F}" dt="2022-09-22T19:52:28.752" v="116" actId="478"/>
          <ac:picMkLst>
            <pc:docMk/>
            <pc:sldMk cId="2088179270" sldId="289"/>
            <ac:picMk id="12" creationId="{A30DD6B5-78C4-FD62-6FB6-09BCF3AD5A8E}"/>
          </ac:picMkLst>
        </pc:picChg>
      </pc:sldChg>
      <pc:sldChg chg="modSp">
        <pc:chgData name="Martin Hardy" userId="18c45b91-9529-4376-afee-15439663c977" providerId="ADAL" clId="{00C1B851-C739-41B9-9279-CDC37B76FB5F}" dt="2022-09-22T19:41:23.687" v="82"/>
        <pc:sldMkLst>
          <pc:docMk/>
          <pc:sldMk cId="1638555495" sldId="303"/>
        </pc:sldMkLst>
        <pc:graphicFrameChg chg="mod">
          <ac:chgData name="Martin Hardy" userId="18c45b91-9529-4376-afee-15439663c977" providerId="ADAL" clId="{00C1B851-C739-41B9-9279-CDC37B76FB5F}" dt="2022-09-22T19:41:23.687" v="82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modSp del mod">
        <pc:chgData name="Martin Hardy" userId="18c45b91-9529-4376-afee-15439663c977" providerId="ADAL" clId="{00C1B851-C739-41B9-9279-CDC37B76FB5F}" dt="2022-09-22T20:00:50.180" v="734" actId="47"/>
        <pc:sldMkLst>
          <pc:docMk/>
          <pc:sldMk cId="3444130440" sldId="304"/>
        </pc:sldMkLst>
        <pc:spChg chg="mod">
          <ac:chgData name="Martin Hardy" userId="18c45b91-9529-4376-afee-15439663c977" providerId="ADAL" clId="{00C1B851-C739-41B9-9279-CDC37B76FB5F}" dt="2022-09-12T19:07:27.041" v="5" actId="6549"/>
          <ac:spMkLst>
            <pc:docMk/>
            <pc:sldMk cId="3444130440" sldId="304"/>
            <ac:spMk id="4" creationId="{95943749-239C-43CB-AF93-4954CABE46C2}"/>
          </ac:spMkLst>
        </pc:spChg>
      </pc:sldChg>
      <pc:sldChg chg="del">
        <pc:chgData name="Martin Hardy" userId="18c45b91-9529-4376-afee-15439663c977" providerId="ADAL" clId="{00C1B851-C739-41B9-9279-CDC37B76FB5F}" dt="2022-09-22T19:41:46.067" v="84" actId="47"/>
        <pc:sldMkLst>
          <pc:docMk/>
          <pc:sldMk cId="2165126463" sldId="305"/>
        </pc:sldMkLst>
      </pc:sldChg>
      <pc:sldChg chg="modSp del mod">
        <pc:chgData name="Martin Hardy" userId="18c45b91-9529-4376-afee-15439663c977" providerId="ADAL" clId="{00C1B851-C739-41B9-9279-CDC37B76FB5F}" dt="2022-09-22T19:41:46.067" v="84" actId="47"/>
        <pc:sldMkLst>
          <pc:docMk/>
          <pc:sldMk cId="4246239074" sldId="306"/>
        </pc:sldMkLst>
        <pc:spChg chg="mod">
          <ac:chgData name="Martin Hardy" userId="18c45b91-9529-4376-afee-15439663c977" providerId="ADAL" clId="{00C1B851-C739-41B9-9279-CDC37B76FB5F}" dt="2022-09-12T19:07:29.234" v="6" actId="6549"/>
          <ac:spMkLst>
            <pc:docMk/>
            <pc:sldMk cId="4246239074" sldId="306"/>
            <ac:spMk id="4" creationId="{95943749-239C-43CB-AF93-4954CABE46C2}"/>
          </ac:spMkLst>
        </pc:spChg>
      </pc:sldChg>
      <pc:sldChg chg="modSp add mod">
        <pc:chgData name="Martin Hardy" userId="18c45b91-9529-4376-afee-15439663c977" providerId="ADAL" clId="{00C1B851-C739-41B9-9279-CDC37B76FB5F}" dt="2022-09-22T19:54:16.026" v="160" actId="20577"/>
        <pc:sldMkLst>
          <pc:docMk/>
          <pc:sldMk cId="2766138855" sldId="307"/>
        </pc:sldMkLst>
        <pc:spChg chg="mod">
          <ac:chgData name="Martin Hardy" userId="18c45b91-9529-4376-afee-15439663c977" providerId="ADAL" clId="{00C1B851-C739-41B9-9279-CDC37B76FB5F}" dt="2022-09-22T19:54:16.026" v="160" actId="20577"/>
          <ac:spMkLst>
            <pc:docMk/>
            <pc:sldMk cId="2766138855" sldId="307"/>
            <ac:spMk id="5" creationId="{EB843271-A768-4AB4-92F3-46C70E5D601F}"/>
          </ac:spMkLst>
        </pc:spChg>
      </pc:sldChg>
      <pc:sldChg chg="add">
        <pc:chgData name="Martin Hardy" userId="18c45b91-9529-4376-afee-15439663c977" providerId="ADAL" clId="{00C1B851-C739-41B9-9279-CDC37B76FB5F}" dt="2022-09-22T19:54:21.940" v="161" actId="2890"/>
        <pc:sldMkLst>
          <pc:docMk/>
          <pc:sldMk cId="3965635361" sldId="308"/>
        </pc:sldMkLst>
      </pc:sldChg>
      <pc:sldChg chg="addSp delSp modSp add mod replId modAnim">
        <pc:chgData name="Martin Hardy" userId="18c45b91-9529-4376-afee-15439663c977" providerId="ADAL" clId="{00C1B851-C739-41B9-9279-CDC37B76FB5F}" dt="2022-09-23T15:37:39.544" v="2144" actId="1076"/>
        <pc:sldMkLst>
          <pc:docMk/>
          <pc:sldMk cId="3351673012" sldId="309"/>
        </pc:sldMkLst>
        <pc:spChg chg="del mod">
          <ac:chgData name="Martin Hardy" userId="18c45b91-9529-4376-afee-15439663c977" providerId="ADAL" clId="{00C1B851-C739-41B9-9279-CDC37B76FB5F}" dt="2022-09-23T14:55:52.430" v="1987"/>
          <ac:spMkLst>
            <pc:docMk/>
            <pc:sldMk cId="3351673012" sldId="309"/>
            <ac:spMk id="3" creationId="{0A4D41C2-4B9F-9ED1-1A40-36E6EE73B625}"/>
          </ac:spMkLst>
        </pc:spChg>
        <pc:spChg chg="mod">
          <ac:chgData name="Martin Hardy" userId="18c45b91-9529-4376-afee-15439663c977" providerId="ADAL" clId="{00C1B851-C739-41B9-9279-CDC37B76FB5F}" dt="2022-09-23T14:42:43.192" v="1550" actId="1076"/>
          <ac:spMkLst>
            <pc:docMk/>
            <pc:sldMk cId="3351673012" sldId="309"/>
            <ac:spMk id="4" creationId="{6E29412E-0426-4660-9476-69A7B4D6012B}"/>
          </ac:spMkLst>
        </pc:spChg>
        <pc:spChg chg="mod">
          <ac:chgData name="Martin Hardy" userId="18c45b91-9529-4376-afee-15439663c977" providerId="ADAL" clId="{00C1B851-C739-41B9-9279-CDC37B76FB5F}" dt="2022-09-22T20:00:20.442" v="729" actId="20577"/>
          <ac:spMkLst>
            <pc:docMk/>
            <pc:sldMk cId="3351673012" sldId="309"/>
            <ac:spMk id="5" creationId="{BD799286-E914-457A-B5CD-41ABF872FE63}"/>
          </ac:spMkLst>
        </pc:spChg>
        <pc:spChg chg="mod">
          <ac:chgData name="Martin Hardy" userId="18c45b91-9529-4376-afee-15439663c977" providerId="ADAL" clId="{00C1B851-C739-41B9-9279-CDC37B76FB5F}" dt="2022-09-23T15:37:39.544" v="2144" actId="1076"/>
          <ac:spMkLst>
            <pc:docMk/>
            <pc:sldMk cId="3351673012" sldId="309"/>
            <ac:spMk id="6" creationId="{02587D1E-4285-4685-9FB6-1D06D5B91B0A}"/>
          </ac:spMkLst>
        </pc:spChg>
        <pc:spChg chg="mod">
          <ac:chgData name="Martin Hardy" userId="18c45b91-9529-4376-afee-15439663c977" providerId="ADAL" clId="{00C1B851-C739-41B9-9279-CDC37B76FB5F}" dt="2022-09-23T14:42:49.553" v="1551" actId="14100"/>
          <ac:spMkLst>
            <pc:docMk/>
            <pc:sldMk cId="3351673012" sldId="309"/>
            <ac:spMk id="10" creationId="{9EB41351-CF9E-4915-8252-1F34329152FF}"/>
          </ac:spMkLst>
        </pc:spChg>
        <pc:picChg chg="add mod">
          <ac:chgData name="Martin Hardy" userId="18c45b91-9529-4376-afee-15439663c977" providerId="ADAL" clId="{00C1B851-C739-41B9-9279-CDC37B76FB5F}" dt="2022-09-23T15:37:30.278" v="2143" actId="1076"/>
          <ac:picMkLst>
            <pc:docMk/>
            <pc:sldMk cId="3351673012" sldId="309"/>
            <ac:picMk id="2" creationId="{55DE6137-66C1-2356-4E93-42A134FB7CD2}"/>
          </ac:picMkLst>
        </pc:picChg>
      </pc:sldChg>
      <pc:sldChg chg="addSp delSp modSp add mod ord modClrScheme modAnim chgLayout">
        <pc:chgData name="Martin Hardy" userId="18c45b91-9529-4376-afee-15439663c977" providerId="ADAL" clId="{00C1B851-C739-41B9-9279-CDC37B76FB5F}" dt="2022-09-23T13:33:30.706" v="839" actId="108"/>
        <pc:sldMkLst>
          <pc:docMk/>
          <pc:sldMk cId="567384151" sldId="310"/>
        </pc:sldMkLst>
        <pc:spChg chg="del">
          <ac:chgData name="Martin Hardy" userId="18c45b91-9529-4376-afee-15439663c977" providerId="ADAL" clId="{00C1B851-C739-41B9-9279-CDC37B76FB5F}" dt="2022-09-23T13:27:29.009" v="797" actId="700"/>
          <ac:spMkLst>
            <pc:docMk/>
            <pc:sldMk cId="567384151" sldId="310"/>
            <ac:spMk id="3" creationId="{0A4D41C2-4B9F-9ED1-1A40-36E6EE73B625}"/>
          </ac:spMkLst>
        </pc:spChg>
        <pc:spChg chg="mod ord">
          <ac:chgData name="Martin Hardy" userId="18c45b91-9529-4376-afee-15439663c977" providerId="ADAL" clId="{00C1B851-C739-41B9-9279-CDC37B76FB5F}" dt="2022-09-23T13:27:29.009" v="797" actId="700"/>
          <ac:spMkLst>
            <pc:docMk/>
            <pc:sldMk cId="567384151" sldId="310"/>
            <ac:spMk id="4" creationId="{6E29412E-0426-4660-9476-69A7B4D6012B}"/>
          </ac:spMkLst>
        </pc:spChg>
        <pc:spChg chg="mod ord">
          <ac:chgData name="Martin Hardy" userId="18c45b91-9529-4376-afee-15439663c977" providerId="ADAL" clId="{00C1B851-C739-41B9-9279-CDC37B76FB5F}" dt="2022-09-23T13:27:29.009" v="797" actId="700"/>
          <ac:spMkLst>
            <pc:docMk/>
            <pc:sldMk cId="567384151" sldId="310"/>
            <ac:spMk id="5" creationId="{BD799286-E914-457A-B5CD-41ABF872FE63}"/>
          </ac:spMkLst>
        </pc:spChg>
        <pc:spChg chg="del">
          <ac:chgData name="Martin Hardy" userId="18c45b91-9529-4376-afee-15439663c977" providerId="ADAL" clId="{00C1B851-C739-41B9-9279-CDC37B76FB5F}" dt="2022-09-23T13:27:24.322" v="796" actId="478"/>
          <ac:spMkLst>
            <pc:docMk/>
            <pc:sldMk cId="567384151" sldId="310"/>
            <ac:spMk id="6" creationId="{02587D1E-4285-4685-9FB6-1D06D5B91B0A}"/>
          </ac:spMkLst>
        </pc:spChg>
        <pc:spChg chg="add del mod ord">
          <ac:chgData name="Martin Hardy" userId="18c45b91-9529-4376-afee-15439663c977" providerId="ADAL" clId="{00C1B851-C739-41B9-9279-CDC37B76FB5F}" dt="2022-09-23T13:27:29.009" v="797" actId="700"/>
          <ac:spMkLst>
            <pc:docMk/>
            <pc:sldMk cId="567384151" sldId="310"/>
            <ac:spMk id="7" creationId="{D1D4BE70-5F45-7EA7-9CCB-DBE357818D3D}"/>
          </ac:spMkLst>
        </pc:spChg>
        <pc:spChg chg="add del mod ord">
          <ac:chgData name="Martin Hardy" userId="18c45b91-9529-4376-afee-15439663c977" providerId="ADAL" clId="{00C1B851-C739-41B9-9279-CDC37B76FB5F}" dt="2022-09-23T13:33:07.228" v="832"/>
          <ac:spMkLst>
            <pc:docMk/>
            <pc:sldMk cId="567384151" sldId="310"/>
            <ac:spMk id="8" creationId="{0A4CA601-B3C3-2E7E-B313-E2E9D4A3B26A}"/>
          </ac:spMkLst>
        </pc:spChg>
        <pc:spChg chg="mod">
          <ac:chgData name="Martin Hardy" userId="18c45b91-9529-4376-afee-15439663c977" providerId="ADAL" clId="{00C1B851-C739-41B9-9279-CDC37B76FB5F}" dt="2022-09-23T13:33:18.208" v="836" actId="1076"/>
          <ac:spMkLst>
            <pc:docMk/>
            <pc:sldMk cId="567384151" sldId="310"/>
            <ac:spMk id="10" creationId="{9EB41351-CF9E-4915-8252-1F34329152FF}"/>
          </ac:spMkLst>
        </pc:spChg>
        <pc:picChg chg="add mod">
          <ac:chgData name="Martin Hardy" userId="18c45b91-9529-4376-afee-15439663c977" providerId="ADAL" clId="{00C1B851-C739-41B9-9279-CDC37B76FB5F}" dt="2022-09-23T13:33:30.706" v="839" actId="108"/>
          <ac:picMkLst>
            <pc:docMk/>
            <pc:sldMk cId="567384151" sldId="310"/>
            <ac:picMk id="9" creationId="{AE541228-76E6-3F1B-346B-2DEF1B647E90}"/>
          </ac:picMkLst>
        </pc:picChg>
      </pc:sldChg>
      <pc:sldChg chg="addSp delSp modSp add mod chgLayout">
        <pc:chgData name="Martin Hardy" userId="18c45b91-9529-4376-afee-15439663c977" providerId="ADAL" clId="{00C1B851-C739-41B9-9279-CDC37B76FB5F}" dt="2022-09-23T14:44:26.574" v="1615"/>
        <pc:sldMkLst>
          <pc:docMk/>
          <pc:sldMk cId="3362977764" sldId="311"/>
        </pc:sldMkLst>
        <pc:spChg chg="add mod ord">
          <ac:chgData name="Martin Hardy" userId="18c45b91-9529-4376-afee-15439663c977" providerId="ADAL" clId="{00C1B851-C739-41B9-9279-CDC37B76FB5F}" dt="2022-09-23T14:18:37.284" v="1516" actId="113"/>
          <ac:spMkLst>
            <pc:docMk/>
            <pc:sldMk cId="3362977764" sldId="311"/>
            <ac:spMk id="2" creationId="{FE523EAC-407D-A031-982B-15B8834443FD}"/>
          </ac:spMkLst>
        </pc:spChg>
        <pc:spChg chg="del">
          <ac:chgData name="Martin Hardy" userId="18c45b91-9529-4376-afee-15439663c977" providerId="ADAL" clId="{00C1B851-C739-41B9-9279-CDC37B76FB5F}" dt="2022-09-23T13:56:10.971" v="878" actId="700"/>
          <ac:spMkLst>
            <pc:docMk/>
            <pc:sldMk cId="3362977764" sldId="311"/>
            <ac:spMk id="3" creationId="{0A4D41C2-4B9F-9ED1-1A40-36E6EE73B625}"/>
          </ac:spMkLst>
        </pc:spChg>
        <pc:spChg chg="mod ord">
          <ac:chgData name="Martin Hardy" userId="18c45b91-9529-4376-afee-15439663c977" providerId="ADAL" clId="{00C1B851-C739-41B9-9279-CDC37B76FB5F}" dt="2022-09-23T13:56:10.971" v="878" actId="700"/>
          <ac:spMkLst>
            <pc:docMk/>
            <pc:sldMk cId="3362977764" sldId="311"/>
            <ac:spMk id="4" creationId="{6E29412E-0426-4660-9476-69A7B4D6012B}"/>
          </ac:spMkLst>
        </pc:spChg>
        <pc:spChg chg="mod ord">
          <ac:chgData name="Martin Hardy" userId="18c45b91-9529-4376-afee-15439663c977" providerId="ADAL" clId="{00C1B851-C739-41B9-9279-CDC37B76FB5F}" dt="2022-09-23T14:44:26.574" v="1615"/>
          <ac:spMkLst>
            <pc:docMk/>
            <pc:sldMk cId="3362977764" sldId="311"/>
            <ac:spMk id="5" creationId="{BD799286-E914-457A-B5CD-41ABF872FE63}"/>
          </ac:spMkLst>
        </pc:spChg>
        <pc:spChg chg="del mod">
          <ac:chgData name="Martin Hardy" userId="18c45b91-9529-4376-afee-15439663c977" providerId="ADAL" clId="{00C1B851-C739-41B9-9279-CDC37B76FB5F}" dt="2022-09-23T13:56:10.971" v="878" actId="700"/>
          <ac:spMkLst>
            <pc:docMk/>
            <pc:sldMk cId="3362977764" sldId="311"/>
            <ac:spMk id="6" creationId="{02587D1E-4285-4685-9FB6-1D06D5B91B0A}"/>
          </ac:spMkLst>
        </pc:spChg>
        <pc:spChg chg="add mod ord">
          <ac:chgData name="Martin Hardy" userId="18c45b91-9529-4376-afee-15439663c977" providerId="ADAL" clId="{00C1B851-C739-41B9-9279-CDC37B76FB5F}" dt="2022-09-23T14:19:28.381" v="1528" actId="113"/>
          <ac:spMkLst>
            <pc:docMk/>
            <pc:sldMk cId="3362977764" sldId="311"/>
            <ac:spMk id="7" creationId="{90C8E283-41F8-C676-7780-2B6BC5717010}"/>
          </ac:spMkLst>
        </pc:spChg>
        <pc:spChg chg="add mod">
          <ac:chgData name="Martin Hardy" userId="18c45b91-9529-4376-afee-15439663c977" providerId="ADAL" clId="{00C1B851-C739-41B9-9279-CDC37B76FB5F}" dt="2022-09-23T14:05:38.600" v="1241" actId="1076"/>
          <ac:spMkLst>
            <pc:docMk/>
            <pc:sldMk cId="3362977764" sldId="311"/>
            <ac:spMk id="9" creationId="{5F4DA6B9-3C51-2CEE-C988-762DF45DAA41}"/>
          </ac:spMkLst>
        </pc:spChg>
        <pc:spChg chg="del mod">
          <ac:chgData name="Martin Hardy" userId="18c45b91-9529-4376-afee-15439663c977" providerId="ADAL" clId="{00C1B851-C739-41B9-9279-CDC37B76FB5F}" dt="2022-09-23T13:56:04.548" v="876" actId="478"/>
          <ac:spMkLst>
            <pc:docMk/>
            <pc:sldMk cId="3362977764" sldId="311"/>
            <ac:spMk id="10" creationId="{9EB41351-CF9E-4915-8252-1F34329152FF}"/>
          </ac:spMkLst>
        </pc:spChg>
      </pc:sldChg>
      <pc:sldChg chg="add del">
        <pc:chgData name="Martin Hardy" userId="18c45b91-9529-4376-afee-15439663c977" providerId="ADAL" clId="{00C1B851-C739-41B9-9279-CDC37B76FB5F}" dt="2022-09-23T14:43:54.817" v="1592" actId="47"/>
        <pc:sldMkLst>
          <pc:docMk/>
          <pc:sldMk cId="2194502478" sldId="312"/>
        </pc:sldMkLst>
      </pc:sldChg>
      <pc:sldChg chg="addSp delSp modSp add mod ord setBg chgLayout">
        <pc:chgData name="Martin Hardy" userId="18c45b91-9529-4376-afee-15439663c977" providerId="ADAL" clId="{00C1B851-C739-41B9-9279-CDC37B76FB5F}" dt="2022-09-23T15:41:15.854" v="2160" actId="1076"/>
        <pc:sldMkLst>
          <pc:docMk/>
          <pc:sldMk cId="854254813" sldId="313"/>
        </pc:sldMkLst>
        <pc:spChg chg="mod ord">
          <ac:chgData name="Martin Hardy" userId="18c45b91-9529-4376-afee-15439663c977" providerId="ADAL" clId="{00C1B851-C739-41B9-9279-CDC37B76FB5F}" dt="2022-09-23T15:15:49.389" v="1990" actId="27636"/>
          <ac:spMkLst>
            <pc:docMk/>
            <pc:sldMk cId="854254813" sldId="313"/>
            <ac:spMk id="2" creationId="{FE523EAC-407D-A031-982B-15B8834443FD}"/>
          </ac:spMkLst>
        </pc:spChg>
        <pc:spChg chg="mod ord">
          <ac:chgData name="Martin Hardy" userId="18c45b91-9529-4376-afee-15439663c977" providerId="ADAL" clId="{00C1B851-C739-41B9-9279-CDC37B76FB5F}" dt="2022-09-23T15:15:49.364" v="1989" actId="26606"/>
          <ac:spMkLst>
            <pc:docMk/>
            <pc:sldMk cId="854254813" sldId="313"/>
            <ac:spMk id="4" creationId="{6E29412E-0426-4660-9476-69A7B4D6012B}"/>
          </ac:spMkLst>
        </pc:spChg>
        <pc:spChg chg="mod ord">
          <ac:chgData name="Martin Hardy" userId="18c45b91-9529-4376-afee-15439663c977" providerId="ADAL" clId="{00C1B851-C739-41B9-9279-CDC37B76FB5F}" dt="2022-09-23T15:16:44.166" v="1997"/>
          <ac:spMkLst>
            <pc:docMk/>
            <pc:sldMk cId="854254813" sldId="313"/>
            <ac:spMk id="5" creationId="{BD799286-E914-457A-B5CD-41ABF872FE63}"/>
          </ac:spMkLst>
        </pc:spChg>
        <pc:spChg chg="add del mod">
          <ac:chgData name="Martin Hardy" userId="18c45b91-9529-4376-afee-15439663c977" providerId="ADAL" clId="{00C1B851-C739-41B9-9279-CDC37B76FB5F}" dt="2022-09-23T14:46:44.230" v="1700" actId="700"/>
          <ac:spMkLst>
            <pc:docMk/>
            <pc:sldMk cId="854254813" sldId="313"/>
            <ac:spMk id="6" creationId="{59181F11-AABD-FD68-2728-A7C476AB5694}"/>
          </ac:spMkLst>
        </pc:spChg>
        <pc:spChg chg="del">
          <ac:chgData name="Martin Hardy" userId="18c45b91-9529-4376-afee-15439663c977" providerId="ADAL" clId="{00C1B851-C739-41B9-9279-CDC37B76FB5F}" dt="2022-09-23T14:46:39.122" v="1699" actId="478"/>
          <ac:spMkLst>
            <pc:docMk/>
            <pc:sldMk cId="854254813" sldId="313"/>
            <ac:spMk id="7" creationId="{90C8E283-41F8-C676-7780-2B6BC5717010}"/>
          </ac:spMkLst>
        </pc:spChg>
        <pc:spChg chg="add del mod ord">
          <ac:chgData name="Martin Hardy" userId="18c45b91-9529-4376-afee-15439663c977" providerId="ADAL" clId="{00C1B851-C739-41B9-9279-CDC37B76FB5F}" dt="2022-09-23T15:15:39.375" v="1988"/>
          <ac:spMkLst>
            <pc:docMk/>
            <pc:sldMk cId="854254813" sldId="313"/>
            <ac:spMk id="8" creationId="{D57E8D01-98D4-9FBC-366F-D131882D5DE9}"/>
          </ac:spMkLst>
        </pc:spChg>
        <pc:spChg chg="del mod">
          <ac:chgData name="Martin Hardy" userId="18c45b91-9529-4376-afee-15439663c977" providerId="ADAL" clId="{00C1B851-C739-41B9-9279-CDC37B76FB5F}" dt="2022-09-23T14:46:35.037" v="1698"/>
          <ac:spMkLst>
            <pc:docMk/>
            <pc:sldMk cId="854254813" sldId="313"/>
            <ac:spMk id="9" creationId="{5F4DA6B9-3C51-2CEE-C988-762DF45DAA41}"/>
          </ac:spMkLst>
        </pc:spChg>
        <pc:spChg chg="add">
          <ac:chgData name="Martin Hardy" userId="18c45b91-9529-4376-afee-15439663c977" providerId="ADAL" clId="{00C1B851-C739-41B9-9279-CDC37B76FB5F}" dt="2022-09-23T15:15:49.364" v="1989" actId="26606"/>
          <ac:spMkLst>
            <pc:docMk/>
            <pc:sldMk cId="854254813" sldId="313"/>
            <ac:spMk id="1043" creationId="{9F4444CE-BC8D-4D61-B303-4C05614E62AB}"/>
          </ac:spMkLst>
        </pc:spChg>
        <pc:spChg chg="add">
          <ac:chgData name="Martin Hardy" userId="18c45b91-9529-4376-afee-15439663c977" providerId="ADAL" clId="{00C1B851-C739-41B9-9279-CDC37B76FB5F}" dt="2022-09-23T15:15:49.364" v="1989" actId="26606"/>
          <ac:spMkLst>
            <pc:docMk/>
            <pc:sldMk cId="854254813" sldId="313"/>
            <ac:spMk id="1045" creationId="{62423CA5-E2E1-4789-B759-9906C1C94063}"/>
          </ac:spMkLst>
        </pc:spChg>
        <pc:spChg chg="add">
          <ac:chgData name="Martin Hardy" userId="18c45b91-9529-4376-afee-15439663c977" providerId="ADAL" clId="{00C1B851-C739-41B9-9279-CDC37B76FB5F}" dt="2022-09-23T15:15:49.364" v="1989" actId="26606"/>
          <ac:spMkLst>
            <pc:docMk/>
            <pc:sldMk cId="854254813" sldId="313"/>
            <ac:spMk id="1047" creationId="{73772B81-181F-48B7-8826-4D9686D15DF5}"/>
          </ac:spMkLst>
        </pc:spChg>
        <pc:spChg chg="add">
          <ac:chgData name="Martin Hardy" userId="18c45b91-9529-4376-afee-15439663c977" providerId="ADAL" clId="{00C1B851-C739-41B9-9279-CDC37B76FB5F}" dt="2022-09-23T15:15:49.364" v="1989" actId="26606"/>
          <ac:spMkLst>
            <pc:docMk/>
            <pc:sldMk cId="854254813" sldId="313"/>
            <ac:spMk id="1049" creationId="{B2205F6E-03C6-4E92-877C-E2482F6599AA}"/>
          </ac:spMkLst>
        </pc:spChg>
        <pc:grpChg chg="add">
          <ac:chgData name="Martin Hardy" userId="18c45b91-9529-4376-afee-15439663c977" providerId="ADAL" clId="{00C1B851-C739-41B9-9279-CDC37B76FB5F}" dt="2022-09-23T15:15:49.364" v="1989" actId="26606"/>
          <ac:grpSpMkLst>
            <pc:docMk/>
            <pc:sldMk cId="854254813" sldId="313"/>
            <ac:grpSpMk id="1031" creationId="{1A31CB30-E0E7-4B2C-A3A3-816872C287B4}"/>
          </ac:grpSpMkLst>
        </pc:grpChg>
        <pc:picChg chg="add mod">
          <ac:chgData name="Martin Hardy" userId="18c45b91-9529-4376-afee-15439663c977" providerId="ADAL" clId="{00C1B851-C739-41B9-9279-CDC37B76FB5F}" dt="2022-09-23T15:41:15.854" v="2160" actId="1076"/>
          <ac:picMkLst>
            <pc:docMk/>
            <pc:sldMk cId="854254813" sldId="313"/>
            <ac:picMk id="10" creationId="{6FB0D293-B6E5-3DC1-B480-A6176DD42550}"/>
          </ac:picMkLst>
        </pc:picChg>
        <pc:picChg chg="add mod">
          <ac:chgData name="Martin Hardy" userId="18c45b91-9529-4376-afee-15439663c977" providerId="ADAL" clId="{00C1B851-C739-41B9-9279-CDC37B76FB5F}" dt="2022-09-23T15:16:19.171" v="1994" actId="14861"/>
          <ac:picMkLst>
            <pc:docMk/>
            <pc:sldMk cId="854254813" sldId="313"/>
            <ac:picMk id="1026" creationId="{CDC91413-E2CC-B576-2C54-02F3FF39986A}"/>
          </ac:picMkLst>
        </pc:picChg>
      </pc:sldChg>
      <pc:sldChg chg="delSp modSp add del mod">
        <pc:chgData name="Martin Hardy" userId="18c45b91-9529-4376-afee-15439663c977" providerId="ADAL" clId="{00C1B851-C739-41B9-9279-CDC37B76FB5F}" dt="2022-09-23T15:20:25.936" v="2118" actId="47"/>
        <pc:sldMkLst>
          <pc:docMk/>
          <pc:sldMk cId="1247026876" sldId="314"/>
        </pc:sldMkLst>
        <pc:spChg chg="mod">
          <ac:chgData name="Martin Hardy" userId="18c45b91-9529-4376-afee-15439663c977" providerId="ADAL" clId="{00C1B851-C739-41B9-9279-CDC37B76FB5F}" dt="2022-09-23T14:47:23.097" v="1711" actId="14100"/>
          <ac:spMkLst>
            <pc:docMk/>
            <pc:sldMk cId="1247026876" sldId="314"/>
            <ac:spMk id="5" creationId="{BD799286-E914-457A-B5CD-41ABF872FE63}"/>
          </ac:spMkLst>
        </pc:spChg>
        <pc:spChg chg="del">
          <ac:chgData name="Martin Hardy" userId="18c45b91-9529-4376-afee-15439663c977" providerId="ADAL" clId="{00C1B851-C739-41B9-9279-CDC37B76FB5F}" dt="2022-09-23T14:47:25.792" v="1712" actId="478"/>
          <ac:spMkLst>
            <pc:docMk/>
            <pc:sldMk cId="1247026876" sldId="314"/>
            <ac:spMk id="10" creationId="{9EB41351-CF9E-4915-8252-1F34329152FF}"/>
          </ac:spMkLst>
        </pc:spChg>
      </pc:sldChg>
      <pc:sldChg chg="addSp delSp modSp add mod modAnim">
        <pc:chgData name="Martin Hardy" userId="18c45b91-9529-4376-afee-15439663c977" providerId="ADAL" clId="{00C1B851-C739-41B9-9279-CDC37B76FB5F}" dt="2022-09-23T15:41:17.603" v="2161"/>
        <pc:sldMkLst>
          <pc:docMk/>
          <pc:sldMk cId="1730034149" sldId="315"/>
        </pc:sldMkLst>
        <pc:spChg chg="mod">
          <ac:chgData name="Martin Hardy" userId="18c45b91-9529-4376-afee-15439663c977" providerId="ADAL" clId="{00C1B851-C739-41B9-9279-CDC37B76FB5F}" dt="2022-09-23T15:17:55.336" v="2109" actId="790"/>
          <ac:spMkLst>
            <pc:docMk/>
            <pc:sldMk cId="1730034149" sldId="315"/>
            <ac:spMk id="2" creationId="{FE523EAC-407D-A031-982B-15B8834443FD}"/>
          </ac:spMkLst>
        </pc:spChg>
        <pc:spChg chg="add del mod">
          <ac:chgData name="Martin Hardy" userId="18c45b91-9529-4376-afee-15439663c977" providerId="ADAL" clId="{00C1B851-C739-41B9-9279-CDC37B76FB5F}" dt="2022-09-23T15:40:23.812" v="2155"/>
          <ac:spMkLst>
            <pc:docMk/>
            <pc:sldMk cId="1730034149" sldId="315"/>
            <ac:spMk id="3" creationId="{3378BFA3-AB7B-F258-1F1E-167739BE6630}"/>
          </ac:spMkLst>
        </pc:spChg>
        <pc:spChg chg="mod">
          <ac:chgData name="Martin Hardy" userId="18c45b91-9529-4376-afee-15439663c977" providerId="ADAL" clId="{00C1B851-C739-41B9-9279-CDC37B76FB5F}" dt="2022-09-23T15:18:14.059" v="2117" actId="20577"/>
          <ac:spMkLst>
            <pc:docMk/>
            <pc:sldMk cId="1730034149" sldId="315"/>
            <ac:spMk id="5" creationId="{BD799286-E914-457A-B5CD-41ABF872FE63}"/>
          </ac:spMkLst>
        </pc:spChg>
        <pc:graphicFrameChg chg="add mod">
          <ac:chgData name="Martin Hardy" userId="18c45b91-9529-4376-afee-15439663c977" providerId="ADAL" clId="{00C1B851-C739-41B9-9279-CDC37B76FB5F}" dt="2022-09-23T15:17:38.709" v="2105"/>
          <ac:graphicFrameMkLst>
            <pc:docMk/>
            <pc:sldMk cId="1730034149" sldId="315"/>
            <ac:graphicFrameMk id="6" creationId="{F69F837B-3B95-CCD2-1772-34C764DE50EA}"/>
          </ac:graphicFrameMkLst>
        </pc:graphicFrameChg>
        <pc:picChg chg="add mod">
          <ac:chgData name="Martin Hardy" userId="18c45b91-9529-4376-afee-15439663c977" providerId="ADAL" clId="{00C1B851-C739-41B9-9279-CDC37B76FB5F}" dt="2022-09-23T15:40:29.815" v="2156" actId="14100"/>
          <ac:picMkLst>
            <pc:docMk/>
            <pc:sldMk cId="1730034149" sldId="315"/>
            <ac:picMk id="7" creationId="{B837788E-462E-6B4B-139B-CEF26A8B5929}"/>
          </ac:picMkLst>
        </pc:picChg>
        <pc:picChg chg="add mod">
          <ac:chgData name="Martin Hardy" userId="18c45b91-9529-4376-afee-15439663c977" providerId="ADAL" clId="{00C1B851-C739-41B9-9279-CDC37B76FB5F}" dt="2022-09-23T15:40:33.103" v="2157" actId="14100"/>
          <ac:picMkLst>
            <pc:docMk/>
            <pc:sldMk cId="1730034149" sldId="315"/>
            <ac:picMk id="8" creationId="{7FC461C7-4E59-FE98-F8ED-B94D8B044253}"/>
          </ac:picMkLst>
        </pc:picChg>
        <pc:picChg chg="add mod">
          <ac:chgData name="Martin Hardy" userId="18c45b91-9529-4376-afee-15439663c977" providerId="ADAL" clId="{00C1B851-C739-41B9-9279-CDC37B76FB5F}" dt="2022-09-23T15:41:17.603" v="2161"/>
          <ac:picMkLst>
            <pc:docMk/>
            <pc:sldMk cId="1730034149" sldId="315"/>
            <ac:picMk id="9" creationId="{7492F9B1-FFE7-EDF6-F50C-5297C20C51A1}"/>
          </ac:picMkLst>
        </pc:picChg>
        <pc:picChg chg="del mod">
          <ac:chgData name="Martin Hardy" userId="18c45b91-9529-4376-afee-15439663c977" providerId="ADAL" clId="{00C1B851-C739-41B9-9279-CDC37B76FB5F}" dt="2022-09-23T15:17:05.181" v="2000" actId="478"/>
          <ac:picMkLst>
            <pc:docMk/>
            <pc:sldMk cId="1730034149" sldId="315"/>
            <ac:picMk id="1026" creationId="{CDC91413-E2CC-B576-2C54-02F3FF39986A}"/>
          </ac:picMkLst>
        </pc:picChg>
      </pc:sldChg>
      <pc:sldChg chg="addSp delSp modSp add mod modClrScheme delAnim modAnim chgLayout">
        <pc:chgData name="Martin Hardy" userId="18c45b91-9529-4376-afee-15439663c977" providerId="ADAL" clId="{00C1B851-C739-41B9-9279-CDC37B76FB5F}" dt="2022-09-23T15:28:37.046" v="2142" actId="108"/>
        <pc:sldMkLst>
          <pc:docMk/>
          <pc:sldMk cId="2430043512" sldId="316"/>
        </pc:sldMkLst>
        <pc:spChg chg="mod ord">
          <ac:chgData name="Martin Hardy" userId="18c45b91-9529-4376-afee-15439663c977" providerId="ADAL" clId="{00C1B851-C739-41B9-9279-CDC37B76FB5F}" dt="2022-09-23T15:28:22.912" v="2138" actId="207"/>
          <ac:spMkLst>
            <pc:docMk/>
            <pc:sldMk cId="2430043512" sldId="316"/>
            <ac:spMk id="4" creationId="{6E29412E-0426-4660-9476-69A7B4D6012B}"/>
          </ac:spMkLst>
        </pc:spChg>
        <pc:spChg chg="mod ord">
          <ac:chgData name="Martin Hardy" userId="18c45b91-9529-4376-afee-15439663c977" providerId="ADAL" clId="{00C1B851-C739-41B9-9279-CDC37B76FB5F}" dt="2022-09-23T15:28:26.495" v="2139" actId="14100"/>
          <ac:spMkLst>
            <pc:docMk/>
            <pc:sldMk cId="2430043512" sldId="316"/>
            <ac:spMk id="5" creationId="{BD799286-E914-457A-B5CD-41ABF872FE63}"/>
          </ac:spMkLst>
        </pc:spChg>
        <pc:spChg chg="del">
          <ac:chgData name="Martin Hardy" userId="18c45b91-9529-4376-afee-15439663c977" providerId="ADAL" clId="{00C1B851-C739-41B9-9279-CDC37B76FB5F}" dt="2022-09-23T15:22:00.822" v="2120" actId="478"/>
          <ac:spMkLst>
            <pc:docMk/>
            <pc:sldMk cId="2430043512" sldId="316"/>
            <ac:spMk id="6" creationId="{02587D1E-4285-4685-9FB6-1D06D5B91B0A}"/>
          </ac:spMkLst>
        </pc:spChg>
        <pc:spChg chg="add del mod">
          <ac:chgData name="Martin Hardy" userId="18c45b91-9529-4376-afee-15439663c977" providerId="ADAL" clId="{00C1B851-C739-41B9-9279-CDC37B76FB5F}" dt="2022-09-23T15:22:10.668" v="2131" actId="478"/>
          <ac:spMkLst>
            <pc:docMk/>
            <pc:sldMk cId="2430043512" sldId="316"/>
            <ac:spMk id="7" creationId="{0158A5C5-32E3-4763-9C9D-6DA685071383}"/>
          </ac:spMkLst>
        </pc:spChg>
        <pc:spChg chg="add del mod">
          <ac:chgData name="Martin Hardy" userId="18c45b91-9529-4376-afee-15439663c977" providerId="ADAL" clId="{00C1B851-C739-41B9-9279-CDC37B76FB5F}" dt="2022-09-23T15:28:07.623" v="2134"/>
          <ac:spMkLst>
            <pc:docMk/>
            <pc:sldMk cId="2430043512" sldId="316"/>
            <ac:spMk id="9" creationId="{D2554B0F-A724-6597-BAFF-7A0F8E59BA31}"/>
          </ac:spMkLst>
        </pc:spChg>
        <pc:spChg chg="del">
          <ac:chgData name="Martin Hardy" userId="18c45b91-9529-4376-afee-15439663c977" providerId="ADAL" clId="{00C1B851-C739-41B9-9279-CDC37B76FB5F}" dt="2022-09-23T15:22:02.364" v="2121" actId="478"/>
          <ac:spMkLst>
            <pc:docMk/>
            <pc:sldMk cId="2430043512" sldId="316"/>
            <ac:spMk id="10" creationId="{9EB41351-CF9E-4915-8252-1F34329152FF}"/>
          </ac:spMkLst>
        </pc:spChg>
        <pc:picChg chg="del mod ord">
          <ac:chgData name="Martin Hardy" userId="18c45b91-9529-4376-afee-15439663c977" providerId="ADAL" clId="{00C1B851-C739-41B9-9279-CDC37B76FB5F}" dt="2022-09-23T15:22:16.415" v="2133" actId="478"/>
          <ac:picMkLst>
            <pc:docMk/>
            <pc:sldMk cId="2430043512" sldId="316"/>
            <ac:picMk id="2" creationId="{55DE6137-66C1-2356-4E93-42A134FB7CD2}"/>
          </ac:picMkLst>
        </pc:picChg>
        <pc:picChg chg="add mod">
          <ac:chgData name="Martin Hardy" userId="18c45b91-9529-4376-afee-15439663c977" providerId="ADAL" clId="{00C1B851-C739-41B9-9279-CDC37B76FB5F}" dt="2022-09-23T15:28:37.046" v="2142" actId="108"/>
          <ac:picMkLst>
            <pc:docMk/>
            <pc:sldMk cId="2430043512" sldId="316"/>
            <ac:picMk id="11" creationId="{9612F5AA-67A4-E268-E5C9-F57274B548DC}"/>
          </ac:picMkLst>
        </pc:picChg>
      </pc:sldChg>
    </pc:docChg>
  </pc:docChgLst>
  <pc:docChgLst>
    <pc:chgData name="Christopher Coulombe" userId="a998e8d0-2d43-4621-ac06-202b3484f264" providerId="ADAL" clId="{70FAF1A0-7F73-473D-98F4-9346C7D2FA05}"/>
    <pc:docChg chg="addSld delSld modSld sldOrd">
      <pc:chgData name="Christopher Coulombe" userId="a998e8d0-2d43-4621-ac06-202b3484f264" providerId="ADAL" clId="{70FAF1A0-7F73-473D-98F4-9346C7D2FA05}" dt="2023-09-12T01:26:06.470" v="28"/>
      <pc:docMkLst>
        <pc:docMk/>
      </pc:docMkLst>
      <pc:sldChg chg="modSp mod">
        <pc:chgData name="Christopher Coulombe" userId="a998e8d0-2d43-4621-ac06-202b3484f264" providerId="ADAL" clId="{70FAF1A0-7F73-473D-98F4-9346C7D2FA05}" dt="2023-09-12T01:26:06.470" v="28"/>
        <pc:sldMkLst>
          <pc:docMk/>
          <pc:sldMk cId="2281852327" sldId="257"/>
        </pc:sldMkLst>
        <pc:spChg chg="mod">
          <ac:chgData name="Christopher Coulombe" userId="a998e8d0-2d43-4621-ac06-202b3484f264" providerId="ADAL" clId="{70FAF1A0-7F73-473D-98F4-9346C7D2FA05}" dt="2023-09-12T01:26:06.470" v="28"/>
          <ac:spMkLst>
            <pc:docMk/>
            <pc:sldMk cId="2281852327" sldId="257"/>
            <ac:spMk id="3" creationId="{7A40A975-3DD2-42E4-80DA-D70600175824}"/>
          </ac:spMkLst>
        </pc:spChg>
      </pc:sldChg>
      <pc:sldChg chg="modSp add mod">
        <pc:chgData name="Christopher Coulombe" userId="a998e8d0-2d43-4621-ac06-202b3484f264" providerId="ADAL" clId="{70FAF1A0-7F73-473D-98F4-9346C7D2FA05}" dt="2023-09-12T01:22:41.687" v="11" actId="20577"/>
        <pc:sldMkLst>
          <pc:docMk/>
          <pc:sldMk cId="572054632" sldId="270"/>
        </pc:sldMkLst>
        <pc:spChg chg="mod">
          <ac:chgData name="Christopher Coulombe" userId="a998e8d0-2d43-4621-ac06-202b3484f264" providerId="ADAL" clId="{70FAF1A0-7F73-473D-98F4-9346C7D2FA05}" dt="2023-09-12T01:22:41.687" v="11" actId="20577"/>
          <ac:spMkLst>
            <pc:docMk/>
            <pc:sldMk cId="572054632" sldId="270"/>
            <ac:spMk id="4" creationId="{95943749-239C-43CB-AF93-4954CABE46C2}"/>
          </ac:spMkLst>
        </pc:spChg>
      </pc:sldChg>
      <pc:sldChg chg="del">
        <pc:chgData name="Christopher Coulombe" userId="a998e8d0-2d43-4621-ac06-202b3484f264" providerId="ADAL" clId="{70FAF1A0-7F73-473D-98F4-9346C7D2FA05}" dt="2023-09-12T01:19:34.417" v="4" actId="2696"/>
        <pc:sldMkLst>
          <pc:docMk/>
          <pc:sldMk cId="842991506" sldId="276"/>
        </pc:sldMkLst>
      </pc:sldChg>
      <pc:sldChg chg="del">
        <pc:chgData name="Christopher Coulombe" userId="a998e8d0-2d43-4621-ac06-202b3484f264" providerId="ADAL" clId="{70FAF1A0-7F73-473D-98F4-9346C7D2FA05}" dt="2023-09-12T01:19:14.793" v="3" actId="47"/>
        <pc:sldMkLst>
          <pc:docMk/>
          <pc:sldMk cId="1886529869" sldId="277"/>
        </pc:sldMkLst>
      </pc:sldChg>
      <pc:sldChg chg="del">
        <pc:chgData name="Christopher Coulombe" userId="a998e8d0-2d43-4621-ac06-202b3484f264" providerId="ADAL" clId="{70FAF1A0-7F73-473D-98F4-9346C7D2FA05}" dt="2023-09-12T01:19:14.793" v="3" actId="47"/>
        <pc:sldMkLst>
          <pc:docMk/>
          <pc:sldMk cId="4237074130" sldId="278"/>
        </pc:sldMkLst>
      </pc:sldChg>
      <pc:sldChg chg="del">
        <pc:chgData name="Christopher Coulombe" userId="a998e8d0-2d43-4621-ac06-202b3484f264" providerId="ADAL" clId="{70FAF1A0-7F73-473D-98F4-9346C7D2FA05}" dt="2023-09-12T01:19:14.793" v="3" actId="47"/>
        <pc:sldMkLst>
          <pc:docMk/>
          <pc:sldMk cId="3761378572" sldId="279"/>
        </pc:sldMkLst>
      </pc:sldChg>
      <pc:sldChg chg="add">
        <pc:chgData name="Christopher Coulombe" userId="a998e8d0-2d43-4621-ac06-202b3484f264" providerId="ADAL" clId="{70FAF1A0-7F73-473D-98F4-9346C7D2FA05}" dt="2023-09-12T01:18:54.717" v="0"/>
        <pc:sldMkLst>
          <pc:docMk/>
          <pc:sldMk cId="2425671808" sldId="284"/>
        </pc:sldMkLst>
      </pc:sldChg>
      <pc:sldChg chg="add">
        <pc:chgData name="Christopher Coulombe" userId="a998e8d0-2d43-4621-ac06-202b3484f264" providerId="ADAL" clId="{70FAF1A0-7F73-473D-98F4-9346C7D2FA05}" dt="2023-09-12T01:21:21.228" v="5"/>
        <pc:sldMkLst>
          <pc:docMk/>
          <pc:sldMk cId="1474727850" sldId="288"/>
        </pc:sldMkLst>
      </pc:sldChg>
      <pc:sldChg chg="del">
        <pc:chgData name="Christopher Coulombe" userId="a998e8d0-2d43-4621-ac06-202b3484f264" providerId="ADAL" clId="{70FAF1A0-7F73-473D-98F4-9346C7D2FA05}" dt="2023-09-12T01:19:34.417" v="4" actId="2696"/>
        <pc:sldMkLst>
          <pc:docMk/>
          <pc:sldMk cId="2088179270" sldId="289"/>
        </pc:sldMkLst>
      </pc:sldChg>
      <pc:sldChg chg="add">
        <pc:chgData name="Christopher Coulombe" userId="a998e8d0-2d43-4621-ac06-202b3484f264" providerId="ADAL" clId="{70FAF1A0-7F73-473D-98F4-9346C7D2FA05}" dt="2023-09-12T01:18:54.717" v="0"/>
        <pc:sldMkLst>
          <pc:docMk/>
          <pc:sldMk cId="178198611" sldId="297"/>
        </pc:sldMkLst>
      </pc:sldChg>
      <pc:sldChg chg="add">
        <pc:chgData name="Christopher Coulombe" userId="a998e8d0-2d43-4621-ac06-202b3484f264" providerId="ADAL" clId="{70FAF1A0-7F73-473D-98F4-9346C7D2FA05}" dt="2023-09-12T01:18:54.717" v="0"/>
        <pc:sldMkLst>
          <pc:docMk/>
          <pc:sldMk cId="2284316722" sldId="298"/>
        </pc:sldMkLst>
      </pc:sldChg>
      <pc:sldChg chg="add">
        <pc:chgData name="Christopher Coulombe" userId="a998e8d0-2d43-4621-ac06-202b3484f264" providerId="ADAL" clId="{70FAF1A0-7F73-473D-98F4-9346C7D2FA05}" dt="2023-09-12T01:18:54.717" v="0"/>
        <pc:sldMkLst>
          <pc:docMk/>
          <pc:sldMk cId="1064017932" sldId="302"/>
        </pc:sldMkLst>
      </pc:sldChg>
      <pc:sldChg chg="modSp">
        <pc:chgData name="Christopher Coulombe" userId="a998e8d0-2d43-4621-ac06-202b3484f264" providerId="ADAL" clId="{70FAF1A0-7F73-473D-98F4-9346C7D2FA05}" dt="2023-09-12T01:24:13.012" v="15"/>
        <pc:sldMkLst>
          <pc:docMk/>
          <pc:sldMk cId="1638555495" sldId="303"/>
        </pc:sldMkLst>
        <pc:graphicFrameChg chg="mod">
          <ac:chgData name="Christopher Coulombe" userId="a998e8d0-2d43-4621-ac06-202b3484f264" providerId="ADAL" clId="{70FAF1A0-7F73-473D-98F4-9346C7D2FA05}" dt="2023-09-12T01:24:13.012" v="15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add">
        <pc:chgData name="Christopher Coulombe" userId="a998e8d0-2d43-4621-ac06-202b3484f264" providerId="ADAL" clId="{70FAF1A0-7F73-473D-98F4-9346C7D2FA05}" dt="2023-09-12T01:21:21.228" v="5"/>
        <pc:sldMkLst>
          <pc:docMk/>
          <pc:sldMk cId="2165126463" sldId="305"/>
        </pc:sldMkLst>
      </pc:sldChg>
      <pc:sldChg chg="del ord">
        <pc:chgData name="Christopher Coulombe" userId="a998e8d0-2d43-4621-ac06-202b3484f264" providerId="ADAL" clId="{70FAF1A0-7F73-473D-98F4-9346C7D2FA05}" dt="2023-09-12T01:19:14.793" v="3" actId="47"/>
        <pc:sldMkLst>
          <pc:docMk/>
          <pc:sldMk cId="2766138855" sldId="307"/>
        </pc:sldMkLst>
      </pc:sldChg>
      <pc:sldChg chg="ord">
        <pc:chgData name="Christopher Coulombe" userId="a998e8d0-2d43-4621-ac06-202b3484f264" providerId="ADAL" clId="{70FAF1A0-7F73-473D-98F4-9346C7D2FA05}" dt="2023-09-12T01:21:26.544" v="7"/>
        <pc:sldMkLst>
          <pc:docMk/>
          <pc:sldMk cId="3965635361" sldId="308"/>
        </pc:sldMkLst>
      </pc:sldChg>
      <pc:sldChg chg="del">
        <pc:chgData name="Christopher Coulombe" userId="a998e8d0-2d43-4621-ac06-202b3484f264" providerId="ADAL" clId="{70FAF1A0-7F73-473D-98F4-9346C7D2FA05}" dt="2023-09-12T01:19:34.417" v="4" actId="2696"/>
        <pc:sldMkLst>
          <pc:docMk/>
          <pc:sldMk cId="567384151" sldId="310"/>
        </pc:sldMkLst>
      </pc:sldChg>
      <pc:sldChg chg="del">
        <pc:chgData name="Christopher Coulombe" userId="a998e8d0-2d43-4621-ac06-202b3484f264" providerId="ADAL" clId="{70FAF1A0-7F73-473D-98F4-9346C7D2FA05}" dt="2023-09-12T01:19:34.417" v="4" actId="2696"/>
        <pc:sldMkLst>
          <pc:docMk/>
          <pc:sldMk cId="3362977764" sldId="311"/>
        </pc:sldMkLst>
      </pc:sldChg>
      <pc:sldChg chg="modSp add mod">
        <pc:chgData name="Christopher Coulombe" userId="a998e8d0-2d43-4621-ac06-202b3484f264" providerId="ADAL" clId="{70FAF1A0-7F73-473D-98F4-9346C7D2FA05}" dt="2023-09-12T01:22:49.123" v="13" actId="20577"/>
        <pc:sldMkLst>
          <pc:docMk/>
          <pc:sldMk cId="4024408029" sldId="311"/>
        </pc:sldMkLst>
        <pc:spChg chg="mod">
          <ac:chgData name="Christopher Coulombe" userId="a998e8d0-2d43-4621-ac06-202b3484f264" providerId="ADAL" clId="{70FAF1A0-7F73-473D-98F4-9346C7D2FA05}" dt="2023-09-12T01:22:49.123" v="13" actId="20577"/>
          <ac:spMkLst>
            <pc:docMk/>
            <pc:sldMk cId="4024408029" sldId="311"/>
            <ac:spMk id="4" creationId="{95943749-239C-43CB-AF93-4954CABE46C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" Target="../slides/slide11.xml"/><Relationship Id="rId7" Type="http://schemas.openxmlformats.org/officeDocument/2006/relationships/image" Target="../media/image7.svg"/><Relationship Id="rId2" Type="http://schemas.openxmlformats.org/officeDocument/2006/relationships/slide" Target="../slides/slide8.xml"/><Relationship Id="rId1" Type="http://schemas.openxmlformats.org/officeDocument/2006/relationships/slide" Target="../slides/slide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0AEF72-0B8A-4F61-ABE9-662B9E034DF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E34A20-53E6-45ED-9848-9BE6F3D40837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4a) </a:t>
          </a:r>
          <a:r>
            <a:rPr lang="fr-CA" dirty="0">
              <a:hlinkClick xmlns:r="http://schemas.openxmlformats.org/officeDocument/2006/relationships" r:id="rId1" action="ppaction://hlinksldjump"/>
            </a:rPr>
            <a:t>Mise en page et impression</a:t>
          </a:r>
          <a:endParaRPr lang="fr-CA" noProof="0" dirty="0"/>
        </a:p>
      </dgm:t>
    </dgm:pt>
    <dgm:pt modelId="{4E762347-E524-468A-BA56-31B9CD20C18C}" type="parTrans" cxnId="{E48F40CE-CABB-4328-B5FE-C272486DC647}">
      <dgm:prSet/>
      <dgm:spPr/>
      <dgm:t>
        <a:bodyPr/>
        <a:lstStyle/>
        <a:p>
          <a:endParaRPr lang="en-US"/>
        </a:p>
      </dgm:t>
    </dgm:pt>
    <dgm:pt modelId="{D658429F-F51A-45E2-8058-CE629FD44140}" type="sibTrans" cxnId="{E48F40CE-CABB-4328-B5FE-C272486DC647}">
      <dgm:prSet/>
      <dgm:spPr/>
      <dgm:t>
        <a:bodyPr/>
        <a:lstStyle/>
        <a:p>
          <a:endParaRPr lang="en-US"/>
        </a:p>
      </dgm:t>
    </dgm:pt>
    <dgm:pt modelId="{D8B504D3-8218-46B3-B832-F3619BBFCEAD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4b) </a:t>
          </a:r>
          <a:r>
            <a:rPr lang="fr-CA" noProof="0" dirty="0">
              <a:hlinkClick xmlns:r="http://schemas.openxmlformats.org/officeDocument/2006/relationships" r:id="rId2" action="ppaction://hlinksldjump"/>
            </a:rPr>
            <a:t>Somme automatique et analyse rapide</a:t>
          </a:r>
          <a:endParaRPr lang="fr-CA" noProof="0" dirty="0"/>
        </a:p>
      </dgm:t>
    </dgm:pt>
    <dgm:pt modelId="{122B9498-90F2-4BD6-B217-CD9D23438D64}" type="parTrans" cxnId="{C1AC075A-25A1-426D-9D08-F3C121E35E07}">
      <dgm:prSet/>
      <dgm:spPr/>
      <dgm:t>
        <a:bodyPr/>
        <a:lstStyle/>
        <a:p>
          <a:endParaRPr lang="fr-CA"/>
        </a:p>
      </dgm:t>
    </dgm:pt>
    <dgm:pt modelId="{C66B25A9-3B60-4271-883C-3EF20CE9514C}" type="sibTrans" cxnId="{C1AC075A-25A1-426D-9D08-F3C121E35E07}">
      <dgm:prSet/>
      <dgm:spPr/>
      <dgm:t>
        <a:bodyPr/>
        <a:lstStyle/>
        <a:p>
          <a:endParaRPr lang="fr-CA"/>
        </a:p>
      </dgm:t>
    </dgm:pt>
    <dgm:pt modelId="{BE992C0A-B077-4D18-85CF-6C602C8E56A1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4c) </a:t>
          </a:r>
          <a:r>
            <a:rPr lang="fr-CA" noProof="0" dirty="0">
              <a:hlinkClick xmlns:r="http://schemas.openxmlformats.org/officeDocument/2006/relationships" r:id="rId3" action="ppaction://hlinksldjump"/>
            </a:rPr>
            <a:t>Tableau croisé dynamique</a:t>
          </a:r>
          <a:endParaRPr lang="fr-CA" noProof="0" dirty="0"/>
        </a:p>
      </dgm:t>
    </dgm:pt>
    <dgm:pt modelId="{6B89881C-1ABE-486B-A956-B984FB623626}" type="parTrans" cxnId="{F4C46CFD-695B-414C-80D1-6711B91F975A}">
      <dgm:prSet/>
      <dgm:spPr/>
      <dgm:t>
        <a:bodyPr/>
        <a:lstStyle/>
        <a:p>
          <a:endParaRPr lang="fr-CA"/>
        </a:p>
      </dgm:t>
    </dgm:pt>
    <dgm:pt modelId="{F2BD4015-8B33-41D0-BB49-D3E1EF1BC813}" type="sibTrans" cxnId="{F4C46CFD-695B-414C-80D1-6711B91F975A}">
      <dgm:prSet/>
      <dgm:spPr/>
      <dgm:t>
        <a:bodyPr/>
        <a:lstStyle/>
        <a:p>
          <a:endParaRPr lang="fr-CA"/>
        </a:p>
      </dgm:t>
    </dgm:pt>
    <dgm:pt modelId="{AF3AEC73-28F3-47DF-A4FE-1DAF9C7AC7A6}" type="pres">
      <dgm:prSet presAssocID="{540AEF72-0B8A-4F61-ABE9-662B9E034DFA}" presName="root" presStyleCnt="0">
        <dgm:presLayoutVars>
          <dgm:dir/>
          <dgm:resizeHandles val="exact"/>
        </dgm:presLayoutVars>
      </dgm:prSet>
      <dgm:spPr/>
    </dgm:pt>
    <dgm:pt modelId="{8105DBC2-F1E3-437B-AC56-05699AC2ABC0}" type="pres">
      <dgm:prSet presAssocID="{D4E34A20-53E6-45ED-9848-9BE6F3D40837}" presName="compNode" presStyleCnt="0"/>
      <dgm:spPr/>
    </dgm:pt>
    <dgm:pt modelId="{829CDE27-19BD-4B1C-832C-78FC1990E305}" type="pres">
      <dgm:prSet presAssocID="{D4E34A20-53E6-45ED-9848-9BE6F3D40837}" presName="bgRect" presStyleLbl="bgShp" presStyleIdx="0" presStyleCnt="3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DAC7148F-AA6F-4E3C-87DD-6EA52A5279A0}" type="pres">
      <dgm:prSet presAssocID="{D4E34A20-53E6-45ED-9848-9BE6F3D40837}" presName="iconRect" presStyleLbl="node1" presStyleIdx="0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primante avec un remplissage uni"/>
        </a:ext>
      </dgm:extLst>
    </dgm:pt>
    <dgm:pt modelId="{8D13398C-2600-41DC-98BD-F23EA8E57E07}" type="pres">
      <dgm:prSet presAssocID="{D4E34A20-53E6-45ED-9848-9BE6F3D40837}" presName="spaceRect" presStyleCnt="0"/>
      <dgm:spPr/>
    </dgm:pt>
    <dgm:pt modelId="{5BAED785-CB57-414E-8A9B-2BEC8EC1AD3B}" type="pres">
      <dgm:prSet presAssocID="{D4E34A20-53E6-45ED-9848-9BE6F3D40837}" presName="parTx" presStyleLbl="revTx" presStyleIdx="0" presStyleCnt="3">
        <dgm:presLayoutVars>
          <dgm:chMax val="0"/>
          <dgm:chPref val="0"/>
        </dgm:presLayoutVars>
      </dgm:prSet>
      <dgm:spPr/>
    </dgm:pt>
    <dgm:pt modelId="{62366A10-BE1E-4A98-9CF1-C95C74B9F678}" type="pres">
      <dgm:prSet presAssocID="{D658429F-F51A-45E2-8058-CE629FD44140}" presName="sibTrans" presStyleCnt="0"/>
      <dgm:spPr/>
    </dgm:pt>
    <dgm:pt modelId="{842C5D3A-D628-45C2-A3FF-84288B4253B1}" type="pres">
      <dgm:prSet presAssocID="{D8B504D3-8218-46B3-B832-F3619BBFCEAD}" presName="compNode" presStyleCnt="0"/>
      <dgm:spPr/>
    </dgm:pt>
    <dgm:pt modelId="{59C7CF4D-6DEE-47A9-B305-FC8E80C9C441}" type="pres">
      <dgm:prSet presAssocID="{D8B504D3-8218-46B3-B832-F3619BBFCEAD}" presName="bgRect" presStyleLbl="bgShp" presStyleIdx="1" presStyleCnt="3"/>
      <dgm:spPr/>
    </dgm:pt>
    <dgm:pt modelId="{4CA13A1B-C9F1-4B56-BCAB-5DC4A61685F3}" type="pres">
      <dgm:prSet presAssocID="{D8B504D3-8218-46B3-B832-F3619BBFCEAD}" presName="iconRect" presStyleLbl="node1" presStyleIdx="1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s avec un remplissage uni"/>
        </a:ext>
      </dgm:extLst>
    </dgm:pt>
    <dgm:pt modelId="{4C1949E6-2204-4657-BE2A-D5C0872626A7}" type="pres">
      <dgm:prSet presAssocID="{D8B504D3-8218-46B3-B832-F3619BBFCEAD}" presName="spaceRect" presStyleCnt="0"/>
      <dgm:spPr/>
    </dgm:pt>
    <dgm:pt modelId="{4FE0ADB7-3E67-44CA-B482-1624079C3BFA}" type="pres">
      <dgm:prSet presAssocID="{D8B504D3-8218-46B3-B832-F3619BBFCEAD}" presName="parTx" presStyleLbl="revTx" presStyleIdx="1" presStyleCnt="3">
        <dgm:presLayoutVars>
          <dgm:chMax val="0"/>
          <dgm:chPref val="0"/>
        </dgm:presLayoutVars>
      </dgm:prSet>
      <dgm:spPr/>
    </dgm:pt>
    <dgm:pt modelId="{0A4518A1-A58A-4804-8A12-242D5C12BC9E}" type="pres">
      <dgm:prSet presAssocID="{C66B25A9-3B60-4271-883C-3EF20CE9514C}" presName="sibTrans" presStyleCnt="0"/>
      <dgm:spPr/>
    </dgm:pt>
    <dgm:pt modelId="{C9F0F54F-C39F-4095-9245-31B224FD80A7}" type="pres">
      <dgm:prSet presAssocID="{BE992C0A-B077-4D18-85CF-6C602C8E56A1}" presName="compNode" presStyleCnt="0"/>
      <dgm:spPr/>
    </dgm:pt>
    <dgm:pt modelId="{17B0D7BA-C71D-437C-853B-56D8D1F0F68E}" type="pres">
      <dgm:prSet presAssocID="{BE992C0A-B077-4D18-85CF-6C602C8E56A1}" presName="bgRect" presStyleLbl="bgShp" presStyleIdx="2" presStyleCnt="3"/>
      <dgm:spPr/>
    </dgm:pt>
    <dgm:pt modelId="{4CF8A454-18FD-4AB7-831C-EAA429B4C2C8}" type="pres">
      <dgm:prSet presAssocID="{BE992C0A-B077-4D18-85CF-6C602C8E56A1}" presName="iconRect" presStyleLbl="node1" presStyleIdx="2" presStyleCnt="3"/>
      <dgm:spPr>
        <a:blipFill>
          <a:blip xmlns:r="http://schemas.openxmlformats.org/officeDocument/2006/relationships"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au avec un remplissage uni"/>
        </a:ext>
      </dgm:extLst>
    </dgm:pt>
    <dgm:pt modelId="{5F2018E1-D532-4563-B127-2FA45F3A5F73}" type="pres">
      <dgm:prSet presAssocID="{BE992C0A-B077-4D18-85CF-6C602C8E56A1}" presName="spaceRect" presStyleCnt="0"/>
      <dgm:spPr/>
    </dgm:pt>
    <dgm:pt modelId="{3C30BB50-37BF-4078-B931-1C0E542318BA}" type="pres">
      <dgm:prSet presAssocID="{BE992C0A-B077-4D18-85CF-6C602C8E56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FB4C513-D9ED-4E86-8ED5-13A6773DED6D}" type="presOf" srcId="{540AEF72-0B8A-4F61-ABE9-662B9E034DFA}" destId="{AF3AEC73-28F3-47DF-A4FE-1DAF9C7AC7A6}" srcOrd="0" destOrd="0" presId="urn:microsoft.com/office/officeart/2018/2/layout/IconVerticalSolidList"/>
    <dgm:cxn modelId="{C1F56D25-8534-4F88-B4CD-17D5FE0145E8}" type="presOf" srcId="{D8B504D3-8218-46B3-B832-F3619BBFCEAD}" destId="{4FE0ADB7-3E67-44CA-B482-1624079C3BFA}" srcOrd="0" destOrd="0" presId="urn:microsoft.com/office/officeart/2018/2/layout/IconVerticalSolidList"/>
    <dgm:cxn modelId="{1AB89845-884E-4755-B396-B83B5B9C5F57}" type="presOf" srcId="{D4E34A20-53E6-45ED-9848-9BE6F3D40837}" destId="{5BAED785-CB57-414E-8A9B-2BEC8EC1AD3B}" srcOrd="0" destOrd="0" presId="urn:microsoft.com/office/officeart/2018/2/layout/IconVerticalSolidList"/>
    <dgm:cxn modelId="{C1AC075A-25A1-426D-9D08-F3C121E35E07}" srcId="{540AEF72-0B8A-4F61-ABE9-662B9E034DFA}" destId="{D8B504D3-8218-46B3-B832-F3619BBFCEAD}" srcOrd="1" destOrd="0" parTransId="{122B9498-90F2-4BD6-B217-CD9D23438D64}" sibTransId="{C66B25A9-3B60-4271-883C-3EF20CE9514C}"/>
    <dgm:cxn modelId="{E48F40CE-CABB-4328-B5FE-C272486DC647}" srcId="{540AEF72-0B8A-4F61-ABE9-662B9E034DFA}" destId="{D4E34A20-53E6-45ED-9848-9BE6F3D40837}" srcOrd="0" destOrd="0" parTransId="{4E762347-E524-468A-BA56-31B9CD20C18C}" sibTransId="{D658429F-F51A-45E2-8058-CE629FD44140}"/>
    <dgm:cxn modelId="{032247F8-7E08-481F-8075-0B5A94AD3104}" type="presOf" srcId="{BE992C0A-B077-4D18-85CF-6C602C8E56A1}" destId="{3C30BB50-37BF-4078-B931-1C0E542318BA}" srcOrd="0" destOrd="0" presId="urn:microsoft.com/office/officeart/2018/2/layout/IconVerticalSolidList"/>
    <dgm:cxn modelId="{F4C46CFD-695B-414C-80D1-6711B91F975A}" srcId="{540AEF72-0B8A-4F61-ABE9-662B9E034DFA}" destId="{BE992C0A-B077-4D18-85CF-6C602C8E56A1}" srcOrd="2" destOrd="0" parTransId="{6B89881C-1ABE-486B-A956-B984FB623626}" sibTransId="{F2BD4015-8B33-41D0-BB49-D3E1EF1BC813}"/>
    <dgm:cxn modelId="{3A79F274-3325-4813-BBFC-6FAD304D3C88}" type="presParOf" srcId="{AF3AEC73-28F3-47DF-A4FE-1DAF9C7AC7A6}" destId="{8105DBC2-F1E3-437B-AC56-05699AC2ABC0}" srcOrd="0" destOrd="0" presId="urn:microsoft.com/office/officeart/2018/2/layout/IconVerticalSolidList"/>
    <dgm:cxn modelId="{AD9EB5C9-C3CE-4BDA-BCDA-35BF88069694}" type="presParOf" srcId="{8105DBC2-F1E3-437B-AC56-05699AC2ABC0}" destId="{829CDE27-19BD-4B1C-832C-78FC1990E305}" srcOrd="0" destOrd="0" presId="urn:microsoft.com/office/officeart/2018/2/layout/IconVerticalSolidList"/>
    <dgm:cxn modelId="{7EE9BB3D-CB14-49A5-B40F-7ED634E6E1D7}" type="presParOf" srcId="{8105DBC2-F1E3-437B-AC56-05699AC2ABC0}" destId="{DAC7148F-AA6F-4E3C-87DD-6EA52A5279A0}" srcOrd="1" destOrd="0" presId="urn:microsoft.com/office/officeart/2018/2/layout/IconVerticalSolidList"/>
    <dgm:cxn modelId="{DBEA8CE2-FBB8-4B02-9FA5-12ABFE8B7DBA}" type="presParOf" srcId="{8105DBC2-F1E3-437B-AC56-05699AC2ABC0}" destId="{8D13398C-2600-41DC-98BD-F23EA8E57E07}" srcOrd="2" destOrd="0" presId="urn:microsoft.com/office/officeart/2018/2/layout/IconVerticalSolidList"/>
    <dgm:cxn modelId="{78ACE4B6-8EC5-455E-87EA-3C1FE2619563}" type="presParOf" srcId="{8105DBC2-F1E3-437B-AC56-05699AC2ABC0}" destId="{5BAED785-CB57-414E-8A9B-2BEC8EC1AD3B}" srcOrd="3" destOrd="0" presId="urn:microsoft.com/office/officeart/2018/2/layout/IconVerticalSolidList"/>
    <dgm:cxn modelId="{D4E9E4FE-B174-450D-AB18-4FD70F008A5C}" type="presParOf" srcId="{AF3AEC73-28F3-47DF-A4FE-1DAF9C7AC7A6}" destId="{62366A10-BE1E-4A98-9CF1-C95C74B9F678}" srcOrd="1" destOrd="0" presId="urn:microsoft.com/office/officeart/2018/2/layout/IconVerticalSolidList"/>
    <dgm:cxn modelId="{D5778CED-05C4-4B9E-8347-ED0A071927A3}" type="presParOf" srcId="{AF3AEC73-28F3-47DF-A4FE-1DAF9C7AC7A6}" destId="{842C5D3A-D628-45C2-A3FF-84288B4253B1}" srcOrd="2" destOrd="0" presId="urn:microsoft.com/office/officeart/2018/2/layout/IconVerticalSolidList"/>
    <dgm:cxn modelId="{9C88492C-8C74-4777-B221-C10071D14273}" type="presParOf" srcId="{842C5D3A-D628-45C2-A3FF-84288B4253B1}" destId="{59C7CF4D-6DEE-47A9-B305-FC8E80C9C441}" srcOrd="0" destOrd="0" presId="urn:microsoft.com/office/officeart/2018/2/layout/IconVerticalSolidList"/>
    <dgm:cxn modelId="{04B95505-85A1-49E3-BB26-B850FAE595F1}" type="presParOf" srcId="{842C5D3A-D628-45C2-A3FF-84288B4253B1}" destId="{4CA13A1B-C9F1-4B56-BCAB-5DC4A61685F3}" srcOrd="1" destOrd="0" presId="urn:microsoft.com/office/officeart/2018/2/layout/IconVerticalSolidList"/>
    <dgm:cxn modelId="{16C7F37A-D424-417B-BF7D-D123B46BF2C4}" type="presParOf" srcId="{842C5D3A-D628-45C2-A3FF-84288B4253B1}" destId="{4C1949E6-2204-4657-BE2A-D5C0872626A7}" srcOrd="2" destOrd="0" presId="urn:microsoft.com/office/officeart/2018/2/layout/IconVerticalSolidList"/>
    <dgm:cxn modelId="{5C6982C0-6D53-48B8-A4F9-3208228C3EB4}" type="presParOf" srcId="{842C5D3A-D628-45C2-A3FF-84288B4253B1}" destId="{4FE0ADB7-3E67-44CA-B482-1624079C3BFA}" srcOrd="3" destOrd="0" presId="urn:microsoft.com/office/officeart/2018/2/layout/IconVerticalSolidList"/>
    <dgm:cxn modelId="{2BAD7AF4-07DD-4545-AA5A-65055F8F70CD}" type="presParOf" srcId="{AF3AEC73-28F3-47DF-A4FE-1DAF9C7AC7A6}" destId="{0A4518A1-A58A-4804-8A12-242D5C12BC9E}" srcOrd="3" destOrd="0" presId="urn:microsoft.com/office/officeart/2018/2/layout/IconVerticalSolidList"/>
    <dgm:cxn modelId="{3D368946-9E43-4AF2-BCA7-A23E8AB89FCC}" type="presParOf" srcId="{AF3AEC73-28F3-47DF-A4FE-1DAF9C7AC7A6}" destId="{C9F0F54F-C39F-4095-9245-31B224FD80A7}" srcOrd="4" destOrd="0" presId="urn:microsoft.com/office/officeart/2018/2/layout/IconVerticalSolidList"/>
    <dgm:cxn modelId="{025F54BA-6A4B-4A7E-B75D-DD4EAE6BC3E2}" type="presParOf" srcId="{C9F0F54F-C39F-4095-9245-31B224FD80A7}" destId="{17B0D7BA-C71D-437C-853B-56D8D1F0F68E}" srcOrd="0" destOrd="0" presId="urn:microsoft.com/office/officeart/2018/2/layout/IconVerticalSolidList"/>
    <dgm:cxn modelId="{D133F582-6F2C-49DC-866D-769B6B31230A}" type="presParOf" srcId="{C9F0F54F-C39F-4095-9245-31B224FD80A7}" destId="{4CF8A454-18FD-4AB7-831C-EAA429B4C2C8}" srcOrd="1" destOrd="0" presId="urn:microsoft.com/office/officeart/2018/2/layout/IconVerticalSolidList"/>
    <dgm:cxn modelId="{0582F07C-55EE-4F38-A568-B945DED1E338}" type="presParOf" srcId="{C9F0F54F-C39F-4095-9245-31B224FD80A7}" destId="{5F2018E1-D532-4563-B127-2FA45F3A5F73}" srcOrd="2" destOrd="0" presId="urn:microsoft.com/office/officeart/2018/2/layout/IconVerticalSolidList"/>
    <dgm:cxn modelId="{E27B2E08-3FA1-43CD-9AD9-60857E4CE93B}" type="presParOf" srcId="{C9F0F54F-C39F-4095-9245-31B224FD80A7}" destId="{3C30BB50-37BF-4078-B931-1C0E542318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CDE27-19BD-4B1C-832C-78FC1990E305}">
      <dsp:nvSpPr>
        <dsp:cNvPr id="0" name=""/>
        <dsp:cNvSpPr/>
      </dsp:nvSpPr>
      <dsp:spPr>
        <a:xfrm>
          <a:off x="0" y="607"/>
          <a:ext cx="6628804" cy="14223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7148F-AA6F-4E3C-87DD-6EA52A5279A0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D785-CB57-414E-8A9B-2BEC8EC1AD3B}">
      <dsp:nvSpPr>
        <dsp:cNvPr id="0" name=""/>
        <dsp:cNvSpPr/>
      </dsp:nvSpPr>
      <dsp:spPr>
        <a:xfrm>
          <a:off x="1642860" y="607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 noProof="0" dirty="0"/>
            <a:t>4a) </a:t>
          </a:r>
          <a:r>
            <a:rPr lang="fr-CA" sz="2500" kern="1200" dirty="0">
              <a:hlinkClick xmlns:r="http://schemas.openxmlformats.org/officeDocument/2006/relationships" r:id="" action="ppaction://hlinksldjump"/>
            </a:rPr>
            <a:t>Mise en page et impression</a:t>
          </a:r>
          <a:endParaRPr lang="fr-CA" sz="2500" kern="1200" noProof="0" dirty="0"/>
        </a:p>
      </dsp:txBody>
      <dsp:txXfrm>
        <a:off x="1642860" y="607"/>
        <a:ext cx="4985943" cy="1422390"/>
      </dsp:txXfrm>
    </dsp:sp>
    <dsp:sp modelId="{59C7CF4D-6DEE-47A9-B305-FC8E80C9C441}">
      <dsp:nvSpPr>
        <dsp:cNvPr id="0" name=""/>
        <dsp:cNvSpPr/>
      </dsp:nvSpPr>
      <dsp:spPr>
        <a:xfrm>
          <a:off x="0" y="1778595"/>
          <a:ext cx="6628804" cy="14223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A13A1B-C9F1-4B56-BCAB-5DC4A61685F3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0ADB7-3E67-44CA-B482-1624079C3BFA}">
      <dsp:nvSpPr>
        <dsp:cNvPr id="0" name=""/>
        <dsp:cNvSpPr/>
      </dsp:nvSpPr>
      <dsp:spPr>
        <a:xfrm>
          <a:off x="1642860" y="1778595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 noProof="0" dirty="0"/>
            <a:t>4b) </a:t>
          </a:r>
          <a:r>
            <a:rPr lang="fr-CA" sz="2500" kern="1200" noProof="0" dirty="0">
              <a:hlinkClick xmlns:r="http://schemas.openxmlformats.org/officeDocument/2006/relationships" r:id="" action="ppaction://hlinksldjump"/>
            </a:rPr>
            <a:t>Somme automatique et analyse rapide</a:t>
          </a:r>
          <a:endParaRPr lang="fr-CA" sz="2500" kern="1200" noProof="0" dirty="0"/>
        </a:p>
      </dsp:txBody>
      <dsp:txXfrm>
        <a:off x="1642860" y="1778595"/>
        <a:ext cx="4985943" cy="1422390"/>
      </dsp:txXfrm>
    </dsp:sp>
    <dsp:sp modelId="{17B0D7BA-C71D-437C-853B-56D8D1F0F68E}">
      <dsp:nvSpPr>
        <dsp:cNvPr id="0" name=""/>
        <dsp:cNvSpPr/>
      </dsp:nvSpPr>
      <dsp:spPr>
        <a:xfrm>
          <a:off x="0" y="3556583"/>
          <a:ext cx="6628804" cy="14223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8A454-18FD-4AB7-831C-EAA429B4C2C8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0BB50-37BF-4078-B931-1C0E542318BA}">
      <dsp:nvSpPr>
        <dsp:cNvPr id="0" name=""/>
        <dsp:cNvSpPr/>
      </dsp:nvSpPr>
      <dsp:spPr>
        <a:xfrm>
          <a:off x="1642860" y="3556583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 noProof="0" dirty="0"/>
            <a:t>4c) </a:t>
          </a:r>
          <a:r>
            <a:rPr lang="fr-CA" sz="2500" kern="1200" noProof="0" dirty="0">
              <a:hlinkClick xmlns:r="http://schemas.openxmlformats.org/officeDocument/2006/relationships" r:id="" action="ppaction://hlinksldjump"/>
            </a:rPr>
            <a:t>Tableau croisé dynamique</a:t>
          </a:r>
          <a:endParaRPr lang="fr-CA" sz="2500" kern="1200" noProof="0" dirty="0"/>
        </a:p>
      </dsp:txBody>
      <dsp:txXfrm>
        <a:off x="1642860" y="3556583"/>
        <a:ext cx="4985943" cy="1422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D03A-BCD9-4C89-9ED3-E4D9CC3FF0CB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8797" y="6492875"/>
            <a:ext cx="480027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2883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B6B6-1ADF-4786-843B-85A2D743B4E3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919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49472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3834-3739-4094-9EAE-0D9704E29D44}" type="datetime1">
              <a:rPr lang="fr-CA" smtClean="0"/>
              <a:t>2023-09-11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561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C16F-9889-47B0-9C56-0B971B53DE62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39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D03A-BCD9-4C89-9ED3-E4D9CC3FF0CB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8797" y="6492875"/>
            <a:ext cx="480027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2883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58066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23F3-A5AC-4888-A14F-1396FD9C4939}" type="datetime1">
              <a:rPr lang="fr-CA" smtClean="0"/>
              <a:t>2023-09-11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150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D41F6-C4AA-40E5-B68A-062C95BA7B4B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8361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C16F-9889-47B0-9C56-0B971B53DE62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437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4BE1-5A34-4CB4-925A-977610D9CE24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570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D0-1B17-48A0-A5DB-20DD6C36B202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554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8214-4507-4A00-9098-B8FA23AFDF57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875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29761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7D642-89F3-431A-8999-20056D1034D1}" type="datetime1">
              <a:rPr lang="fr-CA" smtClean="0"/>
              <a:t>2023-09-11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90790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4776-2D82-48D3-8463-106042B98091}" type="datetime1">
              <a:rPr lang="fr-CA" smtClean="0"/>
              <a:t>2023-09-11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83408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8656-54E7-4737-B681-0FD8568DE06D}" type="datetime1">
              <a:rPr lang="fr-CA" smtClean="0"/>
              <a:t>2023-09-11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9635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3D01-BB5D-4EA4-AF86-65C90E73B59A}" type="datetime1">
              <a:rPr lang="fr-CA" smtClean="0"/>
              <a:t>2023-09-11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0492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1D24-6C5A-4120-8767-1CF31A7D24BC}" type="datetime1">
              <a:rPr lang="fr-CA" smtClean="0"/>
              <a:t>2023-09-11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7587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AD6F-0878-48D4-A87B-94ACD7444C08}" type="datetime1">
              <a:rPr lang="fr-CA" smtClean="0"/>
              <a:t>2023-09-11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461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B9E3-5307-4DBA-B42C-57F7EF37F2F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390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C36D-EA88-4669-AE70-C9650B74A0ED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3004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C787-6044-4E08-B976-EC9596A035CF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6213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6F1A-D2E1-43F6-AB39-28D01BFFD700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3290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D33A-536B-4D11-9658-4C18F0C6E8B8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82444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08D2-AF15-4FEB-B8DC-E0BC3A750B8A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3474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FE1FC-5F04-46E4-9955-09B04E43101E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86280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D03A-BCD9-4C89-9ED3-E4D9CC3FF0CB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659886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1461682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B6B6-1ADF-4786-843B-85A2D743B4E3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7907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3834-3739-4094-9EAE-0D9704E29D44}" type="datetime1">
              <a:rPr lang="fr-CA" smtClean="0"/>
              <a:t>2023-09-11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49414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8257067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4253872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35228870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34826160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08818007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368205070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6591384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61068475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4521577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6031826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01310199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2653657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" Target="../slides/slide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" Target="../slides/slide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" Target="../slides/slid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" Target="../slides/slide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5473" y="6309494"/>
            <a:ext cx="48002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E21EB8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6" action="ppaction://hlinksldjump"/>
            <a:extLst>
              <a:ext uri="{FF2B5EF4-FFF2-40B4-BE49-F238E27FC236}">
                <a16:creationId xmlns:a16="http://schemas.microsoft.com/office/drawing/2014/main" id="{55650D28-7B73-4377-82E0-B5D3C473AC9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7" r:id="rId2"/>
    <p:sldLayoutId id="2147483718" r:id="rId3"/>
    <p:sldLayoutId id="2147483736" r:id="rId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717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5473" y="6309494"/>
            <a:ext cx="48002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E21EB8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6" action="ppaction://hlinksldjump"/>
            <a:extLst>
              <a:ext uri="{FF2B5EF4-FFF2-40B4-BE49-F238E27FC236}">
                <a16:creationId xmlns:a16="http://schemas.microsoft.com/office/drawing/2014/main" id="{55650D28-7B73-4377-82E0-B5D3C473AC9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64" r:id="rId2"/>
    <p:sldLayoutId id="2147483663" r:id="rId3"/>
    <p:sldLayoutId id="2147483662" r:id="rId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717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FD31-A4C8-4F38-831A-17DA86431354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5555" y="6307566"/>
            <a:ext cx="45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00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18" action="ppaction://hlinksldjump"/>
            <a:extLst>
              <a:ext uri="{FF2B5EF4-FFF2-40B4-BE49-F238E27FC236}">
                <a16:creationId xmlns:a16="http://schemas.microsoft.com/office/drawing/2014/main" id="{D2CB7D9C-B51C-4907-932A-DC4BA1C48A1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0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2023-09-11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7" name="Graphique 6" descr="Logement">
            <a:hlinkClick r:id="rId18" action="ppaction://hlinksldjump"/>
            <a:extLst>
              <a:ext uri="{FF2B5EF4-FFF2-40B4-BE49-F238E27FC236}">
                <a16:creationId xmlns:a16="http://schemas.microsoft.com/office/drawing/2014/main" id="{068942D7-8F2F-C1B7-D38B-9B7CCDB9049D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2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71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xFkXvnVpDps?feature=oembed" TargetMode="External"/><Relationship Id="rId5" Type="http://schemas.openxmlformats.org/officeDocument/2006/relationships/image" Target="../media/image11.jpeg"/><Relationship Id="rId4" Type="http://schemas.openxmlformats.org/officeDocument/2006/relationships/hyperlink" Target="https://www.logitell.com/fr/livre-de-lecture/excel-2016---fonctions-de-bas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yNNTVUE3cSo?feature=oembed" TargetMode="Externa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c_XAnfZ5YIs?feature=oembed" TargetMode="External"/><Relationship Id="rId5" Type="http://schemas.openxmlformats.org/officeDocument/2006/relationships/image" Target="../media/image15.jpeg"/><Relationship Id="rId4" Type="http://schemas.openxmlformats.org/officeDocument/2006/relationships/hyperlink" Target="https://support.microsoft.com/fr-fr/office/mise-en-page-71c20d94-b13e-48fd-9800-cedd1fec6da3?ns=excel&amp;version=90&amp;ui=fr-fr&amp;rs=fr-fr&amp;ad=f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-EI96_sBkck?feature=oembed" TargetMode="Externa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8.xml"/><Relationship Id="rId1" Type="http://schemas.openxmlformats.org/officeDocument/2006/relationships/video" Target="https://www.youtube.com/embed/2oTpylFkFes?feature=oembed" TargetMode="External"/><Relationship Id="rId5" Type="http://schemas.openxmlformats.org/officeDocument/2006/relationships/image" Target="../media/image20.jpeg"/><Relationship Id="rId4" Type="http://schemas.openxmlformats.org/officeDocument/2006/relationships/hyperlink" Target="https://www.logitell.com/fr/livre-de-lecture/excel-2016---fonctions-de-bas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8.xml"/><Relationship Id="rId1" Type="http://schemas.openxmlformats.org/officeDocument/2006/relationships/video" Target="https://www.youtube.com/embed/Hk5IZV9VpCg?feature=oembed" TargetMode="External"/><Relationship Id="rId5" Type="http://schemas.openxmlformats.org/officeDocument/2006/relationships/image" Target="../media/image22.jpeg"/><Relationship Id="rId4" Type="http://schemas.openxmlformats.org/officeDocument/2006/relationships/hyperlink" Target="https://www.logitell.com/fr/livre-de-lecture/excel-2016---fonctions-de-bas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8.xml"/><Relationship Id="rId1" Type="http://schemas.openxmlformats.org/officeDocument/2006/relationships/video" Target="https://www.youtube.com/embed/8Ui3AKcthHQ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6.xml"/><Relationship Id="rId1" Type="http://schemas.openxmlformats.org/officeDocument/2006/relationships/video" Target="https://www.youtube.com/embed/6dGbly9ILWo?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slideLayout" Target="../slideLayouts/slideLayout28.xml"/><Relationship Id="rId1" Type="http://schemas.openxmlformats.org/officeDocument/2006/relationships/video" Target="https://www.youtube.com/embed/4oglBhGT3_Y?feature=oembed" TargetMode="External"/><Relationship Id="rId6" Type="http://schemas.openxmlformats.org/officeDocument/2006/relationships/image" Target="../media/image25.png"/><Relationship Id="rId5" Type="http://schemas.openxmlformats.org/officeDocument/2006/relationships/slide" Target="slide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ED666-3429-4A18-8D27-EB9710F8617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Milieu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40A975-3DD2-42E4-80DA-D7060017582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Partie 4 | compléments</a:t>
            </a:r>
            <a:br>
              <a:rPr lang="fr-CA" dirty="0"/>
            </a:br>
            <a:r>
              <a:rPr lang="fr-CA" dirty="0"/>
              <a:t>et tableau croisé dynamique</a:t>
            </a:r>
          </a:p>
          <a:p>
            <a:r>
              <a:rPr lang="fr-CA"/>
              <a:t>Par Martin Hardy, Réarrangé par Christopher Coulombe</a:t>
            </a:r>
          </a:p>
          <a:p>
            <a:endParaRPr lang="fr-CA" dirty="0"/>
          </a:p>
        </p:txBody>
      </p:sp>
      <p:pic>
        <p:nvPicPr>
          <p:cNvPr id="7" name="Image 6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AF8AAAA8-543A-4BC9-B938-C4BE96FD98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47" y="1016846"/>
            <a:ext cx="3124206" cy="16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701">
        <p:fade/>
      </p:transition>
    </mc:Choice>
    <mc:Fallback xmlns="">
      <p:transition spd="med" advTm="1370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3289B-BE98-45DB-A500-BF315B07FC9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fr-CA" sz="4400" dirty="0"/>
              <a:t>Contenu</a:t>
            </a:r>
          </a:p>
        </p:txBody>
      </p:sp>
      <p:graphicFrame>
        <p:nvGraphicFramePr>
          <p:cNvPr id="5" name="Espace réservé du texte 2">
            <a:extLst>
              <a:ext uri="{FF2B5EF4-FFF2-40B4-BE49-F238E27FC236}">
                <a16:creationId xmlns:a16="http://schemas.microsoft.com/office/drawing/2014/main" id="{722F24D7-6EC7-4EB3-9B1E-A70E422E5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217424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A052B8-C5BF-484E-BBA0-2828FFEB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1677F1-0331-4992-9DEA-02D602B01970}"/>
              </a:ext>
            </a:extLst>
          </p:cNvPr>
          <p:cNvSpPr txBox="1"/>
          <p:nvPr/>
        </p:nvSpPr>
        <p:spPr>
          <a:xfrm>
            <a:off x="4903232" y="6058146"/>
            <a:ext cx="674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chemeClr val="accent5"/>
                </a:solidFill>
              </a:rPr>
              <a:t>Vous pouvez cliquer sur un chapitre pour y rendre directement et ensuite cliquer sur l’icône de maison pour revenir ici</a:t>
            </a:r>
          </a:p>
        </p:txBody>
      </p:sp>
    </p:spTree>
    <p:extLst>
      <p:ext uri="{BB962C8B-B14F-4D97-AF65-F5344CB8AC3E}">
        <p14:creationId xmlns:p14="http://schemas.microsoft.com/office/powerpoint/2010/main" val="163855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968">
        <p:fade/>
      </p:transition>
    </mc:Choice>
    <mc:Fallback xmlns="">
      <p:transition spd="med" advTm="159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943749-239C-43CB-AF93-4954CABE46C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74237" y="2700867"/>
            <a:ext cx="7799766" cy="1826581"/>
          </a:xfrm>
        </p:spPr>
        <p:txBody>
          <a:bodyPr>
            <a:normAutofit/>
          </a:bodyPr>
          <a:lstStyle/>
          <a:p>
            <a:pPr marL="895350" indent="-895350"/>
            <a:r>
              <a:rPr lang="fr-CA" sz="3200" dirty="0"/>
              <a:t>4a) Mise en page et impression</a:t>
            </a:r>
            <a:endParaRPr lang="en-US" sz="320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6B9066-88B4-4E51-A43B-31B99EDC4F15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D3DED9-8C6C-4205-AA46-F4ACD191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205463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61E3710-A748-47CC-89BB-D62BDB1C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Aperçu avant impression et outils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99F438F7-A600-4AC9-B180-204260CE05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604212" y="1429156"/>
            <a:ext cx="2011426" cy="461287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43E3D-982C-4C06-9C0C-C6CC65CD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4</a:t>
            </a:fld>
            <a:endParaRPr lang="fr-CA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20471B2-0DDC-46BC-A69E-BA7373653F57}"/>
              </a:ext>
            </a:extLst>
          </p:cNvPr>
          <p:cNvSpPr txBox="1"/>
          <p:nvPr/>
        </p:nvSpPr>
        <p:spPr>
          <a:xfrm>
            <a:off x="5089525" y="1361485"/>
            <a:ext cx="4980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3"/>
                </a:solidFill>
              </a:rPr>
              <a:t>04 Écart des ventes 3.xlsx</a:t>
            </a:r>
            <a:r>
              <a:rPr lang="fr-CA" sz="1400" baseline="30000" dirty="0">
                <a:solidFill>
                  <a:srgbClr val="7030A0"/>
                </a:solidFill>
              </a:rPr>
              <a:t>1</a:t>
            </a:r>
            <a:endParaRPr lang="fr-CA" sz="14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CCC27F9-22CD-4627-881E-0007444124FA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4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pic>
        <p:nvPicPr>
          <p:cNvPr id="6" name="Média en ligne 5" title="Excel P2 D20 Apercu avant impr">
            <a:hlinkClick r:id="" action="ppaction://media"/>
            <a:extLst>
              <a:ext uri="{FF2B5EF4-FFF2-40B4-BE49-F238E27FC236}">
                <a16:creationId xmlns:a16="http://schemas.microsoft.com/office/drawing/2014/main" id="{D7DA712C-717B-C73D-8E35-6135E483CB91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89525" y="2243138"/>
            <a:ext cx="6581775" cy="3717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2567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61E3710-A748-47CC-89BB-D62BDB1C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Onglet Mise en page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8FF9A3D-DE7A-4712-8824-981D13CBFD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Modifier les marges</a:t>
            </a:r>
          </a:p>
          <a:p>
            <a:r>
              <a:rPr lang="fr-CA" dirty="0"/>
              <a:t>Changer l’orientation</a:t>
            </a:r>
          </a:p>
          <a:p>
            <a:r>
              <a:rPr lang="fr-CA" dirty="0"/>
              <a:t>Changer la taille de papier</a:t>
            </a:r>
          </a:p>
          <a:p>
            <a:r>
              <a:rPr lang="fr-CA" dirty="0"/>
              <a:t>Définir une zone d’impression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43E3D-982C-4C06-9C0C-C6CC65CD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5</a:t>
            </a:fld>
            <a:endParaRPr lang="fr-CA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A0ABD73-4401-45B3-8745-8048C176C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831837"/>
            <a:ext cx="3523809" cy="1209524"/>
          </a:xfrm>
          <a:prstGeom prst="rect">
            <a:avLst/>
          </a:prstGeom>
        </p:spPr>
      </p:pic>
      <p:pic>
        <p:nvPicPr>
          <p:cNvPr id="9" name="Média en ligne 8" title="Excel P2 D21 Mise en page">
            <a:hlinkClick r:id="" action="ppaction://media"/>
            <a:extLst>
              <a:ext uri="{FF2B5EF4-FFF2-40B4-BE49-F238E27FC236}">
                <a16:creationId xmlns:a16="http://schemas.microsoft.com/office/drawing/2014/main" id="{493CD0CC-2A00-998A-A9C4-FEA1F95BD327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89525" y="2243138"/>
            <a:ext cx="6581775" cy="3717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19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61E3710-A748-47CC-89BB-D62BDB1C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Onglet Mise en page (toutes les options)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8FF9A3D-DE7A-4712-8824-981D13CBFD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Centrer un tableau sur le papier</a:t>
            </a:r>
          </a:p>
          <a:p>
            <a:r>
              <a:rPr lang="fr-CA" dirty="0"/>
              <a:t>Entête et pied personnalisé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43E3D-982C-4C06-9C0C-C6CC65CD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6</a:t>
            </a:fld>
            <a:endParaRPr lang="fr-CA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0F921CD-F302-4244-B42F-60E0FD09D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842800"/>
            <a:ext cx="374332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117F4F9-DF99-4488-B455-D7F04196EC12}"/>
              </a:ext>
            </a:extLst>
          </p:cNvPr>
          <p:cNvSpPr txBox="1"/>
          <p:nvPr/>
        </p:nvSpPr>
        <p:spPr>
          <a:xfrm>
            <a:off x="607308" y="4473468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Notes de cours : </a:t>
            </a:r>
            <a:r>
              <a:rPr lang="fr-CA" dirty="0">
                <a:hlinkClick r:id="rId4"/>
              </a:rPr>
              <a:t>Support de Microsoft</a:t>
            </a:r>
            <a:endParaRPr lang="fr-CA" dirty="0"/>
          </a:p>
        </p:txBody>
      </p:sp>
      <p:pic>
        <p:nvPicPr>
          <p:cNvPr id="7" name="Média en ligne 6" title="Excel P2 D22 Mise en page   Options">
            <a:hlinkClick r:id="" action="ppaction://media"/>
            <a:extLst>
              <a:ext uri="{FF2B5EF4-FFF2-40B4-BE49-F238E27FC236}">
                <a16:creationId xmlns:a16="http://schemas.microsoft.com/office/drawing/2014/main" id="{E8272CE0-9749-C409-7213-C84503C2B0A0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89525" y="2243138"/>
            <a:ext cx="6581775" cy="3717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6401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61E3710-A748-47CC-89BB-D62BDB1C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Autres modes d’affichage </a:t>
            </a:r>
            <a:br>
              <a:rPr lang="fr-CA" dirty="0"/>
            </a:br>
            <a:r>
              <a:rPr lang="fr-CA" sz="2800" dirty="0"/>
              <a:t>(Mise en page et Aperçu des sauts de page)</a:t>
            </a:r>
            <a:endParaRPr lang="fr-CA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8FF9A3D-DE7A-4712-8824-981D13CBFD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Entête et pied personnalisés </a:t>
            </a:r>
            <a:br>
              <a:rPr lang="fr-CA" dirty="0"/>
            </a:br>
            <a:r>
              <a:rPr lang="fr-CA" dirty="0"/>
              <a:t>(codes de champs)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43E3D-982C-4C06-9C0C-C6CC65CD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7</a:t>
            </a:fld>
            <a:endParaRPr lang="fr-CA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A6853FB-9414-40F3-8F60-5F2DFC8263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02"/>
          <a:stretch/>
        </p:blipFill>
        <p:spPr>
          <a:xfrm>
            <a:off x="584135" y="2987214"/>
            <a:ext cx="4277234" cy="11137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C2159B2-2468-45D5-BAFA-6CEC7EADD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35" y="4605407"/>
            <a:ext cx="4249998" cy="918063"/>
          </a:xfrm>
          <a:prstGeom prst="rect">
            <a:avLst/>
          </a:prstGeom>
        </p:spPr>
      </p:pic>
      <p:pic>
        <p:nvPicPr>
          <p:cNvPr id="10" name="Média en ligne 9" title="Excel P2 D23 Autre mode d'affichage">
            <a:hlinkClick r:id="" action="ppaction://media"/>
            <a:extLst>
              <a:ext uri="{FF2B5EF4-FFF2-40B4-BE49-F238E27FC236}">
                <a16:creationId xmlns:a16="http://schemas.microsoft.com/office/drawing/2014/main" id="{01F91208-7125-B000-1146-055ED1AC8FED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89525" y="2243138"/>
            <a:ext cx="6581775" cy="3717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8431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943749-239C-43CB-AF93-4954CABE46C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74237" y="2700867"/>
            <a:ext cx="7799766" cy="1826581"/>
          </a:xfrm>
        </p:spPr>
        <p:txBody>
          <a:bodyPr>
            <a:normAutofit/>
          </a:bodyPr>
          <a:lstStyle/>
          <a:p>
            <a:pPr marL="895350" indent="-895350"/>
            <a:r>
              <a:rPr lang="fr-CA" sz="2800" dirty="0"/>
              <a:t>4b) Somme automatique et analyse rapide</a:t>
            </a:r>
            <a:endParaRPr lang="en-US" sz="280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6B9066-88B4-4E51-A43B-31B99EDC4F15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D3DED9-8C6C-4205-AA46-F4ACD191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440802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61E3710-A748-47CC-89BB-D62BDB1C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bouton Somme automatique</a:t>
            </a:r>
          </a:p>
        </p:txBody>
      </p:sp>
      <p:pic>
        <p:nvPicPr>
          <p:cNvPr id="2" name="Espace réservé du contenu 1">
            <a:extLst>
              <a:ext uri="{FF2B5EF4-FFF2-40B4-BE49-F238E27FC236}">
                <a16:creationId xmlns:a16="http://schemas.microsoft.com/office/drawing/2014/main" id="{6D783849-B0E9-4CDC-817A-47928ACC2E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97965" y="3148925"/>
            <a:ext cx="1542857" cy="190476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43E3D-982C-4C06-9C0C-C6CC65CD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9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324DB25-E395-414F-9F95-810C2DA761A2}"/>
              </a:ext>
            </a:extLst>
          </p:cNvPr>
          <p:cNvSpPr txBox="1"/>
          <p:nvPr/>
        </p:nvSpPr>
        <p:spPr>
          <a:xfrm>
            <a:off x="5089525" y="1453346"/>
            <a:ext cx="44696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3"/>
                </a:solidFill>
              </a:rPr>
              <a:t>01 Boutique pour hommes.xlsx</a:t>
            </a:r>
            <a:r>
              <a:rPr lang="fr-CA" sz="1400" baseline="30000" dirty="0">
                <a:solidFill>
                  <a:srgbClr val="7030A0"/>
                </a:solidFill>
              </a:rPr>
              <a:t>1</a:t>
            </a:r>
            <a:endParaRPr lang="fr-CA" sz="14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4EEE915-443D-44DE-A60D-1DA2E5674C79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4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pic>
        <p:nvPicPr>
          <p:cNvPr id="12" name="Média en ligne 11" title="Excel P2 D06 Somme auto">
            <a:hlinkClick r:id="" action="ppaction://media"/>
            <a:extLst>
              <a:ext uri="{FF2B5EF4-FFF2-40B4-BE49-F238E27FC236}">
                <a16:creationId xmlns:a16="http://schemas.microsoft.com/office/drawing/2014/main" id="{576C9628-6AEF-E679-C7AC-14653EC5B844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512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441EB-209E-471D-A7B7-D422F075F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bouton Analyse rapide</a:t>
            </a: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2FB3561E-114A-4FD4-B6B9-19AB289C49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7863" y="3172667"/>
            <a:ext cx="4183062" cy="1857279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FBB768-D330-4ED9-A790-6ADD9B6D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10</a:t>
            </a:fld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4B2B2F-E5A9-43AD-A5F4-C4DCBBDFFB44}"/>
              </a:ext>
            </a:extLst>
          </p:cNvPr>
          <p:cNvSpPr txBox="1"/>
          <p:nvPr/>
        </p:nvSpPr>
        <p:spPr>
          <a:xfrm>
            <a:off x="5237017" y="1453346"/>
            <a:ext cx="4265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3"/>
                </a:solidFill>
              </a:rPr>
              <a:t>02 Courses.xlsx</a:t>
            </a:r>
            <a:r>
              <a:rPr lang="fr-CA" sz="1400" baseline="30000" dirty="0">
                <a:solidFill>
                  <a:srgbClr val="7030A0"/>
                </a:solidFill>
              </a:rPr>
              <a:t>1</a:t>
            </a:r>
            <a:endParaRPr lang="fr-CA" sz="14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B4DFB39-BF8F-427F-9E58-ABFA1C862DCC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4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pic>
        <p:nvPicPr>
          <p:cNvPr id="6" name="Média en ligne 5" title="Excel P2 D07 Analyse rapide">
            <a:hlinkClick r:id="" action="ppaction://media"/>
            <a:extLst>
              <a:ext uri="{FF2B5EF4-FFF2-40B4-BE49-F238E27FC236}">
                <a16:creationId xmlns:a16="http://schemas.microsoft.com/office/drawing/2014/main" id="{73735BCB-6ADF-0701-C955-2FC75737AB45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7472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B843271-A768-4AB4-92F3-46C70E5D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95" y="2700867"/>
            <a:ext cx="7644708" cy="1826581"/>
          </a:xfrm>
        </p:spPr>
        <p:txBody>
          <a:bodyPr>
            <a:normAutofit/>
          </a:bodyPr>
          <a:lstStyle/>
          <a:p>
            <a:r>
              <a:rPr lang="fr-CA" sz="3600" dirty="0"/>
              <a:t>4c) Tableau croisé dynamique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AF93DD5-8C57-4A51-B8E3-065B77766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E0EA86-B51D-44D8-9D47-1D824BD8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563536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Créer un tableau croisé dynamique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587D1E-4285-4685-9FB6-1D06D5B91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328" y="2160589"/>
            <a:ext cx="3324650" cy="3880772"/>
          </a:xfrm>
        </p:spPr>
        <p:txBody>
          <a:bodyPr>
            <a:normAutofit/>
          </a:bodyPr>
          <a:lstStyle/>
          <a:p>
            <a:r>
              <a:rPr lang="fr-CA" dirty="0"/>
              <a:t>Pourquoi?</a:t>
            </a:r>
          </a:p>
          <a:p>
            <a:r>
              <a:rPr lang="fr-CA" dirty="0"/>
              <a:t>Ce que ça prend pour faire un tableau croisé dynamique :</a:t>
            </a:r>
          </a:p>
          <a:p>
            <a:pPr lvl="1"/>
            <a:r>
              <a:rPr lang="fr-CA" dirty="0"/>
              <a:t>Des données répétitives et textuelles (Des catégories ou des constantes qui se répètes dans une ou des colonnes)</a:t>
            </a:r>
          </a:p>
          <a:p>
            <a:pPr lvl="1"/>
            <a:r>
              <a:rPr lang="fr-CA" dirty="0"/>
              <a:t>Des données qui se calculent (somme, moyenne, min, max, nb, etc.)</a:t>
            </a:r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98587" y="6492875"/>
            <a:ext cx="683339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12</a:t>
            </a:fld>
            <a:endParaRPr lang="fr-CA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B41351-CF9E-4915-8252-1F34329152FF}"/>
              </a:ext>
            </a:extLst>
          </p:cNvPr>
          <p:cNvSpPr txBox="1"/>
          <p:nvPr/>
        </p:nvSpPr>
        <p:spPr>
          <a:xfrm>
            <a:off x="4168240" y="1340532"/>
            <a:ext cx="57720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3"/>
                </a:solidFill>
              </a:rPr>
              <a:t>04 Base de données de facturation_.xlsx</a:t>
            </a:r>
            <a:endParaRPr lang="fr-CA" sz="14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</p:txBody>
      </p:sp>
      <p:pic>
        <p:nvPicPr>
          <p:cNvPr id="2" name="Média en ligne 1" title="Excel P4 D12 Tableau croisé dynamique">
            <a:hlinkClick r:id="" action="ppaction://media"/>
            <a:extLst>
              <a:ext uri="{FF2B5EF4-FFF2-40B4-BE49-F238E27FC236}">
                <a16:creationId xmlns:a16="http://schemas.microsoft.com/office/drawing/2014/main" id="{55DE6137-66C1-2356-4E93-42A134FB7CD2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804557" y="2078961"/>
            <a:ext cx="7043738" cy="3962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5167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286063" cy="1320800"/>
          </a:xfrm>
        </p:spPr>
        <p:txBody>
          <a:bodyPr/>
          <a:lstStyle/>
          <a:p>
            <a:r>
              <a:rPr lang="fr-CA" dirty="0"/>
              <a:t>Créer un tableau croisé dynamique (suite)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824" y="6406487"/>
            <a:ext cx="683339" cy="365125"/>
          </a:xfrm>
        </p:spPr>
        <p:txBody>
          <a:bodyPr/>
          <a:lstStyle/>
          <a:p>
            <a:fld id="{3767F5D2-7F37-4738-9DBB-D901C2C150F0}" type="slidenum">
              <a:rPr lang="fr-CA" smtClean="0">
                <a:solidFill>
                  <a:schemeClr val="bg1"/>
                </a:solidFill>
              </a:rPr>
              <a:t>13</a:t>
            </a:fld>
            <a:endParaRPr lang="fr-CA" dirty="0">
              <a:solidFill>
                <a:schemeClr val="bg1"/>
              </a:solidFill>
            </a:endParaRPr>
          </a:p>
        </p:txBody>
      </p:sp>
      <p:pic>
        <p:nvPicPr>
          <p:cNvPr id="11" name="Média en ligne 10" title="Excel P4 D13 Tableau croisé dynamique2">
            <a:hlinkClick r:id="" action="ppaction://media"/>
            <a:extLst>
              <a:ext uri="{FF2B5EF4-FFF2-40B4-BE49-F238E27FC236}">
                <a16:creationId xmlns:a16="http://schemas.microsoft.com/office/drawing/2014/main" id="{9612F5AA-67A4-E268-E5C9-F57274B548D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77334" y="1317065"/>
            <a:ext cx="9048557" cy="50894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004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4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5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6" name="Isosceles Triangle 1035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7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8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9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40" name="Isosceles Triangle 1039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41" name="Isosceles Triangle 1040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</p:grpSp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10262071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bg1"/>
                </a:solidFill>
              </a:rPr>
              <a:t>Exercices sur les Tableaux </a:t>
            </a:r>
            <a:r>
              <a:rPr lang="en-US" sz="31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croisés</a:t>
            </a:r>
            <a:r>
              <a:rPr lang="en-US" sz="3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dynamiques</a:t>
            </a:r>
            <a:r>
              <a:rPr lang="en-US" sz="3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(TCD)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E523EAC-407D-A031-982B-15B883444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1700">
                <a:solidFill>
                  <a:schemeClr val="bg1"/>
                </a:solidFill>
              </a:rPr>
              <a:t>Ouvrir le classeur 05 Base de données de recettes_.xlsx</a:t>
            </a:r>
          </a:p>
          <a:p>
            <a:r>
              <a:rPr lang="en-US" sz="1700">
                <a:solidFill>
                  <a:schemeClr val="bg1"/>
                </a:solidFill>
              </a:rPr>
              <a:t>Reproduire le TCD suivant :</a:t>
            </a:r>
          </a:p>
          <a:p>
            <a:r>
              <a:rPr lang="en-US" sz="1700">
                <a:solidFill>
                  <a:schemeClr val="bg1"/>
                </a:solidFill>
              </a:rPr>
              <a:t>À noter que la feuille tblRecettes a été modifiée :</a:t>
            </a:r>
          </a:p>
          <a:p>
            <a:pPr lvl="1"/>
            <a:r>
              <a:rPr lang="en-US" sz="1700">
                <a:solidFill>
                  <a:schemeClr val="bg1"/>
                </a:solidFill>
              </a:rPr>
              <a:t>Un tableau a été insérer</a:t>
            </a:r>
          </a:p>
          <a:p>
            <a:pPr lvl="1"/>
            <a:r>
              <a:rPr lang="en-US" sz="1700">
                <a:solidFill>
                  <a:schemeClr val="bg1"/>
                </a:solidFill>
              </a:rPr>
              <a:t>Une colonne calculée a été ajoutée pour calculer le temps total de chaque recette (prép + cuisson)</a:t>
            </a:r>
          </a:p>
          <a:p>
            <a:pPr lvl="1"/>
            <a:r>
              <a:rPr lang="en-US" sz="1700">
                <a:solidFill>
                  <a:schemeClr val="bg1"/>
                </a:solidFill>
              </a:rPr>
              <a:t>L’ordre de tri est sur le titre en ordre croissant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C91413-E2CC-B576-2C54-02F3FF39986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9181" y="1873769"/>
            <a:ext cx="7194152" cy="321938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6161" y="6182876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767F5D2-7F37-4738-9DBB-D901C2C150F0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 defTabSz="457200"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0" name="Graphique 9" descr="Logement">
            <a:hlinkClick r:id="rId3" action="ppaction://hlinksldjump"/>
            <a:extLst>
              <a:ext uri="{FF2B5EF4-FFF2-40B4-BE49-F238E27FC236}">
                <a16:creationId xmlns:a16="http://schemas.microsoft.com/office/drawing/2014/main" id="{6FB0D293-B6E5-3DC1-B480-A6176DD425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8142" y="6122077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5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4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5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6" name="Isosceles Triangle 1035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7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8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39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40" name="Isosceles Triangle 1039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041" name="Isosceles Triangle 1040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</p:grpSp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10262071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>
                <a:solidFill>
                  <a:schemeClr val="bg1"/>
                </a:solidFill>
              </a:rPr>
              <a:t>Exercices sur les Tableaux </a:t>
            </a:r>
            <a:r>
              <a:rPr lang="en-US" sz="31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croisés</a:t>
            </a:r>
            <a:r>
              <a:rPr lang="en-US" sz="3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dynamiques</a:t>
            </a:r>
            <a:r>
              <a:rPr lang="en-US" sz="3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(suite)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E523EAC-407D-A031-982B-15B883444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CA" sz="1700" dirty="0">
                <a:solidFill>
                  <a:schemeClr val="bg1"/>
                </a:solidFill>
              </a:rPr>
              <a:t>Notez qu’il serait possible d’arriver à ajouter un graphique croisé dynamique comme ceci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6161" y="6182876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767F5D2-7F37-4738-9DBB-D901C2C150F0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 defTabSz="457200"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8" name="Média en ligne 7" title="Excel P4 D15 Explication Graphique Croisé Dynamique">
            <a:hlinkClick r:id="" action="ppaction://media"/>
            <a:extLst>
              <a:ext uri="{FF2B5EF4-FFF2-40B4-BE49-F238E27FC236}">
                <a16:creationId xmlns:a16="http://schemas.microsoft.com/office/drawing/2014/main" id="{7FC461C7-4E59-FE98-F8ED-B94D8B044253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584367" y="2110621"/>
            <a:ext cx="6167896" cy="346944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837788E-462E-6B4B-139B-CEF26A8B5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48" y="3223016"/>
            <a:ext cx="4400674" cy="25649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aphique 8" descr="Logement">
            <a:hlinkClick r:id="rId5" action="ppaction://hlinksldjump"/>
            <a:extLst>
              <a:ext uri="{FF2B5EF4-FFF2-40B4-BE49-F238E27FC236}">
                <a16:creationId xmlns:a16="http://schemas.microsoft.com/office/drawing/2014/main" id="{7492F9B1-FFE7-EDF6-F50C-5297C20C5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78142" y="6122077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3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ED666-3429-4A18-8D27-EB9710F8617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Milieu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40A975-3DD2-42E4-80DA-D7060017582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Fin de la partie 4</a:t>
            </a:r>
          </a:p>
        </p:txBody>
      </p:sp>
      <p:pic>
        <p:nvPicPr>
          <p:cNvPr id="7" name="Image 6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AF8AAAA8-543A-4BC9-B938-C4BE96FD98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47" y="1016846"/>
            <a:ext cx="3124206" cy="16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7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3_Facette">
  <a:themeElements>
    <a:clrScheme name="Rouge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4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498</Words>
  <Application>Microsoft Office PowerPoint</Application>
  <PresentationFormat>Grand écran</PresentationFormat>
  <Paragraphs>71</Paragraphs>
  <Slides>16</Slides>
  <Notes>0</Notes>
  <HiddenSlides>0</HiddenSlides>
  <MMClips>9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Trebuchet MS</vt:lpstr>
      <vt:lpstr>Wingdings 3</vt:lpstr>
      <vt:lpstr>Facette</vt:lpstr>
      <vt:lpstr>Facette</vt:lpstr>
      <vt:lpstr>3_Facette</vt:lpstr>
      <vt:lpstr>1_Facette</vt:lpstr>
      <vt:lpstr>Milieu informatique</vt:lpstr>
      <vt:lpstr>Contenu</vt:lpstr>
      <vt:lpstr>4a) Mise en page et impression</vt:lpstr>
      <vt:lpstr>Aperçu avant impression et outils</vt:lpstr>
      <vt:lpstr>Onglet Mise en page</vt:lpstr>
      <vt:lpstr>Onglet Mise en page (toutes les options)</vt:lpstr>
      <vt:lpstr>Autres modes d’affichage  (Mise en page et Aperçu des sauts de page)</vt:lpstr>
      <vt:lpstr>4b) Somme automatique et analyse rapide</vt:lpstr>
      <vt:lpstr>Le bouton Somme automatique</vt:lpstr>
      <vt:lpstr>Le bouton Analyse rapide</vt:lpstr>
      <vt:lpstr>4c) Tableau croisé dynamique</vt:lpstr>
      <vt:lpstr>Créer un tableau croisé dynamique</vt:lpstr>
      <vt:lpstr>Créer un tableau croisé dynamique (suite)</vt:lpstr>
      <vt:lpstr>Exercices sur les Tableaux croisés dynamiques (TCD)</vt:lpstr>
      <vt:lpstr>Exercices sur les Tableaux croisés dynamiques (suite)</vt:lpstr>
      <vt:lpstr>Milieu informatique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Martin Hardy</dc:creator>
  <cp:lastModifiedBy>Christopher Coulombe</cp:lastModifiedBy>
  <cp:revision>3</cp:revision>
  <dcterms:created xsi:type="dcterms:W3CDTF">2022-08-29T18:25:38Z</dcterms:created>
  <dcterms:modified xsi:type="dcterms:W3CDTF">2023-09-12T01:26:07Z</dcterms:modified>
</cp:coreProperties>
</file>