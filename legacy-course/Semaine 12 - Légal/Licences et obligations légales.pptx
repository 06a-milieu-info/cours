
<file path=[Content_Types].xml><?xml version="1.0" encoding="utf-8"?>
<Types xmlns="http://schemas.openxmlformats.org/package/2006/content-types">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5" Type="http://schemas.microsoft.com/office/2020/02/relationships/classificationlabels" Target="docMetadata/LabelInfo.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autoCompressPictures="0">
  <p:sldMasterIdLst>
    <p:sldMasterId id="2147483666" r:id="rId4"/>
  </p:sldMasterIdLst>
  <p:notesMasterIdLst>
    <p:notesMasterId r:id="rId26"/>
  </p:notesMasterIdLst>
  <p:handoutMasterIdLst>
    <p:handoutMasterId r:id="rId27"/>
  </p:handoutMasterIdLst>
  <p:sldIdLst>
    <p:sldId id="256" r:id="rId5"/>
    <p:sldId id="277" r:id="rId6"/>
    <p:sldId id="259" r:id="rId7"/>
    <p:sldId id="260" r:id="rId8"/>
    <p:sldId id="261" r:id="rId9"/>
    <p:sldId id="262" r:id="rId10"/>
    <p:sldId id="263" r:id="rId11"/>
    <p:sldId id="264" r:id="rId12"/>
    <p:sldId id="265" r:id="rId13"/>
    <p:sldId id="266" r:id="rId14"/>
    <p:sldId id="267" r:id="rId15"/>
    <p:sldId id="272" r:id="rId16"/>
    <p:sldId id="273" r:id="rId17"/>
    <p:sldId id="268" r:id="rId18"/>
    <p:sldId id="269" r:id="rId19"/>
    <p:sldId id="270" r:id="rId20"/>
    <p:sldId id="271" r:id="rId21"/>
    <p:sldId id="274" r:id="rId22"/>
    <p:sldId id="275" r:id="rId23"/>
    <p:sldId id="276" r:id="rId24"/>
    <p:sldId id="278" r:id="rId25"/>
  </p:sldIdLst>
  <p:sldSz cx="12192000" cy="6858000"/>
  <p:notesSz cx="6858000" cy="9144000"/>
  <p:defaultTextStyle>
    <a:defPPr rtl="0">
      <a:defRPr lang="fr-CA"/>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Section par défaut" id="{86B8CED1-C273-4443-BC26-F16B3C8AB9F0}">
          <p14:sldIdLst>
            <p14:sldId id="256"/>
          </p14:sldIdLst>
        </p14:section>
        <p14:section name="Section récapitulative" id="{A16D353E-C62D-40E1-A133-3CA97A655177}">
          <p14:sldIdLst>
            <p14:sldId id="277"/>
          </p14:sldIdLst>
        </p14:section>
        <p14:section name="Licences Propriétaires" id="{149B6A15-2771-463F-81B8-BF1E0E82A560}">
          <p14:sldIdLst>
            <p14:sldId id="259"/>
            <p14:sldId id="260"/>
            <p14:sldId id="261"/>
          </p14:sldIdLst>
        </p14:section>
        <p14:section name="Les licences open-source" id="{6AFB7581-A937-4B36-BD73-C43B53585AC2}">
          <p14:sldIdLst>
            <p14:sldId id="262"/>
            <p14:sldId id="263"/>
            <p14:sldId id="264"/>
            <p14:sldId id="265"/>
            <p14:sldId id="266"/>
            <p14:sldId id="267"/>
          </p14:sldIdLst>
        </p14:section>
        <p14:section name="Conséquences" id="{309565F9-1C63-4EC4-8DEC-7931FC61CF56}">
          <p14:sldIdLst>
            <p14:sldId id="272"/>
            <p14:sldId id="273"/>
          </p14:sldIdLst>
        </p14:section>
        <p14:section name="Discussions" id="{17A07E54-9356-4A61-ABCA-B165877342C1}">
          <p14:sldIdLst>
            <p14:sldId id="268"/>
            <p14:sldId id="269"/>
          </p14:sldIdLst>
        </p14:section>
        <p14:section name="Outils" id="{5BF902D7-CCB1-4568-B760-311D9A613918}">
          <p14:sldIdLst>
            <p14:sldId id="270"/>
            <p14:sldId id="271"/>
          </p14:sldIdLst>
        </p14:section>
        <p14:section name="Obligations légales" id="{22EA34B6-CDF3-415A-8596-235906CD2421}">
          <p14:sldIdLst>
            <p14:sldId id="274"/>
            <p14:sldId id="275"/>
            <p14:sldId id="276"/>
            <p14:sldId id="278"/>
          </p14:sldIdLst>
        </p14:section>
      </p14:sectionLst>
    </p:ext>
    <p:ext uri="{EFAFB233-063F-42B5-8137-9DF3F51BA10A}">
      <p15:sldGuideLst xmlns:p15="http://schemas.microsoft.com/office/powerpoint/2012/main">
        <p15:guide id="1" orient="horz" pos="3360" userDrawn="1">
          <p15:clr>
            <a:srgbClr val="A4A3A4"/>
          </p15:clr>
        </p15:guide>
        <p15:guide id="2" pos="3840">
          <p15:clr>
            <a:srgbClr val="A4A3A4"/>
          </p15:clr>
        </p15:guide>
      </p15:sldGuideLst>
    </p:ext>
    <p:ext uri="{2D200454-40CA-4A62-9FC3-DE9A4176ACB9}">
      <p15:notes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00000000-0000-0000-0000-000000000000}" name="Author" initials="A" userId="Author" providerId="AD"/>
</p188:authorLst>
</file>

<file path=ppt/commentAuthors.xml><?xml version="1.0" encoding="utf-8"?>
<p:cmAuthorLst xmlns:a="http://schemas.openxmlformats.org/drawingml/2006/main" xmlns:r="http://schemas.openxmlformats.org/officeDocument/2006/relationships" xmlns:p="http://schemas.openxmlformats.org/presentationml/2006/main">
  <p:cmAuthor id="5" name="Author" initials="A" lastIdx="0" clrIdx="4"/>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E9E6D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8BCA9818-B5EE-2948-A1EC-114B70794CB3}" v="1" dt="2025-03-31T18:44:16.884"/>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000" autoAdjust="0"/>
    <p:restoredTop sz="94249" autoAdjust="0"/>
  </p:normalViewPr>
  <p:slideViewPr>
    <p:cSldViewPr snapToGrid="0">
      <p:cViewPr varScale="1">
        <p:scale>
          <a:sx n="111" d="100"/>
          <a:sy n="111" d="100"/>
        </p:scale>
        <p:origin x="594" y="96"/>
      </p:cViewPr>
      <p:guideLst>
        <p:guide orient="horz" pos="3360"/>
        <p:guide pos="3840"/>
      </p:guideLst>
    </p:cSldViewPr>
  </p:slideViewPr>
  <p:notesTextViewPr>
    <p:cViewPr>
      <p:scale>
        <a:sx n="1" d="1"/>
        <a:sy n="1" d="1"/>
      </p:scale>
      <p:origin x="0" y="0"/>
    </p:cViewPr>
  </p:notesTextViewPr>
  <p:notesViewPr>
    <p:cSldViewPr snapToGrid="0">
      <p:cViewPr>
        <p:scale>
          <a:sx n="1" d="2"/>
          <a:sy n="1" d="2"/>
        </p:scale>
        <p:origin x="2886" y="114"/>
      </p:cViewPr>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notesMaster" Target="notesMasters/notesMaster1.xml"/><Relationship Id="rId3" Type="http://schemas.openxmlformats.org/officeDocument/2006/relationships/customXml" Target="../customXml/item3.xml"/><Relationship Id="rId21" Type="http://schemas.openxmlformats.org/officeDocument/2006/relationships/slide" Target="slides/slide17.xml"/><Relationship Id="rId34" Type="http://schemas.microsoft.com/office/2015/10/relationships/revisionInfo" Target="revisionInfo.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microsoft.com/office/2016/11/relationships/changesInfo" Target="changesInfos/changesInfo1.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presProps" Target="presProp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tableStyles" Target="tableStyle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commentAuthors" Target="commentAuthors.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theme" Target="theme/theme1.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handoutMaster" Target="handoutMasters/handoutMaster1.xml"/><Relationship Id="rId30" Type="http://schemas.openxmlformats.org/officeDocument/2006/relationships/viewProps" Target="viewProps.xml"/><Relationship Id="rId35" Type="http://schemas.microsoft.com/office/2018/10/relationships/authors" Target="authors.xml"/><Relationship Id="rId8" Type="http://schemas.openxmlformats.org/officeDocument/2006/relationships/slide" Target="slides/slide4.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Christopher Coulombe" userId="a998e8d0-2d43-4621-ac06-202b3484f264" providerId="ADAL" clId="{F52E8D1F-9864-47A5-8DFE-47EC865A9848}"/>
    <pc:docChg chg="undo redo custSel addSld delSld modSld modMainMaster addSection delSection modSection">
      <pc:chgData name="Christopher Coulombe" userId="a998e8d0-2d43-4621-ac06-202b3484f264" providerId="ADAL" clId="{F52E8D1F-9864-47A5-8DFE-47EC865A9848}" dt="2023-05-08T00:03:15.665" v="1737" actId="1076"/>
      <pc:docMkLst>
        <pc:docMk/>
      </pc:docMkLst>
      <pc:sldChg chg="addSp delSp modSp del mod">
        <pc:chgData name="Christopher Coulombe" userId="a998e8d0-2d43-4621-ac06-202b3484f264" providerId="ADAL" clId="{F52E8D1F-9864-47A5-8DFE-47EC865A9848}" dt="2023-05-08T00:00:34.352" v="1666" actId="47"/>
        <pc:sldMkLst>
          <pc:docMk/>
          <pc:sldMk cId="3077767079" sldId="257"/>
        </pc:sldMkLst>
        <pc:graphicFrameChg chg="add del mod modGraphic">
          <ac:chgData name="Christopher Coulombe" userId="a998e8d0-2d43-4621-ac06-202b3484f264" providerId="ADAL" clId="{F52E8D1F-9864-47A5-8DFE-47EC865A9848}" dt="2023-05-07T23:59:43.166" v="1655" actId="27310"/>
          <ac:graphicFrameMkLst>
            <pc:docMk/>
            <pc:sldMk cId="3077767079" sldId="257"/>
            <ac:graphicFrameMk id="8" creationId="{C308E28A-0B9D-A578-6DCD-4748496B8C98}"/>
          </ac:graphicFrameMkLst>
        </pc:graphicFrameChg>
        <pc:graphicFrameChg chg="add del mod modGraphic">
          <ac:chgData name="Christopher Coulombe" userId="a998e8d0-2d43-4621-ac06-202b3484f264" providerId="ADAL" clId="{F52E8D1F-9864-47A5-8DFE-47EC865A9848}" dt="2023-05-07T23:59:43.166" v="1655" actId="27310"/>
          <ac:graphicFrameMkLst>
            <pc:docMk/>
            <pc:sldMk cId="3077767079" sldId="257"/>
            <ac:graphicFrameMk id="10" creationId="{EDC68FB3-042A-6DA8-EB17-817B4F46C8E9}"/>
          </ac:graphicFrameMkLst>
        </pc:graphicFrameChg>
        <pc:graphicFrameChg chg="add del mod modGraphic">
          <ac:chgData name="Christopher Coulombe" userId="a998e8d0-2d43-4621-ac06-202b3484f264" providerId="ADAL" clId="{F52E8D1F-9864-47A5-8DFE-47EC865A9848}" dt="2023-05-07T23:59:43.166" v="1655" actId="27310"/>
          <ac:graphicFrameMkLst>
            <pc:docMk/>
            <pc:sldMk cId="3077767079" sldId="257"/>
            <ac:graphicFrameMk id="12" creationId="{F3A56422-E813-A446-5EF7-AC7C2FCBB6EF}"/>
          </ac:graphicFrameMkLst>
        </pc:graphicFrameChg>
        <pc:graphicFrameChg chg="add del mod modGraphic">
          <ac:chgData name="Christopher Coulombe" userId="a998e8d0-2d43-4621-ac06-202b3484f264" providerId="ADAL" clId="{F52E8D1F-9864-47A5-8DFE-47EC865A9848}" dt="2023-05-07T23:59:43.166" v="1655" actId="27310"/>
          <ac:graphicFrameMkLst>
            <pc:docMk/>
            <pc:sldMk cId="3077767079" sldId="257"/>
            <ac:graphicFrameMk id="14" creationId="{D96FC964-B771-1C92-4282-6212CA5008D3}"/>
          </ac:graphicFrameMkLst>
        </pc:graphicFrameChg>
        <pc:graphicFrameChg chg="add del mod modGraphic">
          <ac:chgData name="Christopher Coulombe" userId="a998e8d0-2d43-4621-ac06-202b3484f264" providerId="ADAL" clId="{F52E8D1F-9864-47A5-8DFE-47EC865A9848}" dt="2023-05-07T23:59:43.166" v="1655" actId="27310"/>
          <ac:graphicFrameMkLst>
            <pc:docMk/>
            <pc:sldMk cId="3077767079" sldId="257"/>
            <ac:graphicFrameMk id="16" creationId="{DA0DCBBC-205C-8567-6F24-50C027C57D2A}"/>
          </ac:graphicFrameMkLst>
        </pc:graphicFrameChg>
        <pc:graphicFrameChg chg="add del mod modGraphic">
          <ac:chgData name="Christopher Coulombe" userId="a998e8d0-2d43-4621-ac06-202b3484f264" providerId="ADAL" clId="{F52E8D1F-9864-47A5-8DFE-47EC865A9848}" dt="2023-05-07T23:59:43.166" v="1655" actId="27310"/>
          <ac:graphicFrameMkLst>
            <pc:docMk/>
            <pc:sldMk cId="3077767079" sldId="257"/>
            <ac:graphicFrameMk id="18" creationId="{8503FD30-DB4F-C0D6-5D5A-9C9A06B9A9D1}"/>
          </ac:graphicFrameMkLst>
        </pc:graphicFrameChg>
        <pc:graphicFrameChg chg="add del mod modGraphic">
          <ac:chgData name="Christopher Coulombe" userId="a998e8d0-2d43-4621-ac06-202b3484f264" providerId="ADAL" clId="{F52E8D1F-9864-47A5-8DFE-47EC865A9848}" dt="2023-05-07T23:59:43.166" v="1655" actId="27310"/>
          <ac:graphicFrameMkLst>
            <pc:docMk/>
            <pc:sldMk cId="3077767079" sldId="257"/>
            <ac:graphicFrameMk id="20" creationId="{1910EACA-9CFD-6055-739A-C8D0622643D8}"/>
          </ac:graphicFrameMkLst>
        </pc:graphicFrameChg>
      </pc:sldChg>
      <pc:sldChg chg="modSp mod chgLayout">
        <pc:chgData name="Christopher Coulombe" userId="a998e8d0-2d43-4621-ac06-202b3484f264" providerId="ADAL" clId="{F52E8D1F-9864-47A5-8DFE-47EC865A9848}" dt="2023-05-07T23:33:15.017" v="1114" actId="700"/>
        <pc:sldMkLst>
          <pc:docMk/>
          <pc:sldMk cId="1758963319" sldId="260"/>
        </pc:sldMkLst>
        <pc:spChg chg="mod ord">
          <ac:chgData name="Christopher Coulombe" userId="a998e8d0-2d43-4621-ac06-202b3484f264" providerId="ADAL" clId="{F52E8D1F-9864-47A5-8DFE-47EC865A9848}" dt="2023-05-07T23:33:15.017" v="1114" actId="700"/>
          <ac:spMkLst>
            <pc:docMk/>
            <pc:sldMk cId="1758963319" sldId="260"/>
            <ac:spMk id="2" creationId="{10B54953-AF9D-CB62-590E-44D29325E700}"/>
          </ac:spMkLst>
        </pc:spChg>
        <pc:spChg chg="mod ord">
          <ac:chgData name="Christopher Coulombe" userId="a998e8d0-2d43-4621-ac06-202b3484f264" providerId="ADAL" clId="{F52E8D1F-9864-47A5-8DFE-47EC865A9848}" dt="2023-05-07T23:33:15.017" v="1114" actId="700"/>
          <ac:spMkLst>
            <pc:docMk/>
            <pc:sldMk cId="1758963319" sldId="260"/>
            <ac:spMk id="11" creationId="{C1D9598E-0C3D-1C1C-25A9-A478B6264365}"/>
          </ac:spMkLst>
        </pc:spChg>
        <pc:spChg chg="mod ord">
          <ac:chgData name="Christopher Coulombe" userId="a998e8d0-2d43-4621-ac06-202b3484f264" providerId="ADAL" clId="{F52E8D1F-9864-47A5-8DFE-47EC865A9848}" dt="2023-05-07T23:33:15.017" v="1114" actId="700"/>
          <ac:spMkLst>
            <pc:docMk/>
            <pc:sldMk cId="1758963319" sldId="260"/>
            <ac:spMk id="12" creationId="{260B505D-CD9F-F09D-10AF-F570F4070C6C}"/>
          </ac:spMkLst>
        </pc:spChg>
        <pc:spChg chg="mod ord">
          <ac:chgData name="Christopher Coulombe" userId="a998e8d0-2d43-4621-ac06-202b3484f264" providerId="ADAL" clId="{F52E8D1F-9864-47A5-8DFE-47EC865A9848}" dt="2023-05-07T23:33:15.017" v="1114" actId="700"/>
          <ac:spMkLst>
            <pc:docMk/>
            <pc:sldMk cId="1758963319" sldId="260"/>
            <ac:spMk id="13" creationId="{A0CFC21D-DF79-A80D-18EC-C35FB1A6C029}"/>
          </ac:spMkLst>
        </pc:spChg>
        <pc:spChg chg="mod ord">
          <ac:chgData name="Christopher Coulombe" userId="a998e8d0-2d43-4621-ac06-202b3484f264" providerId="ADAL" clId="{F52E8D1F-9864-47A5-8DFE-47EC865A9848}" dt="2023-05-07T23:33:15.017" v="1114" actId="700"/>
          <ac:spMkLst>
            <pc:docMk/>
            <pc:sldMk cId="1758963319" sldId="260"/>
            <ac:spMk id="24" creationId="{E343F8C6-E208-1ACD-DD83-2132FCA63D3E}"/>
          </ac:spMkLst>
        </pc:spChg>
        <pc:spChg chg="mod ord">
          <ac:chgData name="Christopher Coulombe" userId="a998e8d0-2d43-4621-ac06-202b3484f264" providerId="ADAL" clId="{F52E8D1F-9864-47A5-8DFE-47EC865A9848}" dt="2023-05-07T23:33:15.017" v="1114" actId="700"/>
          <ac:spMkLst>
            <pc:docMk/>
            <pc:sldMk cId="1758963319" sldId="260"/>
            <ac:spMk id="25" creationId="{A2DDD4CD-BAF6-7056-31A9-94E67271FB98}"/>
          </ac:spMkLst>
        </pc:spChg>
        <pc:spChg chg="mod ord">
          <ac:chgData name="Christopher Coulombe" userId="a998e8d0-2d43-4621-ac06-202b3484f264" providerId="ADAL" clId="{F52E8D1F-9864-47A5-8DFE-47EC865A9848}" dt="2023-05-07T23:33:15.017" v="1114" actId="700"/>
          <ac:spMkLst>
            <pc:docMk/>
            <pc:sldMk cId="1758963319" sldId="260"/>
            <ac:spMk id="38" creationId="{305E83DC-0FD6-7BDF-48D1-C56F942A3FC5}"/>
          </ac:spMkLst>
        </pc:spChg>
        <pc:spChg chg="mod ord">
          <ac:chgData name="Christopher Coulombe" userId="a998e8d0-2d43-4621-ac06-202b3484f264" providerId="ADAL" clId="{F52E8D1F-9864-47A5-8DFE-47EC865A9848}" dt="2023-05-07T23:33:15.017" v="1114" actId="700"/>
          <ac:spMkLst>
            <pc:docMk/>
            <pc:sldMk cId="1758963319" sldId="260"/>
            <ac:spMk id="44" creationId="{C597542B-BC84-BCBD-1347-9C89D895392C}"/>
          </ac:spMkLst>
        </pc:spChg>
        <pc:spChg chg="mod ord">
          <ac:chgData name="Christopher Coulombe" userId="a998e8d0-2d43-4621-ac06-202b3484f264" providerId="ADAL" clId="{F52E8D1F-9864-47A5-8DFE-47EC865A9848}" dt="2023-05-07T23:33:15.017" v="1114" actId="700"/>
          <ac:spMkLst>
            <pc:docMk/>
            <pc:sldMk cId="1758963319" sldId="260"/>
            <ac:spMk id="45" creationId="{20E2FB26-F330-AC57-75E9-98142E69E6B2}"/>
          </ac:spMkLst>
        </pc:spChg>
        <pc:spChg chg="mod ord">
          <ac:chgData name="Christopher Coulombe" userId="a998e8d0-2d43-4621-ac06-202b3484f264" providerId="ADAL" clId="{F52E8D1F-9864-47A5-8DFE-47EC865A9848}" dt="2023-05-07T23:33:15.017" v="1114" actId="700"/>
          <ac:spMkLst>
            <pc:docMk/>
            <pc:sldMk cId="1758963319" sldId="260"/>
            <ac:spMk id="46" creationId="{C54471CE-C82A-257E-FCFB-2B3F4510F241}"/>
          </ac:spMkLst>
        </pc:spChg>
      </pc:sldChg>
      <pc:sldChg chg="modSp mod chgLayout">
        <pc:chgData name="Christopher Coulombe" userId="a998e8d0-2d43-4621-ac06-202b3484f264" providerId="ADAL" clId="{F52E8D1F-9864-47A5-8DFE-47EC865A9848}" dt="2023-05-07T23:33:20.087" v="1115" actId="700"/>
        <pc:sldMkLst>
          <pc:docMk/>
          <pc:sldMk cId="1031838098" sldId="261"/>
        </pc:sldMkLst>
        <pc:spChg chg="mod ord">
          <ac:chgData name="Christopher Coulombe" userId="a998e8d0-2d43-4621-ac06-202b3484f264" providerId="ADAL" clId="{F52E8D1F-9864-47A5-8DFE-47EC865A9848}" dt="2023-05-07T23:33:20.087" v="1115" actId="700"/>
          <ac:spMkLst>
            <pc:docMk/>
            <pc:sldMk cId="1031838098" sldId="261"/>
            <ac:spMk id="2" creationId="{8F7D80FC-4676-730E-7B2A-4AD0F0332CFF}"/>
          </ac:spMkLst>
        </pc:spChg>
        <pc:spChg chg="mod ord">
          <ac:chgData name="Christopher Coulombe" userId="a998e8d0-2d43-4621-ac06-202b3484f264" providerId="ADAL" clId="{F52E8D1F-9864-47A5-8DFE-47EC865A9848}" dt="2023-05-07T23:33:20.087" v="1115" actId="700"/>
          <ac:spMkLst>
            <pc:docMk/>
            <pc:sldMk cId="1031838098" sldId="261"/>
            <ac:spMk id="9" creationId="{76202F91-C650-1142-2A87-0FA5D4EABED6}"/>
          </ac:spMkLst>
        </pc:spChg>
        <pc:spChg chg="mod ord">
          <ac:chgData name="Christopher Coulombe" userId="a998e8d0-2d43-4621-ac06-202b3484f264" providerId="ADAL" clId="{F52E8D1F-9864-47A5-8DFE-47EC865A9848}" dt="2023-05-07T23:33:20.087" v="1115" actId="700"/>
          <ac:spMkLst>
            <pc:docMk/>
            <pc:sldMk cId="1031838098" sldId="261"/>
            <ac:spMk id="10" creationId="{96660ACD-E033-D808-BF00-F09D519B96AB}"/>
          </ac:spMkLst>
        </pc:spChg>
        <pc:spChg chg="mod ord">
          <ac:chgData name="Christopher Coulombe" userId="a998e8d0-2d43-4621-ac06-202b3484f264" providerId="ADAL" clId="{F52E8D1F-9864-47A5-8DFE-47EC865A9848}" dt="2023-05-07T23:33:20.087" v="1115" actId="700"/>
          <ac:spMkLst>
            <pc:docMk/>
            <pc:sldMk cId="1031838098" sldId="261"/>
            <ac:spMk id="11" creationId="{04A0E0B2-EB0D-15F1-01C2-4C7DC8946FCC}"/>
          </ac:spMkLst>
        </pc:spChg>
        <pc:spChg chg="mod ord">
          <ac:chgData name="Christopher Coulombe" userId="a998e8d0-2d43-4621-ac06-202b3484f264" providerId="ADAL" clId="{F52E8D1F-9864-47A5-8DFE-47EC865A9848}" dt="2023-05-07T23:33:20.087" v="1115" actId="700"/>
          <ac:spMkLst>
            <pc:docMk/>
            <pc:sldMk cId="1031838098" sldId="261"/>
            <ac:spMk id="12" creationId="{B4ED3A46-D701-AC47-5C00-138FCB72F3D0}"/>
          </ac:spMkLst>
        </pc:spChg>
        <pc:spChg chg="mod ord">
          <ac:chgData name="Christopher Coulombe" userId="a998e8d0-2d43-4621-ac06-202b3484f264" providerId="ADAL" clId="{F52E8D1F-9864-47A5-8DFE-47EC865A9848}" dt="2023-05-07T23:33:20.087" v="1115" actId="700"/>
          <ac:spMkLst>
            <pc:docMk/>
            <pc:sldMk cId="1031838098" sldId="261"/>
            <ac:spMk id="13" creationId="{7C6FF391-98C9-1775-7ED0-9175915CBE39}"/>
          </ac:spMkLst>
        </pc:spChg>
        <pc:spChg chg="mod ord">
          <ac:chgData name="Christopher Coulombe" userId="a998e8d0-2d43-4621-ac06-202b3484f264" providerId="ADAL" clId="{F52E8D1F-9864-47A5-8DFE-47EC865A9848}" dt="2023-05-07T23:33:20.087" v="1115" actId="700"/>
          <ac:spMkLst>
            <pc:docMk/>
            <pc:sldMk cId="1031838098" sldId="261"/>
            <ac:spMk id="14" creationId="{59A9ED5B-1826-5161-52BF-57362396E38D}"/>
          </ac:spMkLst>
        </pc:spChg>
        <pc:spChg chg="mod ord">
          <ac:chgData name="Christopher Coulombe" userId="a998e8d0-2d43-4621-ac06-202b3484f264" providerId="ADAL" clId="{F52E8D1F-9864-47A5-8DFE-47EC865A9848}" dt="2023-05-07T23:33:20.087" v="1115" actId="700"/>
          <ac:spMkLst>
            <pc:docMk/>
            <pc:sldMk cId="1031838098" sldId="261"/>
            <ac:spMk id="15" creationId="{1084674A-C85B-CC78-46AA-68BABD87D205}"/>
          </ac:spMkLst>
        </pc:spChg>
        <pc:spChg chg="mod ord">
          <ac:chgData name="Christopher Coulombe" userId="a998e8d0-2d43-4621-ac06-202b3484f264" providerId="ADAL" clId="{F52E8D1F-9864-47A5-8DFE-47EC865A9848}" dt="2023-05-07T23:33:20.087" v="1115" actId="700"/>
          <ac:spMkLst>
            <pc:docMk/>
            <pc:sldMk cId="1031838098" sldId="261"/>
            <ac:spMk id="16" creationId="{9F0F5C20-73E8-C540-3823-9B55110240EE}"/>
          </ac:spMkLst>
        </pc:spChg>
        <pc:spChg chg="mod ord">
          <ac:chgData name="Christopher Coulombe" userId="a998e8d0-2d43-4621-ac06-202b3484f264" providerId="ADAL" clId="{F52E8D1F-9864-47A5-8DFE-47EC865A9848}" dt="2023-05-07T23:33:20.087" v="1115" actId="700"/>
          <ac:spMkLst>
            <pc:docMk/>
            <pc:sldMk cId="1031838098" sldId="261"/>
            <ac:spMk id="17" creationId="{895749FC-9661-F4C6-A599-689F3A114B72}"/>
          </ac:spMkLst>
        </pc:spChg>
      </pc:sldChg>
      <pc:sldChg chg="modSp new mod">
        <pc:chgData name="Christopher Coulombe" userId="a998e8d0-2d43-4621-ac06-202b3484f264" providerId="ADAL" clId="{F52E8D1F-9864-47A5-8DFE-47EC865A9848}" dt="2023-05-07T22:50:57.954" v="42" actId="20577"/>
        <pc:sldMkLst>
          <pc:docMk/>
          <pc:sldMk cId="2691175739" sldId="262"/>
        </pc:sldMkLst>
        <pc:spChg chg="mod">
          <ac:chgData name="Christopher Coulombe" userId="a998e8d0-2d43-4621-ac06-202b3484f264" providerId="ADAL" clId="{F52E8D1F-9864-47A5-8DFE-47EC865A9848}" dt="2023-05-07T22:50:57.954" v="42" actId="20577"/>
          <ac:spMkLst>
            <pc:docMk/>
            <pc:sldMk cId="2691175739" sldId="262"/>
            <ac:spMk id="2" creationId="{EFD1303D-F807-565A-F6D8-8B008122C8BD}"/>
          </ac:spMkLst>
        </pc:spChg>
      </pc:sldChg>
      <pc:sldChg chg="addSp delSp modSp new mod chgLayout">
        <pc:chgData name="Christopher Coulombe" userId="a998e8d0-2d43-4621-ac06-202b3484f264" providerId="ADAL" clId="{F52E8D1F-9864-47A5-8DFE-47EC865A9848}" dt="2023-05-07T23:33:58.001" v="1142" actId="12"/>
        <pc:sldMkLst>
          <pc:docMk/>
          <pc:sldMk cId="1614377435" sldId="263"/>
        </pc:sldMkLst>
        <pc:spChg chg="mod ord">
          <ac:chgData name="Christopher Coulombe" userId="a998e8d0-2d43-4621-ac06-202b3484f264" providerId="ADAL" clId="{F52E8D1F-9864-47A5-8DFE-47EC865A9848}" dt="2023-05-07T23:33:26.874" v="1116" actId="700"/>
          <ac:spMkLst>
            <pc:docMk/>
            <pc:sldMk cId="1614377435" sldId="263"/>
            <ac:spMk id="2" creationId="{5DC1AD5E-D9FB-5CA8-FF01-C466407BB44E}"/>
          </ac:spMkLst>
        </pc:spChg>
        <pc:spChg chg="mod ord">
          <ac:chgData name="Christopher Coulombe" userId="a998e8d0-2d43-4621-ac06-202b3484f264" providerId="ADAL" clId="{F52E8D1F-9864-47A5-8DFE-47EC865A9848}" dt="2023-05-07T23:33:26.874" v="1116" actId="700"/>
          <ac:spMkLst>
            <pc:docMk/>
            <pc:sldMk cId="1614377435" sldId="263"/>
            <ac:spMk id="3" creationId="{1C0BACD2-0E6A-DFD4-2289-3441A9CF345B}"/>
          </ac:spMkLst>
        </pc:spChg>
        <pc:spChg chg="mod ord">
          <ac:chgData name="Christopher Coulombe" userId="a998e8d0-2d43-4621-ac06-202b3484f264" providerId="ADAL" clId="{F52E8D1F-9864-47A5-8DFE-47EC865A9848}" dt="2023-05-07T23:33:26.874" v="1116" actId="700"/>
          <ac:spMkLst>
            <pc:docMk/>
            <pc:sldMk cId="1614377435" sldId="263"/>
            <ac:spMk id="4" creationId="{D94175DE-3E9B-1A96-9443-6A40153A1850}"/>
          </ac:spMkLst>
        </pc:spChg>
        <pc:spChg chg="add del mod ord">
          <ac:chgData name="Christopher Coulombe" userId="a998e8d0-2d43-4621-ac06-202b3484f264" providerId="ADAL" clId="{F52E8D1F-9864-47A5-8DFE-47EC865A9848}" dt="2023-05-07T23:33:58.001" v="1142" actId="12"/>
          <ac:spMkLst>
            <pc:docMk/>
            <pc:sldMk cId="1614377435" sldId="263"/>
            <ac:spMk id="5" creationId="{502A709F-7A99-ED21-F6BF-4117679CE401}"/>
          </ac:spMkLst>
        </pc:spChg>
        <pc:spChg chg="add del mod ord">
          <ac:chgData name="Christopher Coulombe" userId="a998e8d0-2d43-4621-ac06-202b3484f264" providerId="ADAL" clId="{F52E8D1F-9864-47A5-8DFE-47EC865A9848}" dt="2023-05-07T23:33:52.977" v="1139" actId="20577"/>
          <ac:spMkLst>
            <pc:docMk/>
            <pc:sldMk cId="1614377435" sldId="263"/>
            <ac:spMk id="6" creationId="{8155B6E0-5D77-D616-164B-1C0786ED0C7C}"/>
          </ac:spMkLst>
        </pc:spChg>
        <pc:spChg chg="mod ord">
          <ac:chgData name="Christopher Coulombe" userId="a998e8d0-2d43-4621-ac06-202b3484f264" providerId="ADAL" clId="{F52E8D1F-9864-47A5-8DFE-47EC865A9848}" dt="2023-05-07T23:33:26.874" v="1116" actId="700"/>
          <ac:spMkLst>
            <pc:docMk/>
            <pc:sldMk cId="1614377435" sldId="263"/>
            <ac:spMk id="7" creationId="{C7E8F200-1DE9-84BE-E7E4-6A6A1235F73C}"/>
          </ac:spMkLst>
        </pc:spChg>
        <pc:spChg chg="mod ord">
          <ac:chgData name="Christopher Coulombe" userId="a998e8d0-2d43-4621-ac06-202b3484f264" providerId="ADAL" clId="{F52E8D1F-9864-47A5-8DFE-47EC865A9848}" dt="2023-05-07T23:33:26.874" v="1116" actId="700"/>
          <ac:spMkLst>
            <pc:docMk/>
            <pc:sldMk cId="1614377435" sldId="263"/>
            <ac:spMk id="8" creationId="{841B10C5-E650-D147-9BF0-A6C753011319}"/>
          </ac:spMkLst>
        </pc:spChg>
        <pc:spChg chg="mod ord">
          <ac:chgData name="Christopher Coulombe" userId="a998e8d0-2d43-4621-ac06-202b3484f264" providerId="ADAL" clId="{F52E8D1F-9864-47A5-8DFE-47EC865A9848}" dt="2023-05-07T23:33:26.874" v="1116" actId="700"/>
          <ac:spMkLst>
            <pc:docMk/>
            <pc:sldMk cId="1614377435" sldId="263"/>
            <ac:spMk id="9" creationId="{CFCAC037-3A1E-9C32-B7BC-49502CFA9441}"/>
          </ac:spMkLst>
        </pc:spChg>
        <pc:spChg chg="mod ord">
          <ac:chgData name="Christopher Coulombe" userId="a998e8d0-2d43-4621-ac06-202b3484f264" providerId="ADAL" clId="{F52E8D1F-9864-47A5-8DFE-47EC865A9848}" dt="2023-05-07T23:33:26.874" v="1116" actId="700"/>
          <ac:spMkLst>
            <pc:docMk/>
            <pc:sldMk cId="1614377435" sldId="263"/>
            <ac:spMk id="10" creationId="{1F3532B6-C6E4-0589-0374-E4CD75651B29}"/>
          </ac:spMkLst>
        </pc:spChg>
        <pc:spChg chg="mod ord">
          <ac:chgData name="Christopher Coulombe" userId="a998e8d0-2d43-4621-ac06-202b3484f264" providerId="ADAL" clId="{F52E8D1F-9864-47A5-8DFE-47EC865A9848}" dt="2023-05-07T23:33:26.874" v="1116" actId="700"/>
          <ac:spMkLst>
            <pc:docMk/>
            <pc:sldMk cId="1614377435" sldId="263"/>
            <ac:spMk id="11" creationId="{912CD0B1-8404-784C-E31C-76364C86F728}"/>
          </ac:spMkLst>
        </pc:spChg>
      </pc:sldChg>
      <pc:sldChg chg="addSp delSp modSp add mod modClrScheme chgLayout">
        <pc:chgData name="Christopher Coulombe" userId="a998e8d0-2d43-4621-ac06-202b3484f264" providerId="ADAL" clId="{F52E8D1F-9864-47A5-8DFE-47EC865A9848}" dt="2023-05-07T23:34:13.770" v="1147" actId="5793"/>
        <pc:sldMkLst>
          <pc:docMk/>
          <pc:sldMk cId="3973475520" sldId="264"/>
        </pc:sldMkLst>
        <pc:spChg chg="mod ord">
          <ac:chgData name="Christopher Coulombe" userId="a998e8d0-2d43-4621-ac06-202b3484f264" providerId="ADAL" clId="{F52E8D1F-9864-47A5-8DFE-47EC865A9848}" dt="2023-05-07T23:34:06.471" v="1144" actId="700"/>
          <ac:spMkLst>
            <pc:docMk/>
            <pc:sldMk cId="3973475520" sldId="264"/>
            <ac:spMk id="2" creationId="{5DC1AD5E-D9FB-5CA8-FF01-C466407BB44E}"/>
          </ac:spMkLst>
        </pc:spChg>
        <pc:spChg chg="del">
          <ac:chgData name="Christopher Coulombe" userId="a998e8d0-2d43-4621-ac06-202b3484f264" providerId="ADAL" clId="{F52E8D1F-9864-47A5-8DFE-47EC865A9848}" dt="2023-05-07T22:58:15.287" v="313" actId="478"/>
          <ac:spMkLst>
            <pc:docMk/>
            <pc:sldMk cId="3973475520" sldId="264"/>
            <ac:spMk id="3" creationId="{1C0BACD2-0E6A-DFD4-2289-3441A9CF345B}"/>
          </ac:spMkLst>
        </pc:spChg>
        <pc:spChg chg="del">
          <ac:chgData name="Christopher Coulombe" userId="a998e8d0-2d43-4621-ac06-202b3484f264" providerId="ADAL" clId="{F52E8D1F-9864-47A5-8DFE-47EC865A9848}" dt="2023-05-07T22:58:15.287" v="313" actId="478"/>
          <ac:spMkLst>
            <pc:docMk/>
            <pc:sldMk cId="3973475520" sldId="264"/>
            <ac:spMk id="4" creationId="{D94175DE-3E9B-1A96-9443-6A40153A1850}"/>
          </ac:spMkLst>
        </pc:spChg>
        <pc:spChg chg="mod ord">
          <ac:chgData name="Christopher Coulombe" userId="a998e8d0-2d43-4621-ac06-202b3484f264" providerId="ADAL" clId="{F52E8D1F-9864-47A5-8DFE-47EC865A9848}" dt="2023-05-07T23:34:13.770" v="1147" actId="5793"/>
          <ac:spMkLst>
            <pc:docMk/>
            <pc:sldMk cId="3973475520" sldId="264"/>
            <ac:spMk id="5" creationId="{502A709F-7A99-ED21-F6BF-4117679CE401}"/>
          </ac:spMkLst>
        </pc:spChg>
        <pc:spChg chg="mod ord">
          <ac:chgData name="Christopher Coulombe" userId="a998e8d0-2d43-4621-ac06-202b3484f264" providerId="ADAL" clId="{F52E8D1F-9864-47A5-8DFE-47EC865A9848}" dt="2023-05-07T23:34:06.471" v="1144" actId="700"/>
          <ac:spMkLst>
            <pc:docMk/>
            <pc:sldMk cId="3973475520" sldId="264"/>
            <ac:spMk id="6" creationId="{8155B6E0-5D77-D616-164B-1C0786ED0C7C}"/>
          </ac:spMkLst>
        </pc:spChg>
        <pc:spChg chg="mod ord">
          <ac:chgData name="Christopher Coulombe" userId="a998e8d0-2d43-4621-ac06-202b3484f264" providerId="ADAL" clId="{F52E8D1F-9864-47A5-8DFE-47EC865A9848}" dt="2023-05-07T23:34:06.471" v="1144" actId="700"/>
          <ac:spMkLst>
            <pc:docMk/>
            <pc:sldMk cId="3973475520" sldId="264"/>
            <ac:spMk id="7" creationId="{C7E8F200-1DE9-84BE-E7E4-6A6A1235F73C}"/>
          </ac:spMkLst>
        </pc:spChg>
        <pc:spChg chg="mod ord">
          <ac:chgData name="Christopher Coulombe" userId="a998e8d0-2d43-4621-ac06-202b3484f264" providerId="ADAL" clId="{F52E8D1F-9864-47A5-8DFE-47EC865A9848}" dt="2023-05-07T23:34:06.471" v="1144" actId="700"/>
          <ac:spMkLst>
            <pc:docMk/>
            <pc:sldMk cId="3973475520" sldId="264"/>
            <ac:spMk id="8" creationId="{841B10C5-E650-D147-9BF0-A6C753011319}"/>
          </ac:spMkLst>
        </pc:spChg>
        <pc:spChg chg="mod ord">
          <ac:chgData name="Christopher Coulombe" userId="a998e8d0-2d43-4621-ac06-202b3484f264" providerId="ADAL" clId="{F52E8D1F-9864-47A5-8DFE-47EC865A9848}" dt="2023-05-07T23:34:06.471" v="1144" actId="700"/>
          <ac:spMkLst>
            <pc:docMk/>
            <pc:sldMk cId="3973475520" sldId="264"/>
            <ac:spMk id="9" creationId="{CFCAC037-3A1E-9C32-B7BC-49502CFA9441}"/>
          </ac:spMkLst>
        </pc:spChg>
        <pc:spChg chg="mod ord">
          <ac:chgData name="Christopher Coulombe" userId="a998e8d0-2d43-4621-ac06-202b3484f264" providerId="ADAL" clId="{F52E8D1F-9864-47A5-8DFE-47EC865A9848}" dt="2023-05-07T23:34:06.471" v="1144" actId="700"/>
          <ac:spMkLst>
            <pc:docMk/>
            <pc:sldMk cId="3973475520" sldId="264"/>
            <ac:spMk id="10" creationId="{1F3532B6-C6E4-0589-0374-E4CD75651B29}"/>
          </ac:spMkLst>
        </pc:spChg>
        <pc:spChg chg="mod ord">
          <ac:chgData name="Christopher Coulombe" userId="a998e8d0-2d43-4621-ac06-202b3484f264" providerId="ADAL" clId="{F52E8D1F-9864-47A5-8DFE-47EC865A9848}" dt="2023-05-07T23:34:06.471" v="1144" actId="700"/>
          <ac:spMkLst>
            <pc:docMk/>
            <pc:sldMk cId="3973475520" sldId="264"/>
            <ac:spMk id="11" creationId="{912CD0B1-8404-784C-E31C-76364C86F728}"/>
          </ac:spMkLst>
        </pc:spChg>
        <pc:spChg chg="add del mod">
          <ac:chgData name="Christopher Coulombe" userId="a998e8d0-2d43-4621-ac06-202b3484f264" providerId="ADAL" clId="{F52E8D1F-9864-47A5-8DFE-47EC865A9848}" dt="2023-05-07T22:58:18.054" v="314" actId="478"/>
          <ac:spMkLst>
            <pc:docMk/>
            <pc:sldMk cId="3973475520" sldId="264"/>
            <ac:spMk id="13" creationId="{7FC5B6A1-F8C9-E010-3D32-CAEACA6C680D}"/>
          </ac:spMkLst>
        </pc:spChg>
        <pc:spChg chg="add del mod">
          <ac:chgData name="Christopher Coulombe" userId="a998e8d0-2d43-4621-ac06-202b3484f264" providerId="ADAL" clId="{F52E8D1F-9864-47A5-8DFE-47EC865A9848}" dt="2023-05-07T22:58:18.054" v="314" actId="478"/>
          <ac:spMkLst>
            <pc:docMk/>
            <pc:sldMk cId="3973475520" sldId="264"/>
            <ac:spMk id="15" creationId="{62BAC53F-34B6-5EDB-8C9A-857BCC713E80}"/>
          </ac:spMkLst>
        </pc:spChg>
        <pc:spChg chg="add del mod ord">
          <ac:chgData name="Christopher Coulombe" userId="a998e8d0-2d43-4621-ac06-202b3484f264" providerId="ADAL" clId="{F52E8D1F-9864-47A5-8DFE-47EC865A9848}" dt="2023-05-07T23:34:06.471" v="1144" actId="700"/>
          <ac:spMkLst>
            <pc:docMk/>
            <pc:sldMk cId="3973475520" sldId="264"/>
            <ac:spMk id="16" creationId="{87CE7792-8CBD-F999-0A90-6C2A4FA42B59}"/>
          </ac:spMkLst>
        </pc:spChg>
        <pc:spChg chg="add del mod ord">
          <ac:chgData name="Christopher Coulombe" userId="a998e8d0-2d43-4621-ac06-202b3484f264" providerId="ADAL" clId="{F52E8D1F-9864-47A5-8DFE-47EC865A9848}" dt="2023-05-07T23:34:06.471" v="1144" actId="700"/>
          <ac:spMkLst>
            <pc:docMk/>
            <pc:sldMk cId="3973475520" sldId="264"/>
            <ac:spMk id="17" creationId="{2707ECBE-EF7B-FAF7-35F3-B91F14B4CBF2}"/>
          </ac:spMkLst>
        </pc:spChg>
        <pc:spChg chg="add del mod ord">
          <ac:chgData name="Christopher Coulombe" userId="a998e8d0-2d43-4621-ac06-202b3484f264" providerId="ADAL" clId="{F52E8D1F-9864-47A5-8DFE-47EC865A9848}" dt="2023-05-07T23:34:11.017" v="1146" actId="478"/>
          <ac:spMkLst>
            <pc:docMk/>
            <pc:sldMk cId="3973475520" sldId="264"/>
            <ac:spMk id="18" creationId="{4294DB54-180A-F5BA-0688-9FD5E325026A}"/>
          </ac:spMkLst>
        </pc:spChg>
        <pc:spChg chg="add del mod ord">
          <ac:chgData name="Christopher Coulombe" userId="a998e8d0-2d43-4621-ac06-202b3484f264" providerId="ADAL" clId="{F52E8D1F-9864-47A5-8DFE-47EC865A9848}" dt="2023-05-07T23:34:08.838" v="1145" actId="478"/>
          <ac:spMkLst>
            <pc:docMk/>
            <pc:sldMk cId="3973475520" sldId="264"/>
            <ac:spMk id="19" creationId="{9F48B24D-B0C2-79DE-DCF6-6F9A834A5960}"/>
          </ac:spMkLst>
        </pc:spChg>
      </pc:sldChg>
      <pc:sldChg chg="addSp delSp modSp add mod chgLayout">
        <pc:chgData name="Christopher Coulombe" userId="a998e8d0-2d43-4621-ac06-202b3484f264" providerId="ADAL" clId="{F52E8D1F-9864-47A5-8DFE-47EC865A9848}" dt="2023-05-07T23:34:27.845" v="1150" actId="5793"/>
        <pc:sldMkLst>
          <pc:docMk/>
          <pc:sldMk cId="225521415" sldId="265"/>
        </pc:sldMkLst>
        <pc:spChg chg="mod ord">
          <ac:chgData name="Christopher Coulombe" userId="a998e8d0-2d43-4621-ac06-202b3484f264" providerId="ADAL" clId="{F52E8D1F-9864-47A5-8DFE-47EC865A9848}" dt="2023-05-07T23:34:22.092" v="1149" actId="700"/>
          <ac:spMkLst>
            <pc:docMk/>
            <pc:sldMk cId="225521415" sldId="265"/>
            <ac:spMk id="2" creationId="{5DC1AD5E-D9FB-5CA8-FF01-C466407BB44E}"/>
          </ac:spMkLst>
        </pc:spChg>
        <pc:spChg chg="add del mod ord">
          <ac:chgData name="Christopher Coulombe" userId="a998e8d0-2d43-4621-ac06-202b3484f264" providerId="ADAL" clId="{F52E8D1F-9864-47A5-8DFE-47EC865A9848}" dt="2023-05-07T23:34:22.092" v="1149" actId="700"/>
          <ac:spMkLst>
            <pc:docMk/>
            <pc:sldMk cId="225521415" sldId="265"/>
            <ac:spMk id="3" creationId="{0718387F-ECEA-4DB0-0DC2-9F5EDC3E3D05}"/>
          </ac:spMkLst>
        </pc:spChg>
        <pc:spChg chg="add del mod ord">
          <ac:chgData name="Christopher Coulombe" userId="a998e8d0-2d43-4621-ac06-202b3484f264" providerId="ADAL" clId="{F52E8D1F-9864-47A5-8DFE-47EC865A9848}" dt="2023-05-07T23:34:22.092" v="1149" actId="700"/>
          <ac:spMkLst>
            <pc:docMk/>
            <pc:sldMk cId="225521415" sldId="265"/>
            <ac:spMk id="4" creationId="{49CCD066-5055-24FC-E519-8B7DB891869D}"/>
          </ac:spMkLst>
        </pc:spChg>
        <pc:spChg chg="mod ord">
          <ac:chgData name="Christopher Coulombe" userId="a998e8d0-2d43-4621-ac06-202b3484f264" providerId="ADAL" clId="{F52E8D1F-9864-47A5-8DFE-47EC865A9848}" dt="2023-05-07T23:34:27.845" v="1150" actId="5793"/>
          <ac:spMkLst>
            <pc:docMk/>
            <pc:sldMk cId="225521415" sldId="265"/>
            <ac:spMk id="5" creationId="{502A709F-7A99-ED21-F6BF-4117679CE401}"/>
          </ac:spMkLst>
        </pc:spChg>
        <pc:spChg chg="mod ord">
          <ac:chgData name="Christopher Coulombe" userId="a998e8d0-2d43-4621-ac06-202b3484f264" providerId="ADAL" clId="{F52E8D1F-9864-47A5-8DFE-47EC865A9848}" dt="2023-05-07T23:34:22.092" v="1149" actId="700"/>
          <ac:spMkLst>
            <pc:docMk/>
            <pc:sldMk cId="225521415" sldId="265"/>
            <ac:spMk id="6" creationId="{8155B6E0-5D77-D616-164B-1C0786ED0C7C}"/>
          </ac:spMkLst>
        </pc:spChg>
        <pc:spChg chg="mod ord">
          <ac:chgData name="Christopher Coulombe" userId="a998e8d0-2d43-4621-ac06-202b3484f264" providerId="ADAL" clId="{F52E8D1F-9864-47A5-8DFE-47EC865A9848}" dt="2023-05-07T23:34:22.092" v="1149" actId="700"/>
          <ac:spMkLst>
            <pc:docMk/>
            <pc:sldMk cId="225521415" sldId="265"/>
            <ac:spMk id="7" creationId="{C7E8F200-1DE9-84BE-E7E4-6A6A1235F73C}"/>
          </ac:spMkLst>
        </pc:spChg>
        <pc:spChg chg="mod ord">
          <ac:chgData name="Christopher Coulombe" userId="a998e8d0-2d43-4621-ac06-202b3484f264" providerId="ADAL" clId="{F52E8D1F-9864-47A5-8DFE-47EC865A9848}" dt="2023-05-07T23:34:22.092" v="1149" actId="700"/>
          <ac:spMkLst>
            <pc:docMk/>
            <pc:sldMk cId="225521415" sldId="265"/>
            <ac:spMk id="8" creationId="{841B10C5-E650-D147-9BF0-A6C753011319}"/>
          </ac:spMkLst>
        </pc:spChg>
        <pc:spChg chg="mod ord">
          <ac:chgData name="Christopher Coulombe" userId="a998e8d0-2d43-4621-ac06-202b3484f264" providerId="ADAL" clId="{F52E8D1F-9864-47A5-8DFE-47EC865A9848}" dt="2023-05-07T23:34:22.092" v="1149" actId="700"/>
          <ac:spMkLst>
            <pc:docMk/>
            <pc:sldMk cId="225521415" sldId="265"/>
            <ac:spMk id="9" creationId="{CFCAC037-3A1E-9C32-B7BC-49502CFA9441}"/>
          </ac:spMkLst>
        </pc:spChg>
        <pc:spChg chg="mod ord">
          <ac:chgData name="Christopher Coulombe" userId="a998e8d0-2d43-4621-ac06-202b3484f264" providerId="ADAL" clId="{F52E8D1F-9864-47A5-8DFE-47EC865A9848}" dt="2023-05-07T23:34:22.092" v="1149" actId="700"/>
          <ac:spMkLst>
            <pc:docMk/>
            <pc:sldMk cId="225521415" sldId="265"/>
            <ac:spMk id="10" creationId="{1F3532B6-C6E4-0589-0374-E4CD75651B29}"/>
          </ac:spMkLst>
        </pc:spChg>
        <pc:spChg chg="mod ord">
          <ac:chgData name="Christopher Coulombe" userId="a998e8d0-2d43-4621-ac06-202b3484f264" providerId="ADAL" clId="{F52E8D1F-9864-47A5-8DFE-47EC865A9848}" dt="2023-05-07T23:34:22.092" v="1149" actId="700"/>
          <ac:spMkLst>
            <pc:docMk/>
            <pc:sldMk cId="225521415" sldId="265"/>
            <ac:spMk id="11" creationId="{912CD0B1-8404-784C-E31C-76364C86F728}"/>
          </ac:spMkLst>
        </pc:spChg>
      </pc:sldChg>
      <pc:sldChg chg="modSp add del mod">
        <pc:chgData name="Christopher Coulombe" userId="a998e8d0-2d43-4621-ac06-202b3484f264" providerId="ADAL" clId="{F52E8D1F-9864-47A5-8DFE-47EC865A9848}" dt="2023-05-07T23:01:25.829" v="385" actId="47"/>
        <pc:sldMkLst>
          <pc:docMk/>
          <pc:sldMk cId="3123329865" sldId="265"/>
        </pc:sldMkLst>
        <pc:spChg chg="mod">
          <ac:chgData name="Christopher Coulombe" userId="a998e8d0-2d43-4621-ac06-202b3484f264" providerId="ADAL" clId="{F52E8D1F-9864-47A5-8DFE-47EC865A9848}" dt="2023-05-07T22:58:50.206" v="336" actId="20577"/>
          <ac:spMkLst>
            <pc:docMk/>
            <pc:sldMk cId="3123329865" sldId="265"/>
            <ac:spMk id="2" creationId="{5DC1AD5E-D9FB-5CA8-FF01-C466407BB44E}"/>
          </ac:spMkLst>
        </pc:spChg>
        <pc:spChg chg="mod">
          <ac:chgData name="Christopher Coulombe" userId="a998e8d0-2d43-4621-ac06-202b3484f264" providerId="ADAL" clId="{F52E8D1F-9864-47A5-8DFE-47EC865A9848}" dt="2023-05-07T22:59:27.029" v="370" actId="20577"/>
          <ac:spMkLst>
            <pc:docMk/>
            <pc:sldMk cId="3123329865" sldId="265"/>
            <ac:spMk id="6" creationId="{8155B6E0-5D77-D616-164B-1C0786ED0C7C}"/>
          </ac:spMkLst>
        </pc:spChg>
      </pc:sldChg>
      <pc:sldChg chg="addSp delSp modSp add mod chgLayout">
        <pc:chgData name="Christopher Coulombe" userId="a998e8d0-2d43-4621-ac06-202b3484f264" providerId="ADAL" clId="{F52E8D1F-9864-47A5-8DFE-47EC865A9848}" dt="2023-05-07T23:34:35.216" v="1153" actId="5793"/>
        <pc:sldMkLst>
          <pc:docMk/>
          <pc:sldMk cId="56392177" sldId="266"/>
        </pc:sldMkLst>
        <pc:spChg chg="mod ord">
          <ac:chgData name="Christopher Coulombe" userId="a998e8d0-2d43-4621-ac06-202b3484f264" providerId="ADAL" clId="{F52E8D1F-9864-47A5-8DFE-47EC865A9848}" dt="2023-05-07T23:34:32.642" v="1152" actId="700"/>
          <ac:spMkLst>
            <pc:docMk/>
            <pc:sldMk cId="56392177" sldId="266"/>
            <ac:spMk id="2" creationId="{5DC1AD5E-D9FB-5CA8-FF01-C466407BB44E}"/>
          </ac:spMkLst>
        </pc:spChg>
        <pc:spChg chg="add del mod ord">
          <ac:chgData name="Christopher Coulombe" userId="a998e8d0-2d43-4621-ac06-202b3484f264" providerId="ADAL" clId="{F52E8D1F-9864-47A5-8DFE-47EC865A9848}" dt="2023-05-07T23:34:32.642" v="1152" actId="700"/>
          <ac:spMkLst>
            <pc:docMk/>
            <pc:sldMk cId="56392177" sldId="266"/>
            <ac:spMk id="3" creationId="{A3125981-E00F-6D56-B25B-454B179ED915}"/>
          </ac:spMkLst>
        </pc:spChg>
        <pc:spChg chg="add del mod ord">
          <ac:chgData name="Christopher Coulombe" userId="a998e8d0-2d43-4621-ac06-202b3484f264" providerId="ADAL" clId="{F52E8D1F-9864-47A5-8DFE-47EC865A9848}" dt="2023-05-07T23:34:32.642" v="1152" actId="700"/>
          <ac:spMkLst>
            <pc:docMk/>
            <pc:sldMk cId="56392177" sldId="266"/>
            <ac:spMk id="4" creationId="{1FFD0B94-9998-CBB6-4EA0-CA7617E33571}"/>
          </ac:spMkLst>
        </pc:spChg>
        <pc:spChg chg="mod ord">
          <ac:chgData name="Christopher Coulombe" userId="a998e8d0-2d43-4621-ac06-202b3484f264" providerId="ADAL" clId="{F52E8D1F-9864-47A5-8DFE-47EC865A9848}" dt="2023-05-07T23:34:35.216" v="1153" actId="5793"/>
          <ac:spMkLst>
            <pc:docMk/>
            <pc:sldMk cId="56392177" sldId="266"/>
            <ac:spMk id="5" creationId="{502A709F-7A99-ED21-F6BF-4117679CE401}"/>
          </ac:spMkLst>
        </pc:spChg>
        <pc:spChg chg="mod ord">
          <ac:chgData name="Christopher Coulombe" userId="a998e8d0-2d43-4621-ac06-202b3484f264" providerId="ADAL" clId="{F52E8D1F-9864-47A5-8DFE-47EC865A9848}" dt="2023-05-07T23:34:32.642" v="1152" actId="700"/>
          <ac:spMkLst>
            <pc:docMk/>
            <pc:sldMk cId="56392177" sldId="266"/>
            <ac:spMk id="6" creationId="{8155B6E0-5D77-D616-164B-1C0786ED0C7C}"/>
          </ac:spMkLst>
        </pc:spChg>
        <pc:spChg chg="mod ord">
          <ac:chgData name="Christopher Coulombe" userId="a998e8d0-2d43-4621-ac06-202b3484f264" providerId="ADAL" clId="{F52E8D1F-9864-47A5-8DFE-47EC865A9848}" dt="2023-05-07T23:34:32.642" v="1152" actId="700"/>
          <ac:spMkLst>
            <pc:docMk/>
            <pc:sldMk cId="56392177" sldId="266"/>
            <ac:spMk id="7" creationId="{C7E8F200-1DE9-84BE-E7E4-6A6A1235F73C}"/>
          </ac:spMkLst>
        </pc:spChg>
        <pc:spChg chg="mod ord">
          <ac:chgData name="Christopher Coulombe" userId="a998e8d0-2d43-4621-ac06-202b3484f264" providerId="ADAL" clId="{F52E8D1F-9864-47A5-8DFE-47EC865A9848}" dt="2023-05-07T23:34:32.642" v="1152" actId="700"/>
          <ac:spMkLst>
            <pc:docMk/>
            <pc:sldMk cId="56392177" sldId="266"/>
            <ac:spMk id="8" creationId="{841B10C5-E650-D147-9BF0-A6C753011319}"/>
          </ac:spMkLst>
        </pc:spChg>
        <pc:spChg chg="mod ord">
          <ac:chgData name="Christopher Coulombe" userId="a998e8d0-2d43-4621-ac06-202b3484f264" providerId="ADAL" clId="{F52E8D1F-9864-47A5-8DFE-47EC865A9848}" dt="2023-05-07T23:34:32.642" v="1152" actId="700"/>
          <ac:spMkLst>
            <pc:docMk/>
            <pc:sldMk cId="56392177" sldId="266"/>
            <ac:spMk id="9" creationId="{CFCAC037-3A1E-9C32-B7BC-49502CFA9441}"/>
          </ac:spMkLst>
        </pc:spChg>
        <pc:spChg chg="mod ord">
          <ac:chgData name="Christopher Coulombe" userId="a998e8d0-2d43-4621-ac06-202b3484f264" providerId="ADAL" clId="{F52E8D1F-9864-47A5-8DFE-47EC865A9848}" dt="2023-05-07T23:34:32.642" v="1152" actId="700"/>
          <ac:spMkLst>
            <pc:docMk/>
            <pc:sldMk cId="56392177" sldId="266"/>
            <ac:spMk id="10" creationId="{1F3532B6-C6E4-0589-0374-E4CD75651B29}"/>
          </ac:spMkLst>
        </pc:spChg>
        <pc:spChg chg="mod ord">
          <ac:chgData name="Christopher Coulombe" userId="a998e8d0-2d43-4621-ac06-202b3484f264" providerId="ADAL" clId="{F52E8D1F-9864-47A5-8DFE-47EC865A9848}" dt="2023-05-07T23:34:32.642" v="1152" actId="700"/>
          <ac:spMkLst>
            <pc:docMk/>
            <pc:sldMk cId="56392177" sldId="266"/>
            <ac:spMk id="11" creationId="{912CD0B1-8404-784C-E31C-76364C86F728}"/>
          </ac:spMkLst>
        </pc:spChg>
      </pc:sldChg>
      <pc:sldChg chg="addSp delSp modSp add mod modClrScheme chgLayout modNotesTx">
        <pc:chgData name="Christopher Coulombe" userId="a998e8d0-2d43-4621-ac06-202b3484f264" providerId="ADAL" clId="{F52E8D1F-9864-47A5-8DFE-47EC865A9848}" dt="2023-05-07T23:35:09.661" v="1161" actId="1076"/>
        <pc:sldMkLst>
          <pc:docMk/>
          <pc:sldMk cId="2811800959" sldId="267"/>
        </pc:sldMkLst>
        <pc:spChg chg="mod ord">
          <ac:chgData name="Christopher Coulombe" userId="a998e8d0-2d43-4621-ac06-202b3484f264" providerId="ADAL" clId="{F52E8D1F-9864-47A5-8DFE-47EC865A9848}" dt="2023-05-07T23:35:04.822" v="1160" actId="700"/>
          <ac:spMkLst>
            <pc:docMk/>
            <pc:sldMk cId="2811800959" sldId="267"/>
            <ac:spMk id="2" creationId="{5DC1AD5E-D9FB-5CA8-FF01-C466407BB44E}"/>
          </ac:spMkLst>
        </pc:spChg>
        <pc:spChg chg="add del mod ord">
          <ac:chgData name="Christopher Coulombe" userId="a998e8d0-2d43-4621-ac06-202b3484f264" providerId="ADAL" clId="{F52E8D1F-9864-47A5-8DFE-47EC865A9848}" dt="2023-05-07T23:31:59.434" v="1103" actId="700"/>
          <ac:spMkLst>
            <pc:docMk/>
            <pc:sldMk cId="2811800959" sldId="267"/>
            <ac:spMk id="3" creationId="{FFD8EF68-7ADB-2415-5496-B1D105E0DC0E}"/>
          </ac:spMkLst>
        </pc:spChg>
        <pc:spChg chg="add del mod ord">
          <ac:chgData name="Christopher Coulombe" userId="a998e8d0-2d43-4621-ac06-202b3484f264" providerId="ADAL" clId="{F52E8D1F-9864-47A5-8DFE-47EC865A9848}" dt="2023-05-07T23:31:59.434" v="1103" actId="700"/>
          <ac:spMkLst>
            <pc:docMk/>
            <pc:sldMk cId="2811800959" sldId="267"/>
            <ac:spMk id="4" creationId="{408F2D3F-BCF1-DAAC-1610-460B3517E0AA}"/>
          </ac:spMkLst>
        </pc:spChg>
        <pc:spChg chg="mod ord">
          <ac:chgData name="Christopher Coulombe" userId="a998e8d0-2d43-4621-ac06-202b3484f264" providerId="ADAL" clId="{F52E8D1F-9864-47A5-8DFE-47EC865A9848}" dt="2023-05-07T23:35:09.661" v="1161" actId="1076"/>
          <ac:spMkLst>
            <pc:docMk/>
            <pc:sldMk cId="2811800959" sldId="267"/>
            <ac:spMk id="5" creationId="{502A709F-7A99-ED21-F6BF-4117679CE401}"/>
          </ac:spMkLst>
        </pc:spChg>
        <pc:spChg chg="mod ord">
          <ac:chgData name="Christopher Coulombe" userId="a998e8d0-2d43-4621-ac06-202b3484f264" providerId="ADAL" clId="{F52E8D1F-9864-47A5-8DFE-47EC865A9848}" dt="2023-05-07T23:35:09.661" v="1161" actId="1076"/>
          <ac:spMkLst>
            <pc:docMk/>
            <pc:sldMk cId="2811800959" sldId="267"/>
            <ac:spMk id="6" creationId="{8155B6E0-5D77-D616-164B-1C0786ED0C7C}"/>
          </ac:spMkLst>
        </pc:spChg>
        <pc:spChg chg="mod ord">
          <ac:chgData name="Christopher Coulombe" userId="a998e8d0-2d43-4621-ac06-202b3484f264" providerId="ADAL" clId="{F52E8D1F-9864-47A5-8DFE-47EC865A9848}" dt="2023-05-07T23:35:04.822" v="1160" actId="700"/>
          <ac:spMkLst>
            <pc:docMk/>
            <pc:sldMk cId="2811800959" sldId="267"/>
            <ac:spMk id="7" creationId="{C7E8F200-1DE9-84BE-E7E4-6A6A1235F73C}"/>
          </ac:spMkLst>
        </pc:spChg>
        <pc:spChg chg="mod ord">
          <ac:chgData name="Christopher Coulombe" userId="a998e8d0-2d43-4621-ac06-202b3484f264" providerId="ADAL" clId="{F52E8D1F-9864-47A5-8DFE-47EC865A9848}" dt="2023-05-07T23:35:04.822" v="1160" actId="700"/>
          <ac:spMkLst>
            <pc:docMk/>
            <pc:sldMk cId="2811800959" sldId="267"/>
            <ac:spMk id="8" creationId="{841B10C5-E650-D147-9BF0-A6C753011319}"/>
          </ac:spMkLst>
        </pc:spChg>
        <pc:spChg chg="mod ord">
          <ac:chgData name="Christopher Coulombe" userId="a998e8d0-2d43-4621-ac06-202b3484f264" providerId="ADAL" clId="{F52E8D1F-9864-47A5-8DFE-47EC865A9848}" dt="2023-05-07T23:35:04.822" v="1160" actId="700"/>
          <ac:spMkLst>
            <pc:docMk/>
            <pc:sldMk cId="2811800959" sldId="267"/>
            <ac:spMk id="9" creationId="{CFCAC037-3A1E-9C32-B7BC-49502CFA9441}"/>
          </ac:spMkLst>
        </pc:spChg>
        <pc:spChg chg="mod ord">
          <ac:chgData name="Christopher Coulombe" userId="a998e8d0-2d43-4621-ac06-202b3484f264" providerId="ADAL" clId="{F52E8D1F-9864-47A5-8DFE-47EC865A9848}" dt="2023-05-07T23:35:04.822" v="1160" actId="700"/>
          <ac:spMkLst>
            <pc:docMk/>
            <pc:sldMk cId="2811800959" sldId="267"/>
            <ac:spMk id="10" creationId="{1F3532B6-C6E4-0589-0374-E4CD75651B29}"/>
          </ac:spMkLst>
        </pc:spChg>
        <pc:spChg chg="mod ord">
          <ac:chgData name="Christopher Coulombe" userId="a998e8d0-2d43-4621-ac06-202b3484f264" providerId="ADAL" clId="{F52E8D1F-9864-47A5-8DFE-47EC865A9848}" dt="2023-05-07T23:35:04.822" v="1160" actId="700"/>
          <ac:spMkLst>
            <pc:docMk/>
            <pc:sldMk cId="2811800959" sldId="267"/>
            <ac:spMk id="11" creationId="{912CD0B1-8404-784C-E31C-76364C86F728}"/>
          </ac:spMkLst>
        </pc:spChg>
        <pc:spChg chg="add del mod ord">
          <ac:chgData name="Christopher Coulombe" userId="a998e8d0-2d43-4621-ac06-202b3484f264" providerId="ADAL" clId="{F52E8D1F-9864-47A5-8DFE-47EC865A9848}" dt="2023-05-07T23:34:41.501" v="1155" actId="700"/>
          <ac:spMkLst>
            <pc:docMk/>
            <pc:sldMk cId="2811800959" sldId="267"/>
            <ac:spMk id="12" creationId="{2A3F3449-29FE-3C1B-18EA-DCDB08F6BCD9}"/>
          </ac:spMkLst>
        </pc:spChg>
        <pc:spChg chg="add del mod ord">
          <ac:chgData name="Christopher Coulombe" userId="a998e8d0-2d43-4621-ac06-202b3484f264" providerId="ADAL" clId="{F52E8D1F-9864-47A5-8DFE-47EC865A9848}" dt="2023-05-07T23:34:41.501" v="1155" actId="700"/>
          <ac:spMkLst>
            <pc:docMk/>
            <pc:sldMk cId="2811800959" sldId="267"/>
            <ac:spMk id="13" creationId="{932D1CD7-D3DF-E824-93DF-52E88D3C7FCE}"/>
          </ac:spMkLst>
        </pc:spChg>
        <pc:spChg chg="add del mod ord">
          <ac:chgData name="Christopher Coulombe" userId="a998e8d0-2d43-4621-ac06-202b3484f264" providerId="ADAL" clId="{F52E8D1F-9864-47A5-8DFE-47EC865A9848}" dt="2023-05-07T23:34:48.181" v="1157" actId="478"/>
          <ac:spMkLst>
            <pc:docMk/>
            <pc:sldMk cId="2811800959" sldId="267"/>
            <ac:spMk id="14" creationId="{66048D2C-776A-B695-F3FA-F5BA7AEDBB64}"/>
          </ac:spMkLst>
        </pc:spChg>
        <pc:spChg chg="add del mod ord">
          <ac:chgData name="Christopher Coulombe" userId="a998e8d0-2d43-4621-ac06-202b3484f264" providerId="ADAL" clId="{F52E8D1F-9864-47A5-8DFE-47EC865A9848}" dt="2023-05-07T23:34:48.181" v="1157" actId="478"/>
          <ac:spMkLst>
            <pc:docMk/>
            <pc:sldMk cId="2811800959" sldId="267"/>
            <ac:spMk id="15" creationId="{B38B24D7-E0F3-3473-4C59-1AAD46F76A14}"/>
          </ac:spMkLst>
        </pc:spChg>
      </pc:sldChg>
      <pc:sldChg chg="modSp new mod">
        <pc:chgData name="Christopher Coulombe" userId="a998e8d0-2d43-4621-ac06-202b3484f264" providerId="ADAL" clId="{F52E8D1F-9864-47A5-8DFE-47EC865A9848}" dt="2023-05-07T23:12:14.364" v="851" actId="20577"/>
        <pc:sldMkLst>
          <pc:docMk/>
          <pc:sldMk cId="244629825" sldId="268"/>
        </pc:sldMkLst>
        <pc:spChg chg="mod">
          <ac:chgData name="Christopher Coulombe" userId="a998e8d0-2d43-4621-ac06-202b3484f264" providerId="ADAL" clId="{F52E8D1F-9864-47A5-8DFE-47EC865A9848}" dt="2023-05-07T23:12:14.364" v="851" actId="20577"/>
          <ac:spMkLst>
            <pc:docMk/>
            <pc:sldMk cId="244629825" sldId="268"/>
            <ac:spMk id="2" creationId="{BB86128B-9DFD-7EC4-531B-3E00A60A48EB}"/>
          </ac:spMkLst>
        </pc:spChg>
      </pc:sldChg>
      <pc:sldChg chg="addSp delSp modSp new mod chgLayout">
        <pc:chgData name="Christopher Coulombe" userId="a998e8d0-2d43-4621-ac06-202b3484f264" providerId="ADAL" clId="{F52E8D1F-9864-47A5-8DFE-47EC865A9848}" dt="2023-05-07T23:29:35.022" v="1044" actId="313"/>
        <pc:sldMkLst>
          <pc:docMk/>
          <pc:sldMk cId="2257203439" sldId="269"/>
        </pc:sldMkLst>
        <pc:spChg chg="del">
          <ac:chgData name="Christopher Coulombe" userId="a998e8d0-2d43-4621-ac06-202b3484f264" providerId="ADAL" clId="{F52E8D1F-9864-47A5-8DFE-47EC865A9848}" dt="2023-05-07T23:23:34.313" v="982" actId="700"/>
          <ac:spMkLst>
            <pc:docMk/>
            <pc:sldMk cId="2257203439" sldId="269"/>
            <ac:spMk id="2" creationId="{B58379AF-7B2A-C59C-5C9D-DE57CE940706}"/>
          </ac:spMkLst>
        </pc:spChg>
        <pc:spChg chg="mod ord">
          <ac:chgData name="Christopher Coulombe" userId="a998e8d0-2d43-4621-ac06-202b3484f264" providerId="ADAL" clId="{F52E8D1F-9864-47A5-8DFE-47EC865A9848}" dt="2023-05-07T23:23:34.313" v="982" actId="700"/>
          <ac:spMkLst>
            <pc:docMk/>
            <pc:sldMk cId="2257203439" sldId="269"/>
            <ac:spMk id="3" creationId="{265791C2-094B-8B43-EB22-3C30C0632FA5}"/>
          </ac:spMkLst>
        </pc:spChg>
        <pc:spChg chg="mod ord">
          <ac:chgData name="Christopher Coulombe" userId="a998e8d0-2d43-4621-ac06-202b3484f264" providerId="ADAL" clId="{F52E8D1F-9864-47A5-8DFE-47EC865A9848}" dt="2023-05-07T23:29:30.062" v="1041" actId="1076"/>
          <ac:spMkLst>
            <pc:docMk/>
            <pc:sldMk cId="2257203439" sldId="269"/>
            <ac:spMk id="4" creationId="{55F64499-2504-8DA9-6F1D-908B5E45212D}"/>
          </ac:spMkLst>
        </pc:spChg>
        <pc:spChg chg="del">
          <ac:chgData name="Christopher Coulombe" userId="a998e8d0-2d43-4621-ac06-202b3484f264" providerId="ADAL" clId="{F52E8D1F-9864-47A5-8DFE-47EC865A9848}" dt="2023-05-07T23:22:23.886" v="973" actId="478"/>
          <ac:spMkLst>
            <pc:docMk/>
            <pc:sldMk cId="2257203439" sldId="269"/>
            <ac:spMk id="5" creationId="{A201EF05-6A54-3DB9-56F2-27488633FDE8}"/>
          </ac:spMkLst>
        </pc:spChg>
        <pc:spChg chg="del">
          <ac:chgData name="Christopher Coulombe" userId="a998e8d0-2d43-4621-ac06-202b3484f264" providerId="ADAL" clId="{F52E8D1F-9864-47A5-8DFE-47EC865A9848}" dt="2023-05-07T23:23:34.313" v="982" actId="700"/>
          <ac:spMkLst>
            <pc:docMk/>
            <pc:sldMk cId="2257203439" sldId="269"/>
            <ac:spMk id="6" creationId="{B945BD42-D48D-BEDC-B616-B711B3FA3B16}"/>
          </ac:spMkLst>
        </pc:spChg>
        <pc:spChg chg="mod ord">
          <ac:chgData name="Christopher Coulombe" userId="a998e8d0-2d43-4621-ac06-202b3484f264" providerId="ADAL" clId="{F52E8D1F-9864-47A5-8DFE-47EC865A9848}" dt="2023-05-07T23:29:35.022" v="1044" actId="313"/>
          <ac:spMkLst>
            <pc:docMk/>
            <pc:sldMk cId="2257203439" sldId="269"/>
            <ac:spMk id="7" creationId="{2CBE3F71-FFFF-0ADC-5FAD-24A8BA207585}"/>
          </ac:spMkLst>
        </pc:spChg>
        <pc:spChg chg="mod ord">
          <ac:chgData name="Christopher Coulombe" userId="a998e8d0-2d43-4621-ac06-202b3484f264" providerId="ADAL" clId="{F52E8D1F-9864-47A5-8DFE-47EC865A9848}" dt="2023-05-07T23:29:30.062" v="1041" actId="1076"/>
          <ac:spMkLst>
            <pc:docMk/>
            <pc:sldMk cId="2257203439" sldId="269"/>
            <ac:spMk id="8" creationId="{029C644E-4747-1081-B34F-6359E1FC13C2}"/>
          </ac:spMkLst>
        </pc:spChg>
        <pc:spChg chg="del">
          <ac:chgData name="Christopher Coulombe" userId="a998e8d0-2d43-4621-ac06-202b3484f264" providerId="ADAL" clId="{F52E8D1F-9864-47A5-8DFE-47EC865A9848}" dt="2023-05-07T23:22:26.340" v="974" actId="478"/>
          <ac:spMkLst>
            <pc:docMk/>
            <pc:sldMk cId="2257203439" sldId="269"/>
            <ac:spMk id="9" creationId="{2F48CF48-AF89-99FF-7691-25BEC08ACC54}"/>
          </ac:spMkLst>
        </pc:spChg>
        <pc:spChg chg="del">
          <ac:chgData name="Christopher Coulombe" userId="a998e8d0-2d43-4621-ac06-202b3484f264" providerId="ADAL" clId="{F52E8D1F-9864-47A5-8DFE-47EC865A9848}" dt="2023-05-07T23:23:34.313" v="982" actId="700"/>
          <ac:spMkLst>
            <pc:docMk/>
            <pc:sldMk cId="2257203439" sldId="269"/>
            <ac:spMk id="10" creationId="{BC542F49-241A-D559-67BB-AF04E8B7D956}"/>
          </ac:spMkLst>
        </pc:spChg>
        <pc:spChg chg="mod ord">
          <ac:chgData name="Christopher Coulombe" userId="a998e8d0-2d43-4621-ac06-202b3484f264" providerId="ADAL" clId="{F52E8D1F-9864-47A5-8DFE-47EC865A9848}" dt="2023-05-07T23:23:34.313" v="982" actId="700"/>
          <ac:spMkLst>
            <pc:docMk/>
            <pc:sldMk cId="2257203439" sldId="269"/>
            <ac:spMk id="11" creationId="{24E295E2-D70C-CBB0-5864-0D96D0D27B5F}"/>
          </ac:spMkLst>
        </pc:spChg>
        <pc:spChg chg="mod ord">
          <ac:chgData name="Christopher Coulombe" userId="a998e8d0-2d43-4621-ac06-202b3484f264" providerId="ADAL" clId="{F52E8D1F-9864-47A5-8DFE-47EC865A9848}" dt="2023-05-07T23:23:34.313" v="982" actId="700"/>
          <ac:spMkLst>
            <pc:docMk/>
            <pc:sldMk cId="2257203439" sldId="269"/>
            <ac:spMk id="12" creationId="{B601BE9B-0CE3-FAD1-112B-806538DA576B}"/>
          </ac:spMkLst>
        </pc:spChg>
        <pc:spChg chg="mod ord">
          <ac:chgData name="Christopher Coulombe" userId="a998e8d0-2d43-4621-ac06-202b3484f264" providerId="ADAL" clId="{F52E8D1F-9864-47A5-8DFE-47EC865A9848}" dt="2023-05-07T23:23:34.313" v="982" actId="700"/>
          <ac:spMkLst>
            <pc:docMk/>
            <pc:sldMk cId="2257203439" sldId="269"/>
            <ac:spMk id="13" creationId="{0C627A3B-5689-4714-C2F8-59E36B3673B7}"/>
          </ac:spMkLst>
        </pc:spChg>
        <pc:spChg chg="add mod ord">
          <ac:chgData name="Christopher Coulombe" userId="a998e8d0-2d43-4621-ac06-202b3484f264" providerId="ADAL" clId="{F52E8D1F-9864-47A5-8DFE-47EC865A9848}" dt="2023-05-07T23:29:22.332" v="1040" actId="20577"/>
          <ac:spMkLst>
            <pc:docMk/>
            <pc:sldMk cId="2257203439" sldId="269"/>
            <ac:spMk id="14" creationId="{CA59C80D-61B8-89AF-94C4-EE54CC79421A}"/>
          </ac:spMkLst>
        </pc:spChg>
        <pc:spChg chg="add mod ord">
          <ac:chgData name="Christopher Coulombe" userId="a998e8d0-2d43-4621-ac06-202b3484f264" providerId="ADAL" clId="{F52E8D1F-9864-47A5-8DFE-47EC865A9848}" dt="2023-05-07T23:27:56.714" v="1010" actId="20577"/>
          <ac:spMkLst>
            <pc:docMk/>
            <pc:sldMk cId="2257203439" sldId="269"/>
            <ac:spMk id="15" creationId="{7621EA4D-66A5-BF82-23D8-7B839FDD11CB}"/>
          </ac:spMkLst>
        </pc:spChg>
        <pc:spChg chg="add mod ord">
          <ac:chgData name="Christopher Coulombe" userId="a998e8d0-2d43-4621-ac06-202b3484f264" providerId="ADAL" clId="{F52E8D1F-9864-47A5-8DFE-47EC865A9848}" dt="2023-05-07T23:29:08.033" v="1015" actId="313"/>
          <ac:spMkLst>
            <pc:docMk/>
            <pc:sldMk cId="2257203439" sldId="269"/>
            <ac:spMk id="16" creationId="{0F5C93F8-79F1-4AEC-7800-2EDD5BF9B8D7}"/>
          </ac:spMkLst>
        </pc:spChg>
      </pc:sldChg>
      <pc:sldChg chg="modSp new mod">
        <pc:chgData name="Christopher Coulombe" userId="a998e8d0-2d43-4621-ac06-202b3484f264" providerId="ADAL" clId="{F52E8D1F-9864-47A5-8DFE-47EC865A9848}" dt="2023-05-07T23:17:58.302" v="929" actId="20577"/>
        <pc:sldMkLst>
          <pc:docMk/>
          <pc:sldMk cId="2344657701" sldId="270"/>
        </pc:sldMkLst>
        <pc:spChg chg="mod">
          <ac:chgData name="Christopher Coulombe" userId="a998e8d0-2d43-4621-ac06-202b3484f264" providerId="ADAL" clId="{F52E8D1F-9864-47A5-8DFE-47EC865A9848}" dt="2023-05-07T23:17:58.302" v="929" actId="20577"/>
          <ac:spMkLst>
            <pc:docMk/>
            <pc:sldMk cId="2344657701" sldId="270"/>
            <ac:spMk id="2" creationId="{C22A8D1B-E3B7-26CA-D647-829638AF725E}"/>
          </ac:spMkLst>
        </pc:spChg>
      </pc:sldChg>
      <pc:sldChg chg="addSp delSp modSp new mod">
        <pc:chgData name="Christopher Coulombe" userId="a998e8d0-2d43-4621-ac06-202b3484f264" providerId="ADAL" clId="{F52E8D1F-9864-47A5-8DFE-47EC865A9848}" dt="2023-05-07T23:18:52.018" v="955" actId="1076"/>
        <pc:sldMkLst>
          <pc:docMk/>
          <pc:sldMk cId="3182784673" sldId="271"/>
        </pc:sldMkLst>
        <pc:spChg chg="mod">
          <ac:chgData name="Christopher Coulombe" userId="a998e8d0-2d43-4621-ac06-202b3484f264" providerId="ADAL" clId="{F52E8D1F-9864-47A5-8DFE-47EC865A9848}" dt="2023-05-07T23:18:29.104" v="952" actId="20577"/>
          <ac:spMkLst>
            <pc:docMk/>
            <pc:sldMk cId="3182784673" sldId="271"/>
            <ac:spMk id="2" creationId="{8D071699-AFBE-AC9C-8CC1-0658F0CF8E8F}"/>
          </ac:spMkLst>
        </pc:spChg>
        <pc:spChg chg="del">
          <ac:chgData name="Christopher Coulombe" userId="a998e8d0-2d43-4621-ac06-202b3484f264" providerId="ADAL" clId="{F52E8D1F-9864-47A5-8DFE-47EC865A9848}" dt="2023-05-07T23:18:48.405" v="953" actId="478"/>
          <ac:spMkLst>
            <pc:docMk/>
            <pc:sldMk cId="3182784673" sldId="271"/>
            <ac:spMk id="3" creationId="{CFEE9B07-D79D-01F5-ED3D-D9E55D2CB9AB}"/>
          </ac:spMkLst>
        </pc:spChg>
        <pc:spChg chg="del">
          <ac:chgData name="Christopher Coulombe" userId="a998e8d0-2d43-4621-ac06-202b3484f264" providerId="ADAL" clId="{F52E8D1F-9864-47A5-8DFE-47EC865A9848}" dt="2023-05-07T23:18:48.405" v="953" actId="478"/>
          <ac:spMkLst>
            <pc:docMk/>
            <pc:sldMk cId="3182784673" sldId="271"/>
            <ac:spMk id="4" creationId="{66B17655-2D29-84DE-79BB-4D9F1D27AC94}"/>
          </ac:spMkLst>
        </pc:spChg>
        <pc:spChg chg="del">
          <ac:chgData name="Christopher Coulombe" userId="a998e8d0-2d43-4621-ac06-202b3484f264" providerId="ADAL" clId="{F52E8D1F-9864-47A5-8DFE-47EC865A9848}" dt="2023-05-07T23:18:48.405" v="953" actId="478"/>
          <ac:spMkLst>
            <pc:docMk/>
            <pc:sldMk cId="3182784673" sldId="271"/>
            <ac:spMk id="5" creationId="{8654F7BA-8CC9-4441-2B53-F48C9076FC8C}"/>
          </ac:spMkLst>
        </pc:spChg>
        <pc:spChg chg="del">
          <ac:chgData name="Christopher Coulombe" userId="a998e8d0-2d43-4621-ac06-202b3484f264" providerId="ADAL" clId="{F52E8D1F-9864-47A5-8DFE-47EC865A9848}" dt="2023-05-07T23:18:48.405" v="953" actId="478"/>
          <ac:spMkLst>
            <pc:docMk/>
            <pc:sldMk cId="3182784673" sldId="271"/>
            <ac:spMk id="6" creationId="{7FA7D60F-184E-790C-7D1D-4D2B465B5CC6}"/>
          </ac:spMkLst>
        </pc:spChg>
        <pc:spChg chg="del">
          <ac:chgData name="Christopher Coulombe" userId="a998e8d0-2d43-4621-ac06-202b3484f264" providerId="ADAL" clId="{F52E8D1F-9864-47A5-8DFE-47EC865A9848}" dt="2023-05-07T23:18:48.405" v="953" actId="478"/>
          <ac:spMkLst>
            <pc:docMk/>
            <pc:sldMk cId="3182784673" sldId="271"/>
            <ac:spMk id="7" creationId="{238DE3E6-0D9B-2D14-DDDE-BA79A29468EA}"/>
          </ac:spMkLst>
        </pc:spChg>
        <pc:spChg chg="del">
          <ac:chgData name="Christopher Coulombe" userId="a998e8d0-2d43-4621-ac06-202b3484f264" providerId="ADAL" clId="{F52E8D1F-9864-47A5-8DFE-47EC865A9848}" dt="2023-05-07T23:18:48.405" v="953" actId="478"/>
          <ac:spMkLst>
            <pc:docMk/>
            <pc:sldMk cId="3182784673" sldId="271"/>
            <ac:spMk id="8" creationId="{731D610A-9E81-795C-B1D5-198C3BACE847}"/>
          </ac:spMkLst>
        </pc:spChg>
        <pc:picChg chg="add mod">
          <ac:chgData name="Christopher Coulombe" userId="a998e8d0-2d43-4621-ac06-202b3484f264" providerId="ADAL" clId="{F52E8D1F-9864-47A5-8DFE-47EC865A9848}" dt="2023-05-07T23:18:52.018" v="955" actId="1076"/>
          <ac:picMkLst>
            <pc:docMk/>
            <pc:sldMk cId="3182784673" sldId="271"/>
            <ac:picMk id="13" creationId="{3D4DC27E-B582-2D2C-9CD4-35929B7E2BED}"/>
          </ac:picMkLst>
        </pc:picChg>
      </pc:sldChg>
      <pc:sldChg chg="modSp new mod">
        <pc:chgData name="Christopher Coulombe" userId="a998e8d0-2d43-4621-ac06-202b3484f264" providerId="ADAL" clId="{F52E8D1F-9864-47A5-8DFE-47EC865A9848}" dt="2023-05-07T23:30:36.673" v="1072" actId="20577"/>
        <pc:sldMkLst>
          <pc:docMk/>
          <pc:sldMk cId="661538757" sldId="272"/>
        </pc:sldMkLst>
        <pc:spChg chg="mod">
          <ac:chgData name="Christopher Coulombe" userId="a998e8d0-2d43-4621-ac06-202b3484f264" providerId="ADAL" clId="{F52E8D1F-9864-47A5-8DFE-47EC865A9848}" dt="2023-05-07T23:30:36.673" v="1072" actId="20577"/>
          <ac:spMkLst>
            <pc:docMk/>
            <pc:sldMk cId="661538757" sldId="272"/>
            <ac:spMk id="2" creationId="{8E75881C-B08E-FE5C-6A47-F09099153DB2}"/>
          </ac:spMkLst>
        </pc:spChg>
      </pc:sldChg>
      <pc:sldChg chg="modSp new mod">
        <pc:chgData name="Christopher Coulombe" userId="a998e8d0-2d43-4621-ac06-202b3484f264" providerId="ADAL" clId="{F52E8D1F-9864-47A5-8DFE-47EC865A9848}" dt="2023-05-07T23:45:40.537" v="1412" actId="20577"/>
        <pc:sldMkLst>
          <pc:docMk/>
          <pc:sldMk cId="2216022594" sldId="273"/>
        </pc:sldMkLst>
        <pc:spChg chg="mod">
          <ac:chgData name="Christopher Coulombe" userId="a998e8d0-2d43-4621-ac06-202b3484f264" providerId="ADAL" clId="{F52E8D1F-9864-47A5-8DFE-47EC865A9848}" dt="2023-05-07T23:35:29.694" v="1182" actId="20577"/>
          <ac:spMkLst>
            <pc:docMk/>
            <pc:sldMk cId="2216022594" sldId="273"/>
            <ac:spMk id="2" creationId="{71A41638-160D-FC43-036F-59D3DF17A7AC}"/>
          </ac:spMkLst>
        </pc:spChg>
        <pc:spChg chg="mod">
          <ac:chgData name="Christopher Coulombe" userId="a998e8d0-2d43-4621-ac06-202b3484f264" providerId="ADAL" clId="{F52E8D1F-9864-47A5-8DFE-47EC865A9848}" dt="2023-05-07T23:35:37.788" v="1192" actId="5793"/>
          <ac:spMkLst>
            <pc:docMk/>
            <pc:sldMk cId="2216022594" sldId="273"/>
            <ac:spMk id="3" creationId="{3AF45A3A-D4CB-0320-0433-C983B4D549CA}"/>
          </ac:spMkLst>
        </pc:spChg>
        <pc:spChg chg="mod">
          <ac:chgData name="Christopher Coulombe" userId="a998e8d0-2d43-4621-ac06-202b3484f264" providerId="ADAL" clId="{F52E8D1F-9864-47A5-8DFE-47EC865A9848}" dt="2023-05-07T23:39:03.736" v="1379" actId="12"/>
          <ac:spMkLst>
            <pc:docMk/>
            <pc:sldMk cId="2216022594" sldId="273"/>
            <ac:spMk id="4" creationId="{DABAC7DD-9A5A-1F4C-F2AA-34F84CD22F97}"/>
          </ac:spMkLst>
        </pc:spChg>
        <pc:spChg chg="mod">
          <ac:chgData name="Christopher Coulombe" userId="a998e8d0-2d43-4621-ac06-202b3484f264" providerId="ADAL" clId="{F52E8D1F-9864-47A5-8DFE-47EC865A9848}" dt="2023-05-07T23:40:18.345" v="1389" actId="20577"/>
          <ac:spMkLst>
            <pc:docMk/>
            <pc:sldMk cId="2216022594" sldId="273"/>
            <ac:spMk id="5" creationId="{44B03D23-E919-04EB-A603-DCC4D5F9CA20}"/>
          </ac:spMkLst>
        </pc:spChg>
        <pc:spChg chg="mod">
          <ac:chgData name="Christopher Coulombe" userId="a998e8d0-2d43-4621-ac06-202b3484f264" providerId="ADAL" clId="{F52E8D1F-9864-47A5-8DFE-47EC865A9848}" dt="2023-05-07T23:45:40.537" v="1412" actId="20577"/>
          <ac:spMkLst>
            <pc:docMk/>
            <pc:sldMk cId="2216022594" sldId="273"/>
            <ac:spMk id="6" creationId="{89B2BDEE-6C4D-3618-4538-3DF495EA7764}"/>
          </ac:spMkLst>
        </pc:spChg>
      </pc:sldChg>
      <pc:sldChg chg="modSp new del mod">
        <pc:chgData name="Christopher Coulombe" userId="a998e8d0-2d43-4621-ac06-202b3484f264" providerId="ADAL" clId="{F52E8D1F-9864-47A5-8DFE-47EC865A9848}" dt="2023-05-07T23:32:11.086" v="1109" actId="680"/>
        <pc:sldMkLst>
          <pc:docMk/>
          <pc:sldMk cId="3398783542" sldId="273"/>
        </pc:sldMkLst>
        <pc:spChg chg="mod">
          <ac:chgData name="Christopher Coulombe" userId="a998e8d0-2d43-4621-ac06-202b3484f264" providerId="ADAL" clId="{F52E8D1F-9864-47A5-8DFE-47EC865A9848}" dt="2023-05-07T23:32:10.454" v="1108" actId="20577"/>
          <ac:spMkLst>
            <pc:docMk/>
            <pc:sldMk cId="3398783542" sldId="273"/>
            <ac:spMk id="2" creationId="{D23A0269-D3CF-412B-CC58-81F481154FCF}"/>
          </ac:spMkLst>
        </pc:spChg>
        <pc:spChg chg="mod">
          <ac:chgData name="Christopher Coulombe" userId="a998e8d0-2d43-4621-ac06-202b3484f264" providerId="ADAL" clId="{F52E8D1F-9864-47A5-8DFE-47EC865A9848}" dt="2023-05-07T23:32:05.974" v="1107" actId="20577"/>
          <ac:spMkLst>
            <pc:docMk/>
            <pc:sldMk cId="3398783542" sldId="273"/>
            <ac:spMk id="3" creationId="{F44E079E-1236-2C5D-C722-918C38438DBE}"/>
          </ac:spMkLst>
        </pc:spChg>
      </pc:sldChg>
      <pc:sldChg chg="modSp new mod">
        <pc:chgData name="Christopher Coulombe" userId="a998e8d0-2d43-4621-ac06-202b3484f264" providerId="ADAL" clId="{F52E8D1F-9864-47A5-8DFE-47EC865A9848}" dt="2023-05-07T23:52:00.503" v="1434" actId="20577"/>
        <pc:sldMkLst>
          <pc:docMk/>
          <pc:sldMk cId="23426450" sldId="274"/>
        </pc:sldMkLst>
        <pc:spChg chg="mod">
          <ac:chgData name="Christopher Coulombe" userId="a998e8d0-2d43-4621-ac06-202b3484f264" providerId="ADAL" clId="{F52E8D1F-9864-47A5-8DFE-47EC865A9848}" dt="2023-05-07T23:52:00.503" v="1434" actId="20577"/>
          <ac:spMkLst>
            <pc:docMk/>
            <pc:sldMk cId="23426450" sldId="274"/>
            <ac:spMk id="2" creationId="{F5F82F18-9A2B-DE9D-C18A-4CB7E4612A03}"/>
          </ac:spMkLst>
        </pc:spChg>
      </pc:sldChg>
      <pc:sldChg chg="new del">
        <pc:chgData name="Christopher Coulombe" userId="a998e8d0-2d43-4621-ac06-202b3484f264" providerId="ADAL" clId="{F52E8D1F-9864-47A5-8DFE-47EC865A9848}" dt="2023-05-07T23:31:54.265" v="1101" actId="680"/>
        <pc:sldMkLst>
          <pc:docMk/>
          <pc:sldMk cId="1113977605" sldId="274"/>
        </pc:sldMkLst>
      </pc:sldChg>
      <pc:sldChg chg="delSp modSp new mod">
        <pc:chgData name="Christopher Coulombe" userId="a998e8d0-2d43-4621-ac06-202b3484f264" providerId="ADAL" clId="{F52E8D1F-9864-47A5-8DFE-47EC865A9848}" dt="2023-05-07T23:56:04.602" v="1532" actId="1076"/>
        <pc:sldMkLst>
          <pc:docMk/>
          <pc:sldMk cId="3736659492" sldId="275"/>
        </pc:sldMkLst>
        <pc:spChg chg="mod">
          <ac:chgData name="Christopher Coulombe" userId="a998e8d0-2d43-4621-ac06-202b3484f264" providerId="ADAL" clId="{F52E8D1F-9864-47A5-8DFE-47EC865A9848}" dt="2023-05-07T23:55:52.063" v="1530" actId="20577"/>
          <ac:spMkLst>
            <pc:docMk/>
            <pc:sldMk cId="3736659492" sldId="275"/>
            <ac:spMk id="2" creationId="{CD5C012F-3E73-3703-EF98-630A8BEE6D5B}"/>
          </ac:spMkLst>
        </pc:spChg>
        <pc:spChg chg="mod">
          <ac:chgData name="Christopher Coulombe" userId="a998e8d0-2d43-4621-ac06-202b3484f264" providerId="ADAL" clId="{F52E8D1F-9864-47A5-8DFE-47EC865A9848}" dt="2023-05-07T23:53:06.402" v="1470" actId="5793"/>
          <ac:spMkLst>
            <pc:docMk/>
            <pc:sldMk cId="3736659492" sldId="275"/>
            <ac:spMk id="3" creationId="{F578E12F-688A-CA3B-4EAE-EEAB1AC051F9}"/>
          </ac:spMkLst>
        </pc:spChg>
        <pc:spChg chg="mod">
          <ac:chgData name="Christopher Coulombe" userId="a998e8d0-2d43-4621-ac06-202b3484f264" providerId="ADAL" clId="{F52E8D1F-9864-47A5-8DFE-47EC865A9848}" dt="2023-05-07T23:54:41.894" v="1512" actId="12"/>
          <ac:spMkLst>
            <pc:docMk/>
            <pc:sldMk cId="3736659492" sldId="275"/>
            <ac:spMk id="4" creationId="{FB2C80B8-3779-0B7B-0F40-FFBA96370136}"/>
          </ac:spMkLst>
        </pc:spChg>
        <pc:spChg chg="mod">
          <ac:chgData name="Christopher Coulombe" userId="a998e8d0-2d43-4621-ac06-202b3484f264" providerId="ADAL" clId="{F52E8D1F-9864-47A5-8DFE-47EC865A9848}" dt="2023-05-07T23:56:04.602" v="1532" actId="1076"/>
          <ac:spMkLst>
            <pc:docMk/>
            <pc:sldMk cId="3736659492" sldId="275"/>
            <ac:spMk id="5" creationId="{BE4B0DFB-C444-904C-D4E0-342474B7433D}"/>
          </ac:spMkLst>
        </pc:spChg>
        <pc:spChg chg="mod">
          <ac:chgData name="Christopher Coulombe" userId="a998e8d0-2d43-4621-ac06-202b3484f264" providerId="ADAL" clId="{F52E8D1F-9864-47A5-8DFE-47EC865A9848}" dt="2023-05-07T23:56:04.602" v="1532" actId="1076"/>
          <ac:spMkLst>
            <pc:docMk/>
            <pc:sldMk cId="3736659492" sldId="275"/>
            <ac:spMk id="6" creationId="{A5F0B589-976D-F748-5704-E8FB4EB2A427}"/>
          </ac:spMkLst>
        </pc:spChg>
        <pc:spChg chg="del mod">
          <ac:chgData name="Christopher Coulombe" userId="a998e8d0-2d43-4621-ac06-202b3484f264" providerId="ADAL" clId="{F52E8D1F-9864-47A5-8DFE-47EC865A9848}" dt="2023-05-07T23:55:55.448" v="1531" actId="478"/>
          <ac:spMkLst>
            <pc:docMk/>
            <pc:sldMk cId="3736659492" sldId="275"/>
            <ac:spMk id="7" creationId="{D515F931-EC50-67FC-6FF4-CABDF1D5B179}"/>
          </ac:spMkLst>
        </pc:spChg>
        <pc:spChg chg="del mod">
          <ac:chgData name="Christopher Coulombe" userId="a998e8d0-2d43-4621-ac06-202b3484f264" providerId="ADAL" clId="{F52E8D1F-9864-47A5-8DFE-47EC865A9848}" dt="2023-05-07T23:55:55.448" v="1531" actId="478"/>
          <ac:spMkLst>
            <pc:docMk/>
            <pc:sldMk cId="3736659492" sldId="275"/>
            <ac:spMk id="8" creationId="{05645400-A35C-7517-C1B4-CC826D6A678C}"/>
          </ac:spMkLst>
        </pc:spChg>
      </pc:sldChg>
      <pc:sldChg chg="modSp new mod">
        <pc:chgData name="Christopher Coulombe" userId="a998e8d0-2d43-4621-ac06-202b3484f264" providerId="ADAL" clId="{F52E8D1F-9864-47A5-8DFE-47EC865A9848}" dt="2023-05-07T23:58:40.873" v="1647"/>
        <pc:sldMkLst>
          <pc:docMk/>
          <pc:sldMk cId="3670879380" sldId="276"/>
        </pc:sldMkLst>
        <pc:spChg chg="mod">
          <ac:chgData name="Christopher Coulombe" userId="a998e8d0-2d43-4621-ac06-202b3484f264" providerId="ADAL" clId="{F52E8D1F-9864-47A5-8DFE-47EC865A9848}" dt="2023-05-07T23:58:38.839" v="1646" actId="6549"/>
          <ac:spMkLst>
            <pc:docMk/>
            <pc:sldMk cId="3670879380" sldId="276"/>
            <ac:spMk id="2" creationId="{44913192-1F92-353A-2D4B-FB9E7EFE1135}"/>
          </ac:spMkLst>
        </pc:spChg>
        <pc:spChg chg="mod">
          <ac:chgData name="Christopher Coulombe" userId="a998e8d0-2d43-4621-ac06-202b3484f264" providerId="ADAL" clId="{F52E8D1F-9864-47A5-8DFE-47EC865A9848}" dt="2023-05-07T23:56:37.157" v="1573" actId="12"/>
          <ac:spMkLst>
            <pc:docMk/>
            <pc:sldMk cId="3670879380" sldId="276"/>
            <ac:spMk id="3" creationId="{83633BA1-F99C-794E-10A7-40B172CF28FA}"/>
          </ac:spMkLst>
        </pc:spChg>
        <pc:spChg chg="mod">
          <ac:chgData name="Christopher Coulombe" userId="a998e8d0-2d43-4621-ac06-202b3484f264" providerId="ADAL" clId="{F52E8D1F-9864-47A5-8DFE-47EC865A9848}" dt="2023-05-07T23:58:40.873" v="1647"/>
          <ac:spMkLst>
            <pc:docMk/>
            <pc:sldMk cId="3670879380" sldId="276"/>
            <ac:spMk id="4" creationId="{F4CB5875-C5A3-0722-F74D-CFDBA35450ED}"/>
          </ac:spMkLst>
        </pc:spChg>
        <pc:spChg chg="mod">
          <ac:chgData name="Christopher Coulombe" userId="a998e8d0-2d43-4621-ac06-202b3484f264" providerId="ADAL" clId="{F52E8D1F-9864-47A5-8DFE-47EC865A9848}" dt="2023-05-07T23:57:33.762" v="1598" actId="1076"/>
          <ac:spMkLst>
            <pc:docMk/>
            <pc:sldMk cId="3670879380" sldId="276"/>
            <ac:spMk id="5" creationId="{E0D2808C-B5FE-E08B-52F3-EA816B129AF2}"/>
          </ac:spMkLst>
        </pc:spChg>
        <pc:spChg chg="mod">
          <ac:chgData name="Christopher Coulombe" userId="a998e8d0-2d43-4621-ac06-202b3484f264" providerId="ADAL" clId="{F52E8D1F-9864-47A5-8DFE-47EC865A9848}" dt="2023-05-07T23:58:21.088" v="1637" actId="20577"/>
          <ac:spMkLst>
            <pc:docMk/>
            <pc:sldMk cId="3670879380" sldId="276"/>
            <ac:spMk id="6" creationId="{385182D0-E771-EE44-126D-5B16EA456698}"/>
          </ac:spMkLst>
        </pc:spChg>
      </pc:sldChg>
      <pc:sldChg chg="addSp modSp new mod">
        <pc:chgData name="Christopher Coulombe" userId="a998e8d0-2d43-4621-ac06-202b3484f264" providerId="ADAL" clId="{F52E8D1F-9864-47A5-8DFE-47EC865A9848}" dt="2023-05-08T00:00:48.855" v="1691" actId="27636"/>
        <pc:sldMkLst>
          <pc:docMk/>
          <pc:sldMk cId="2152649880" sldId="277"/>
        </pc:sldMkLst>
        <pc:spChg chg="mod">
          <ac:chgData name="Christopher Coulombe" userId="a998e8d0-2d43-4621-ac06-202b3484f264" providerId="ADAL" clId="{F52E8D1F-9864-47A5-8DFE-47EC865A9848}" dt="2023-05-08T00:00:48.855" v="1691" actId="27636"/>
          <ac:spMkLst>
            <pc:docMk/>
            <pc:sldMk cId="2152649880" sldId="277"/>
            <ac:spMk id="2" creationId="{DCD6375C-AC23-7FC9-70E3-139AA2D523FA}"/>
          </ac:spMkLst>
        </pc:spChg>
        <pc:graphicFrameChg chg="add mod modGraphic">
          <ac:chgData name="Christopher Coulombe" userId="a998e8d0-2d43-4621-ac06-202b3484f264" providerId="ADAL" clId="{F52E8D1F-9864-47A5-8DFE-47EC865A9848}" dt="2023-05-08T00:00:24.707" v="1665" actId="1076"/>
          <ac:graphicFrameMkLst>
            <pc:docMk/>
            <pc:sldMk cId="2152649880" sldId="277"/>
            <ac:graphicFrameMk id="8" creationId="{7854A919-C68D-CFB2-689E-35AF76497C7A}"/>
          </ac:graphicFrameMkLst>
        </pc:graphicFrameChg>
      </pc:sldChg>
      <pc:sldChg chg="modSp new mod">
        <pc:chgData name="Christopher Coulombe" userId="a998e8d0-2d43-4621-ac06-202b3484f264" providerId="ADAL" clId="{F52E8D1F-9864-47A5-8DFE-47EC865A9848}" dt="2023-05-08T00:03:15.665" v="1737" actId="1076"/>
        <pc:sldMkLst>
          <pc:docMk/>
          <pc:sldMk cId="3917861349" sldId="278"/>
        </pc:sldMkLst>
        <pc:spChg chg="mod">
          <ac:chgData name="Christopher Coulombe" userId="a998e8d0-2d43-4621-ac06-202b3484f264" providerId="ADAL" clId="{F52E8D1F-9864-47A5-8DFE-47EC865A9848}" dt="2023-05-08T00:01:27.052" v="1699" actId="20577"/>
          <ac:spMkLst>
            <pc:docMk/>
            <pc:sldMk cId="3917861349" sldId="278"/>
            <ac:spMk id="2" creationId="{65098ABA-4585-626C-1817-D4813FCCF905}"/>
          </ac:spMkLst>
        </pc:spChg>
        <pc:spChg chg="mod">
          <ac:chgData name="Christopher Coulombe" userId="a998e8d0-2d43-4621-ac06-202b3484f264" providerId="ADAL" clId="{F52E8D1F-9864-47A5-8DFE-47EC865A9848}" dt="2023-05-08T00:02:16.293" v="1709" actId="12"/>
          <ac:spMkLst>
            <pc:docMk/>
            <pc:sldMk cId="3917861349" sldId="278"/>
            <ac:spMk id="3" creationId="{5133904A-52FD-0917-1B76-E6D6636E29C0}"/>
          </ac:spMkLst>
        </pc:spChg>
        <pc:spChg chg="mod">
          <ac:chgData name="Christopher Coulombe" userId="a998e8d0-2d43-4621-ac06-202b3484f264" providerId="ADAL" clId="{F52E8D1F-9864-47A5-8DFE-47EC865A9848}" dt="2023-05-08T00:03:08.987" v="1736" actId="20577"/>
          <ac:spMkLst>
            <pc:docMk/>
            <pc:sldMk cId="3917861349" sldId="278"/>
            <ac:spMk id="4" creationId="{5C9A05D9-8C71-2EFF-A066-8E756917CD4D}"/>
          </ac:spMkLst>
        </pc:spChg>
        <pc:spChg chg="mod">
          <ac:chgData name="Christopher Coulombe" userId="a998e8d0-2d43-4621-ac06-202b3484f264" providerId="ADAL" clId="{F52E8D1F-9864-47A5-8DFE-47EC865A9848}" dt="2023-05-08T00:03:15.665" v="1737" actId="1076"/>
          <ac:spMkLst>
            <pc:docMk/>
            <pc:sldMk cId="3917861349" sldId="278"/>
            <ac:spMk id="5" creationId="{AFEB1FE2-32FB-EDDC-7EA6-B962E674F5AA}"/>
          </ac:spMkLst>
        </pc:spChg>
        <pc:spChg chg="mod">
          <ac:chgData name="Christopher Coulombe" userId="a998e8d0-2d43-4621-ac06-202b3484f264" providerId="ADAL" clId="{F52E8D1F-9864-47A5-8DFE-47EC865A9848}" dt="2023-05-08T00:03:15.665" v="1737" actId="1076"/>
          <ac:spMkLst>
            <pc:docMk/>
            <pc:sldMk cId="3917861349" sldId="278"/>
            <ac:spMk id="6" creationId="{DD1D8DAC-DE99-09F2-4F9A-E2CC6AF86092}"/>
          </ac:spMkLst>
        </pc:spChg>
      </pc:sldChg>
      <pc:sldMasterChg chg="modSldLayout">
        <pc:chgData name="Christopher Coulombe" userId="a998e8d0-2d43-4621-ac06-202b3484f264" providerId="ADAL" clId="{F52E8D1F-9864-47A5-8DFE-47EC865A9848}" dt="2023-05-07T23:35:00.043" v="1159" actId="478"/>
        <pc:sldMasterMkLst>
          <pc:docMk/>
          <pc:sldMasterMk cId="1928452137" sldId="2147483666"/>
        </pc:sldMasterMkLst>
        <pc:sldLayoutChg chg="delSp modSp mod">
          <pc:chgData name="Christopher Coulombe" userId="a998e8d0-2d43-4621-ac06-202b3484f264" providerId="ADAL" clId="{F52E8D1F-9864-47A5-8DFE-47EC865A9848}" dt="2023-05-07T23:23:27.167" v="981" actId="1076"/>
          <pc:sldLayoutMkLst>
            <pc:docMk/>
            <pc:sldMasterMk cId="1928452137" sldId="2147483666"/>
            <pc:sldLayoutMk cId="3052812340" sldId="2147483670"/>
          </pc:sldLayoutMkLst>
          <pc:spChg chg="mod">
            <ac:chgData name="Christopher Coulombe" userId="a998e8d0-2d43-4621-ac06-202b3484f264" providerId="ADAL" clId="{F52E8D1F-9864-47A5-8DFE-47EC865A9848}" dt="2023-05-07T23:23:03.609" v="977" actId="1076"/>
            <ac:spMkLst>
              <pc:docMk/>
              <pc:sldMasterMk cId="1928452137" sldId="2147483666"/>
              <pc:sldLayoutMk cId="3052812340" sldId="2147483670"/>
              <ac:spMk id="12" creationId="{9D2AF524-D4B4-4A3A-9CE4-EDAFE1D5A37B}"/>
            </ac:spMkLst>
          </pc:spChg>
          <pc:spChg chg="mod">
            <ac:chgData name="Christopher Coulombe" userId="a998e8d0-2d43-4621-ac06-202b3484f264" providerId="ADAL" clId="{F52E8D1F-9864-47A5-8DFE-47EC865A9848}" dt="2023-05-07T23:23:27.167" v="981" actId="1076"/>
            <ac:spMkLst>
              <pc:docMk/>
              <pc:sldMasterMk cId="1928452137" sldId="2147483666"/>
              <pc:sldLayoutMk cId="3052812340" sldId="2147483670"/>
              <ac:spMk id="17" creationId="{76D8129B-5B68-421C-968C-3663C86EFC7C}"/>
            </ac:spMkLst>
          </pc:spChg>
          <pc:spChg chg="del">
            <ac:chgData name="Christopher Coulombe" userId="a998e8d0-2d43-4621-ac06-202b3484f264" providerId="ADAL" clId="{F52E8D1F-9864-47A5-8DFE-47EC865A9848}" dt="2023-05-07T23:23:11.802" v="979" actId="478"/>
            <ac:spMkLst>
              <pc:docMk/>
              <pc:sldMasterMk cId="1928452137" sldId="2147483666"/>
              <pc:sldLayoutMk cId="3052812340" sldId="2147483670"/>
              <ac:spMk id="18" creationId="{6C741DCA-8EBD-44F5-9D38-E938A628ADCD}"/>
            </ac:spMkLst>
          </pc:spChg>
          <pc:spChg chg="mod">
            <ac:chgData name="Christopher Coulombe" userId="a998e8d0-2d43-4621-ac06-202b3484f264" providerId="ADAL" clId="{F52E8D1F-9864-47A5-8DFE-47EC865A9848}" dt="2023-05-07T23:23:27.167" v="981" actId="1076"/>
            <ac:spMkLst>
              <pc:docMk/>
              <pc:sldMasterMk cId="1928452137" sldId="2147483666"/>
              <pc:sldLayoutMk cId="3052812340" sldId="2147483670"/>
              <ac:spMk id="35" creationId="{2D4661B1-6559-407A-9AEC-A46A0570AE8F}"/>
            </ac:spMkLst>
          </pc:spChg>
          <pc:spChg chg="del">
            <ac:chgData name="Christopher Coulombe" userId="a998e8d0-2d43-4621-ac06-202b3484f264" providerId="ADAL" clId="{F52E8D1F-9864-47A5-8DFE-47EC865A9848}" dt="2023-05-07T23:23:18.350" v="980" actId="478"/>
            <ac:spMkLst>
              <pc:docMk/>
              <pc:sldMasterMk cId="1928452137" sldId="2147483666"/>
              <pc:sldLayoutMk cId="3052812340" sldId="2147483670"/>
              <ac:spMk id="36" creationId="{DCC983F7-6A25-42C0-811C-EA32138C5B80}"/>
            </ac:spMkLst>
          </pc:spChg>
          <pc:cxnChg chg="del">
            <ac:chgData name="Christopher Coulombe" userId="a998e8d0-2d43-4621-ac06-202b3484f264" providerId="ADAL" clId="{F52E8D1F-9864-47A5-8DFE-47EC865A9848}" dt="2023-05-07T23:23:05.569" v="978" actId="478"/>
            <ac:cxnSpMkLst>
              <pc:docMk/>
              <pc:sldMasterMk cId="1928452137" sldId="2147483666"/>
              <pc:sldLayoutMk cId="3052812340" sldId="2147483670"/>
              <ac:cxnSpMk id="4" creationId="{8AC14461-E27D-413D-B31A-47B74646AF25}"/>
            </ac:cxnSpMkLst>
          </pc:cxnChg>
          <pc:cxnChg chg="mod">
            <ac:chgData name="Christopher Coulombe" userId="a998e8d0-2d43-4621-ac06-202b3484f264" providerId="ADAL" clId="{F52E8D1F-9864-47A5-8DFE-47EC865A9848}" dt="2023-05-07T23:23:27.167" v="981" actId="1076"/>
            <ac:cxnSpMkLst>
              <pc:docMk/>
              <pc:sldMasterMk cId="1928452137" sldId="2147483666"/>
              <pc:sldLayoutMk cId="3052812340" sldId="2147483670"/>
              <ac:cxnSpMk id="8" creationId="{4D6AEA4C-7710-4829-BA87-8DD77F15932C}"/>
            </ac:cxnSpMkLst>
          </pc:cxnChg>
        </pc:sldLayoutChg>
        <pc:sldLayoutChg chg="addSp delSp modSp mod">
          <pc:chgData name="Christopher Coulombe" userId="a998e8d0-2d43-4621-ac06-202b3484f264" providerId="ADAL" clId="{F52E8D1F-9864-47A5-8DFE-47EC865A9848}" dt="2023-05-07T23:33:00.422" v="1113" actId="6014"/>
          <pc:sldLayoutMkLst>
            <pc:docMk/>
            <pc:sldMasterMk cId="1928452137" sldId="2147483666"/>
            <pc:sldLayoutMk cId="3061950496" sldId="2147483694"/>
          </pc:sldLayoutMkLst>
          <pc:spChg chg="add del">
            <ac:chgData name="Christopher Coulombe" userId="a998e8d0-2d43-4621-ac06-202b3484f264" providerId="ADAL" clId="{F52E8D1F-9864-47A5-8DFE-47EC865A9848}" dt="2023-05-07T23:31:10.457" v="1096" actId="22"/>
            <ac:spMkLst>
              <pc:docMk/>
              <pc:sldMasterMk cId="1928452137" sldId="2147483666"/>
              <pc:sldLayoutMk cId="3061950496" sldId="2147483694"/>
              <ac:spMk id="7" creationId="{13F470FF-C6BE-496F-1039-A882C9AF4AE7}"/>
            </ac:spMkLst>
          </pc:spChg>
          <pc:spChg chg="mod">
            <ac:chgData name="Christopher Coulombe" userId="a998e8d0-2d43-4621-ac06-202b3484f264" providerId="ADAL" clId="{F52E8D1F-9864-47A5-8DFE-47EC865A9848}" dt="2023-05-07T22:52:07.638" v="87" actId="12"/>
            <ac:spMkLst>
              <pc:docMk/>
              <pc:sldMasterMk cId="1928452137" sldId="2147483666"/>
              <pc:sldLayoutMk cId="3061950496" sldId="2147483694"/>
              <ac:spMk id="15" creationId="{A1FB681F-A94D-4BF8-8290-0811E98D49D4}"/>
            </ac:spMkLst>
          </pc:spChg>
          <pc:spChg chg="add del">
            <ac:chgData name="Christopher Coulombe" userId="a998e8d0-2d43-4621-ac06-202b3484f264" providerId="ADAL" clId="{F52E8D1F-9864-47A5-8DFE-47EC865A9848}" dt="2023-05-07T23:32:00.790" v="1104" actId="478"/>
            <ac:spMkLst>
              <pc:docMk/>
              <pc:sldMasterMk cId="1928452137" sldId="2147483666"/>
              <pc:sldLayoutMk cId="3061950496" sldId="2147483694"/>
              <ac:spMk id="16" creationId="{07D6A00C-D56B-4E8B-B992-7DA51D3C7261}"/>
            </ac:spMkLst>
          </pc:spChg>
          <pc:spChg chg="add del">
            <ac:chgData name="Christopher Coulombe" userId="a998e8d0-2d43-4621-ac06-202b3484f264" providerId="ADAL" clId="{F52E8D1F-9864-47A5-8DFE-47EC865A9848}" dt="2023-05-07T23:32:00.790" v="1104" actId="478"/>
            <ac:spMkLst>
              <pc:docMk/>
              <pc:sldMasterMk cId="1928452137" sldId="2147483666"/>
              <pc:sldLayoutMk cId="3061950496" sldId="2147483694"/>
              <ac:spMk id="18" creationId="{DA90DA32-7E6A-4713-BDC9-73910E2A0E68}"/>
            </ac:spMkLst>
          </pc:spChg>
        </pc:sldLayoutChg>
        <pc:sldLayoutChg chg="delSp mod">
          <pc:chgData name="Christopher Coulombe" userId="a998e8d0-2d43-4621-ac06-202b3484f264" providerId="ADAL" clId="{F52E8D1F-9864-47A5-8DFE-47EC865A9848}" dt="2023-05-07T23:35:00.043" v="1159" actId="478"/>
          <pc:sldLayoutMkLst>
            <pc:docMk/>
            <pc:sldMasterMk cId="1928452137" sldId="2147483666"/>
            <pc:sldLayoutMk cId="2535501060" sldId="2147483702"/>
          </pc:sldLayoutMkLst>
          <pc:spChg chg="del">
            <ac:chgData name="Christopher Coulombe" userId="a998e8d0-2d43-4621-ac06-202b3484f264" providerId="ADAL" clId="{F52E8D1F-9864-47A5-8DFE-47EC865A9848}" dt="2023-05-07T23:35:00.043" v="1159" actId="478"/>
            <ac:spMkLst>
              <pc:docMk/>
              <pc:sldMasterMk cId="1928452137" sldId="2147483666"/>
              <pc:sldLayoutMk cId="2535501060" sldId="2147483702"/>
              <ac:spMk id="16" creationId="{07D6A00C-D56B-4E8B-B992-7DA51D3C7261}"/>
            </ac:spMkLst>
          </pc:spChg>
          <pc:spChg chg="del">
            <ac:chgData name="Christopher Coulombe" userId="a998e8d0-2d43-4621-ac06-202b3484f264" providerId="ADAL" clId="{F52E8D1F-9864-47A5-8DFE-47EC865A9848}" dt="2023-05-07T23:35:00.043" v="1159" actId="478"/>
            <ac:spMkLst>
              <pc:docMk/>
              <pc:sldMasterMk cId="1928452137" sldId="2147483666"/>
              <pc:sldLayoutMk cId="2535501060" sldId="2147483702"/>
              <ac:spMk id="18" creationId="{DA90DA32-7E6A-4713-BDC9-73910E2A0E68}"/>
            </ac:spMkLst>
          </pc:spChg>
        </pc:sldLayoutChg>
        <pc:sldLayoutChg chg="mod">
          <pc:chgData name="Christopher Coulombe" userId="a998e8d0-2d43-4621-ac06-202b3484f264" providerId="ADAL" clId="{F52E8D1F-9864-47A5-8DFE-47EC865A9848}" dt="2023-05-07T23:32:02.312" v="1105" actId="6014"/>
          <pc:sldLayoutMkLst>
            <pc:docMk/>
            <pc:sldMasterMk cId="1928452137" sldId="2147483666"/>
            <pc:sldLayoutMk cId="3609189583" sldId="2147483702"/>
          </pc:sldLayoutMkLst>
        </pc:sldLayoutChg>
      </pc:sldMasterChg>
    </pc:docChg>
  </pc:docChgLst>
  <pc:docChgLst>
    <pc:chgData name="Christopher Coulombe" userId="a998e8d0-2d43-4621-ac06-202b3484f264" providerId="ADAL" clId="{D149A846-5D49-4A3B-B0E6-AD4673767513}"/>
    <pc:docChg chg="undo redo custSel modSld">
      <pc:chgData name="Christopher Coulombe" userId="a998e8d0-2d43-4621-ac06-202b3484f264" providerId="ADAL" clId="{D149A846-5D49-4A3B-B0E6-AD4673767513}" dt="2023-12-01T15:28:25.329" v="21" actId="255"/>
      <pc:docMkLst>
        <pc:docMk/>
      </pc:docMkLst>
      <pc:sldChg chg="modSp mod">
        <pc:chgData name="Christopher Coulombe" userId="a998e8d0-2d43-4621-ac06-202b3484f264" providerId="ADAL" clId="{D149A846-5D49-4A3B-B0E6-AD4673767513}" dt="2023-12-01T15:25:26.637" v="15" actId="1036"/>
        <pc:sldMkLst>
          <pc:docMk/>
          <pc:sldMk cId="1031838098" sldId="261"/>
        </pc:sldMkLst>
        <pc:spChg chg="mod">
          <ac:chgData name="Christopher Coulombe" userId="a998e8d0-2d43-4621-ac06-202b3484f264" providerId="ADAL" clId="{D149A846-5D49-4A3B-B0E6-AD4673767513}" dt="2023-12-01T15:25:26.637" v="15" actId="1036"/>
          <ac:spMkLst>
            <pc:docMk/>
            <pc:sldMk cId="1031838098" sldId="261"/>
            <ac:spMk id="12" creationId="{B4ED3A46-D701-AC47-5C00-138FCB72F3D0}"/>
          </ac:spMkLst>
        </pc:spChg>
        <pc:spChg chg="mod">
          <ac:chgData name="Christopher Coulombe" userId="a998e8d0-2d43-4621-ac06-202b3484f264" providerId="ADAL" clId="{D149A846-5D49-4A3B-B0E6-AD4673767513}" dt="2023-12-01T15:25:26.637" v="15" actId="1036"/>
          <ac:spMkLst>
            <pc:docMk/>
            <pc:sldMk cId="1031838098" sldId="261"/>
            <ac:spMk id="13" creationId="{7C6FF391-98C9-1775-7ED0-9175915CBE39}"/>
          </ac:spMkLst>
        </pc:spChg>
        <pc:spChg chg="mod">
          <ac:chgData name="Christopher Coulombe" userId="a998e8d0-2d43-4621-ac06-202b3484f264" providerId="ADAL" clId="{D149A846-5D49-4A3B-B0E6-AD4673767513}" dt="2023-12-01T15:25:26.637" v="15" actId="1036"/>
          <ac:spMkLst>
            <pc:docMk/>
            <pc:sldMk cId="1031838098" sldId="261"/>
            <ac:spMk id="14" creationId="{59A9ED5B-1826-5161-52BF-57362396E38D}"/>
          </ac:spMkLst>
        </pc:spChg>
      </pc:sldChg>
      <pc:sldChg chg="modSp mod">
        <pc:chgData name="Christopher Coulombe" userId="a998e8d0-2d43-4621-ac06-202b3484f264" providerId="ADAL" clId="{D149A846-5D49-4A3B-B0E6-AD4673767513}" dt="2023-12-01T15:28:20.872" v="20" actId="27636"/>
        <pc:sldMkLst>
          <pc:docMk/>
          <pc:sldMk cId="225521415" sldId="265"/>
        </pc:sldMkLst>
        <pc:spChg chg="mod">
          <ac:chgData name="Christopher Coulombe" userId="a998e8d0-2d43-4621-ac06-202b3484f264" providerId="ADAL" clId="{D149A846-5D49-4A3B-B0E6-AD4673767513}" dt="2023-12-01T15:28:20.872" v="20" actId="27636"/>
          <ac:spMkLst>
            <pc:docMk/>
            <pc:sldMk cId="225521415" sldId="265"/>
            <ac:spMk id="5" creationId="{502A709F-7A99-ED21-F6BF-4117679CE401}"/>
          </ac:spMkLst>
        </pc:spChg>
        <pc:spChg chg="mod">
          <ac:chgData name="Christopher Coulombe" userId="a998e8d0-2d43-4621-ac06-202b3484f264" providerId="ADAL" clId="{D149A846-5D49-4A3B-B0E6-AD4673767513}" dt="2023-12-01T15:28:15.766" v="18" actId="255"/>
          <ac:spMkLst>
            <pc:docMk/>
            <pc:sldMk cId="225521415" sldId="265"/>
            <ac:spMk id="6" creationId="{8155B6E0-5D77-D616-164B-1C0786ED0C7C}"/>
          </ac:spMkLst>
        </pc:spChg>
      </pc:sldChg>
      <pc:sldChg chg="modSp mod">
        <pc:chgData name="Christopher Coulombe" userId="a998e8d0-2d43-4621-ac06-202b3484f264" providerId="ADAL" clId="{D149A846-5D49-4A3B-B0E6-AD4673767513}" dt="2023-12-01T15:28:25.329" v="21" actId="255"/>
        <pc:sldMkLst>
          <pc:docMk/>
          <pc:sldMk cId="56392177" sldId="266"/>
        </pc:sldMkLst>
        <pc:spChg chg="mod">
          <ac:chgData name="Christopher Coulombe" userId="a998e8d0-2d43-4621-ac06-202b3484f264" providerId="ADAL" clId="{D149A846-5D49-4A3B-B0E6-AD4673767513}" dt="2023-12-01T15:28:25.329" v="21" actId="255"/>
          <ac:spMkLst>
            <pc:docMk/>
            <pc:sldMk cId="56392177" sldId="266"/>
            <ac:spMk id="6" creationId="{8155B6E0-5D77-D616-164B-1C0786ED0C7C}"/>
          </ac:spMkLst>
        </pc:spChg>
        <pc:spChg chg="mod">
          <ac:chgData name="Christopher Coulombe" userId="a998e8d0-2d43-4621-ac06-202b3484f264" providerId="ADAL" clId="{D149A846-5D49-4A3B-B0E6-AD4673767513}" dt="2023-12-01T15:28:25.329" v="21" actId="255"/>
          <ac:spMkLst>
            <pc:docMk/>
            <pc:sldMk cId="56392177" sldId="266"/>
            <ac:spMk id="8" creationId="{841B10C5-E650-D147-9BF0-A6C753011319}"/>
          </ac:spMkLst>
        </pc:spChg>
      </pc:sldChg>
      <pc:sldChg chg="modSp mod">
        <pc:chgData name="Christopher Coulombe" userId="a998e8d0-2d43-4621-ac06-202b3484f264" providerId="ADAL" clId="{D149A846-5D49-4A3B-B0E6-AD4673767513}" dt="2023-12-01T15:25:25.381" v="13" actId="27636"/>
        <pc:sldMkLst>
          <pc:docMk/>
          <pc:sldMk cId="3917861349" sldId="278"/>
        </pc:sldMkLst>
        <pc:spChg chg="mod">
          <ac:chgData name="Christopher Coulombe" userId="a998e8d0-2d43-4621-ac06-202b3484f264" providerId="ADAL" clId="{D149A846-5D49-4A3B-B0E6-AD4673767513}" dt="2023-12-01T15:25:25.381" v="13" actId="27636"/>
          <ac:spMkLst>
            <pc:docMk/>
            <pc:sldMk cId="3917861349" sldId="278"/>
            <ac:spMk id="6" creationId="{DD1D8DAC-DE99-09F2-4F9A-E2CC6AF86092}"/>
          </ac:spMkLst>
        </pc:spChg>
      </pc:sldChg>
    </pc:docChg>
  </pc:docChgLst>
  <pc:docChgLst>
    <pc:chgData name="Christopher Coulombe" userId="S::ccoulombe@cegepgarneau.ca::a998e8d0-2d43-4621-ac06-202b3484f264" providerId="AD" clId="Web-{8BCA9818-B5EE-2948-A1EC-114B70794CB3}"/>
    <pc:docChg chg="modSld">
      <pc:chgData name="Christopher Coulombe" userId="S::ccoulombe@cegepgarneau.ca::a998e8d0-2d43-4621-ac06-202b3484f264" providerId="AD" clId="Web-{8BCA9818-B5EE-2948-A1EC-114B70794CB3}" dt="2025-03-31T18:44:16.884" v="0" actId="1076"/>
      <pc:docMkLst>
        <pc:docMk/>
      </pc:docMkLst>
      <pc:sldChg chg="modSp">
        <pc:chgData name="Christopher Coulombe" userId="S::ccoulombe@cegepgarneau.ca::a998e8d0-2d43-4621-ac06-202b3484f264" providerId="AD" clId="Web-{8BCA9818-B5EE-2948-A1EC-114B70794CB3}" dt="2025-03-31T18:44:16.884" v="0" actId="1076"/>
        <pc:sldMkLst>
          <pc:docMk/>
          <pc:sldMk cId="1031838098" sldId="261"/>
        </pc:sldMkLst>
        <pc:spChg chg="mod">
          <ac:chgData name="Christopher Coulombe" userId="S::ccoulombe@cegepgarneau.ca::a998e8d0-2d43-4621-ac06-202b3484f264" providerId="AD" clId="Web-{8BCA9818-B5EE-2948-A1EC-114B70794CB3}" dt="2025-03-31T18:44:16.884" v="0" actId="1076"/>
          <ac:spMkLst>
            <pc:docMk/>
            <pc:sldMk cId="1031838098" sldId="261"/>
            <ac:spMk id="14" creationId="{59A9ED5B-1826-5161-52BF-57362396E38D}"/>
          </ac:spMkLst>
        </pc:spChg>
      </pc:sldChg>
    </pc:docChg>
  </pc:docChgLst>
  <pc:docChgLst>
    <pc:chgData name="Christopher Coulombe" userId="a998e8d0-2d43-4621-ac06-202b3484f264" providerId="ADAL" clId="{B0E8E68C-36A1-446C-8E3C-D0358FA80FD0}"/>
    <pc:docChg chg="undo custSel modSld">
      <pc:chgData name="Christopher Coulombe" userId="a998e8d0-2d43-4621-ac06-202b3484f264" providerId="ADAL" clId="{B0E8E68C-36A1-446C-8E3C-D0358FA80FD0}" dt="2024-12-06T16:31:46.291" v="5" actId="20577"/>
      <pc:docMkLst>
        <pc:docMk/>
      </pc:docMkLst>
      <pc:sldChg chg="modSp mod">
        <pc:chgData name="Christopher Coulombe" userId="a998e8d0-2d43-4621-ac06-202b3484f264" providerId="ADAL" clId="{B0E8E68C-36A1-446C-8E3C-D0358FA80FD0}" dt="2024-12-06T16:31:30.284" v="1" actId="20577"/>
        <pc:sldMkLst>
          <pc:docMk/>
          <pc:sldMk cId="1642425379" sldId="256"/>
        </pc:sldMkLst>
        <pc:spChg chg="mod">
          <ac:chgData name="Christopher Coulombe" userId="a998e8d0-2d43-4621-ac06-202b3484f264" providerId="ADAL" clId="{B0E8E68C-36A1-446C-8E3C-D0358FA80FD0}" dt="2024-12-06T16:31:30.284" v="1" actId="20577"/>
          <ac:spMkLst>
            <pc:docMk/>
            <pc:sldMk cId="1642425379" sldId="256"/>
            <ac:spMk id="3" creationId="{1901B20D-4C28-4DA3-ABBD-718C22A5E58B}"/>
          </ac:spMkLst>
        </pc:spChg>
      </pc:sldChg>
      <pc:sldChg chg="modSp mod">
        <pc:chgData name="Christopher Coulombe" userId="a998e8d0-2d43-4621-ac06-202b3484f264" providerId="ADAL" clId="{B0E8E68C-36A1-446C-8E3C-D0358FA80FD0}" dt="2024-12-06T16:31:46.291" v="5" actId="20577"/>
        <pc:sldMkLst>
          <pc:docMk/>
          <pc:sldMk cId="2152649880" sldId="277"/>
        </pc:sldMkLst>
        <pc:spChg chg="mod">
          <ac:chgData name="Christopher Coulombe" userId="a998e8d0-2d43-4621-ac06-202b3484f264" providerId="ADAL" clId="{B0E8E68C-36A1-446C-8E3C-D0358FA80FD0}" dt="2024-12-06T16:31:46.291" v="5" actId="20577"/>
          <ac:spMkLst>
            <pc:docMk/>
            <pc:sldMk cId="2152649880" sldId="277"/>
            <ac:spMk id="4" creationId="{7641D79B-AE96-C553-A721-883A04FDB322}"/>
          </ac:spMkLst>
        </pc:spChg>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e l’en-tête 1">
            <a:extLst>
              <a:ext uri="{FF2B5EF4-FFF2-40B4-BE49-F238E27FC236}">
                <a16:creationId xmlns:a16="http://schemas.microsoft.com/office/drawing/2014/main" id="{53F6ED8B-CF52-4A64-BACC-61D9C1041E04}"/>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pPr rtl="0"/>
            <a:endParaRPr lang="fr-CA"/>
          </a:p>
        </p:txBody>
      </p:sp>
      <p:sp>
        <p:nvSpPr>
          <p:cNvPr id="3" name="Espace réservé de la date 2">
            <a:extLst>
              <a:ext uri="{FF2B5EF4-FFF2-40B4-BE49-F238E27FC236}">
                <a16:creationId xmlns:a16="http://schemas.microsoft.com/office/drawing/2014/main" id="{0D7022B2-02C5-4E03-99BC-0BA3C57AC49B}"/>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pPr rtl="0"/>
            <a:fld id="{CEB7E1E9-DADB-4BF7-BC96-DDF830C39794}" type="datetime1">
              <a:rPr lang="fr-CA" smtClean="0"/>
              <a:t>2025-03-31</a:t>
            </a:fld>
            <a:endParaRPr lang="fr-CA"/>
          </a:p>
        </p:txBody>
      </p:sp>
      <p:sp>
        <p:nvSpPr>
          <p:cNvPr id="4" name="Espace réservé du pied de page 3">
            <a:extLst>
              <a:ext uri="{FF2B5EF4-FFF2-40B4-BE49-F238E27FC236}">
                <a16:creationId xmlns:a16="http://schemas.microsoft.com/office/drawing/2014/main" id="{BC3FEE8C-8D38-4F2A-950E-071C6823E271}"/>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pPr rtl="0"/>
            <a:endParaRPr lang="fr-CA"/>
          </a:p>
        </p:txBody>
      </p:sp>
      <p:sp>
        <p:nvSpPr>
          <p:cNvPr id="5" name="Espace réservé du numéro de diapositive 4">
            <a:extLst>
              <a:ext uri="{FF2B5EF4-FFF2-40B4-BE49-F238E27FC236}">
                <a16:creationId xmlns:a16="http://schemas.microsoft.com/office/drawing/2014/main" id="{8C567A6D-959B-4552-AB8D-4CCA819CAA71}"/>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pPr rtl="0"/>
            <a:fld id="{4BF9A36D-7FAC-478F-9944-F324014F6FD1}" type="slidenum">
              <a:rPr lang="fr-CA" smtClean="0"/>
              <a:t>‹#›</a:t>
            </a:fld>
            <a:endParaRPr lang="fr-CA"/>
          </a:p>
        </p:txBody>
      </p:sp>
    </p:spTree>
    <p:extLst>
      <p:ext uri="{BB962C8B-B14F-4D97-AF65-F5344CB8AC3E}">
        <p14:creationId xmlns:p14="http://schemas.microsoft.com/office/powerpoint/2010/main" val="1342467698"/>
      </p:ext>
    </p:extLst>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e l’en-tête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pPr rtl="0"/>
            <a:endParaRPr lang="fr-CA" noProof="0"/>
          </a:p>
        </p:txBody>
      </p:sp>
      <p:sp>
        <p:nvSpPr>
          <p:cNvPr id="3" name="Espace réservé de la date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1F809A78-CCF6-4F93-AE91-D446360FFA4F}" type="datetime1">
              <a:rPr lang="fr-CA" smtClean="0"/>
              <a:pPr/>
              <a:t>2025-03-31</a:t>
            </a:fld>
            <a:endParaRPr lang="fr-CA" dirty="0"/>
          </a:p>
        </p:txBody>
      </p:sp>
      <p:sp>
        <p:nvSpPr>
          <p:cNvPr id="4" name="Espace réservé de l’image des diapositives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pPr rtl="0"/>
            <a:endParaRPr lang="fr-CA" noProof="0"/>
          </a:p>
        </p:txBody>
      </p:sp>
      <p:sp>
        <p:nvSpPr>
          <p:cNvPr id="5" name="Espace réservé des rétroaction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rtl="0"/>
            <a:r>
              <a:rPr lang="fr-CA" noProof="0"/>
              <a:t>Modifiez les styles du texte</a:t>
            </a:r>
          </a:p>
          <a:p>
            <a:pPr lvl="1" rtl="0"/>
            <a:r>
              <a:rPr lang="fr-CA" noProof="0"/>
              <a:t>Deuxième niveau</a:t>
            </a:r>
          </a:p>
          <a:p>
            <a:pPr lvl="2" rtl="0"/>
            <a:r>
              <a:rPr lang="fr-CA" noProof="0"/>
              <a:t>Troisième niveau</a:t>
            </a:r>
          </a:p>
          <a:p>
            <a:pPr lvl="3" rtl="0"/>
            <a:r>
              <a:rPr lang="fr-CA" noProof="0"/>
              <a:t>Quatrième niveau</a:t>
            </a:r>
          </a:p>
          <a:p>
            <a:pPr lvl="4" rtl="0"/>
            <a:r>
              <a:rPr lang="fr-CA" noProof="0"/>
              <a:t>Cinquième niveau</a:t>
            </a:r>
          </a:p>
        </p:txBody>
      </p:sp>
      <p:sp>
        <p:nvSpPr>
          <p:cNvPr id="6" name="Espace réservé du pied de page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pPr rtl="0"/>
            <a:endParaRPr lang="fr-CA" noProof="0"/>
          </a:p>
        </p:txBody>
      </p:sp>
      <p:sp>
        <p:nvSpPr>
          <p:cNvPr id="7" name="Espace réservé du numéro de diapositive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pPr rtl="0"/>
            <a:fld id="{D4B9A9E5-4F7F-4A7D-9DE1-899232329269}" type="slidenum">
              <a:rPr lang="fr-CA" noProof="0" smtClean="0"/>
              <a:t>‹#›</a:t>
            </a:fld>
            <a:endParaRPr lang="fr-CA" noProof="0"/>
          </a:p>
        </p:txBody>
      </p:sp>
    </p:spTree>
    <p:extLst>
      <p:ext uri="{BB962C8B-B14F-4D97-AF65-F5344CB8AC3E}">
        <p14:creationId xmlns:p14="http://schemas.microsoft.com/office/powerpoint/2010/main" val="1387783183"/>
      </p:ext>
    </p:extLst>
  </p:cSld>
  <p:clrMap bg1="lt1" tx1="dk1" bg2="lt2" tx2="dk2" accent1="accent1" accent2="accent2" accent3="accent3" accent4="accent4" accent5="accent5" accent6="accent6" hlink="hlink" folHlink="folHlink"/>
  <p:hf hdr="0" ftr="0" dt="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fr-CA"/>
          </a:p>
        </p:txBody>
      </p:sp>
      <p:sp>
        <p:nvSpPr>
          <p:cNvPr id="4" name="Espace réservé du numéro de diapositive 3"/>
          <p:cNvSpPr>
            <a:spLocks noGrp="1"/>
          </p:cNvSpPr>
          <p:nvPr>
            <p:ph type="sldNum" sz="quarter" idx="5"/>
          </p:nvPr>
        </p:nvSpPr>
        <p:spPr/>
        <p:txBody>
          <a:bodyPr/>
          <a:lstStyle/>
          <a:p>
            <a:pPr rtl="0"/>
            <a:fld id="{D4B9A9E5-4F7F-4A7D-9DE1-899232329269}" type="slidenum">
              <a:rPr lang="fr-CA" smtClean="0"/>
              <a:t>1</a:t>
            </a:fld>
            <a:endParaRPr lang="fr-CA"/>
          </a:p>
        </p:txBody>
      </p:sp>
    </p:spTree>
    <p:extLst>
      <p:ext uri="{BB962C8B-B14F-4D97-AF65-F5344CB8AC3E}">
        <p14:creationId xmlns:p14="http://schemas.microsoft.com/office/powerpoint/2010/main" val="291558718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fr-CA" dirty="0"/>
              <a:t>Les licences Creative Commons (CC) sont un ensemble de licences conçues pour les œuvres créatives telles que les textes, images, musiques et vidéos. Elles permettent aux auteurs de définir les conditions d'utilisation et de partage de leurs œuvres. Les licences CC offrent différents niveaux de restrictions et permissions, comme l'obligation d'attribuer l'auteur, l'interdiction d'utilisations commerciales, ou l'exigence de partager les œuvres dérivées sous une licence similaire. En choisissant une licence CC adaptée, les auteurs peuvent partager leurs œuvres tout en conservant le contrôle sur la manière dont elles sont utilisées et distribuées.</a:t>
            </a:r>
          </a:p>
        </p:txBody>
      </p:sp>
      <p:sp>
        <p:nvSpPr>
          <p:cNvPr id="4" name="Espace réservé du numéro de diapositive 3"/>
          <p:cNvSpPr>
            <a:spLocks noGrp="1"/>
          </p:cNvSpPr>
          <p:nvPr>
            <p:ph type="sldNum" sz="quarter" idx="5"/>
          </p:nvPr>
        </p:nvSpPr>
        <p:spPr/>
        <p:txBody>
          <a:bodyPr/>
          <a:lstStyle/>
          <a:p>
            <a:pPr rtl="0"/>
            <a:fld id="{D4B9A9E5-4F7F-4A7D-9DE1-899232329269}" type="slidenum">
              <a:rPr lang="fr-CA" noProof="0" smtClean="0"/>
              <a:t>11</a:t>
            </a:fld>
            <a:endParaRPr lang="fr-CA" noProof="0"/>
          </a:p>
        </p:txBody>
      </p:sp>
    </p:spTree>
    <p:extLst>
      <p:ext uri="{BB962C8B-B14F-4D97-AF65-F5344CB8AC3E}">
        <p14:creationId xmlns:p14="http://schemas.microsoft.com/office/powerpoint/2010/main" val="3817599057"/>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image" Target="../media/image5.png"/><Relationship Id="rId1" Type="http://schemas.openxmlformats.org/officeDocument/2006/relationships/slideMaster" Target="../slideMasters/slideMaster1.xml"/><Relationship Id="rId5" Type="http://schemas.openxmlformats.org/officeDocument/2006/relationships/image" Target="../media/image8.svg"/><Relationship Id="rId4" Type="http://schemas.openxmlformats.org/officeDocument/2006/relationships/image" Target="../media/image7.png"/></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10.svg"/><Relationship Id="rId2" Type="http://schemas.openxmlformats.org/officeDocument/2006/relationships/image" Target="../media/image9.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10.svg"/><Relationship Id="rId2" Type="http://schemas.openxmlformats.org/officeDocument/2006/relationships/image" Target="../media/image9.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12.svg"/><Relationship Id="rId2" Type="http://schemas.openxmlformats.org/officeDocument/2006/relationships/image" Target="../media/image11.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14.svg"/><Relationship Id="rId2" Type="http://schemas.openxmlformats.org/officeDocument/2006/relationships/image" Target="../media/image13.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16.svg"/><Relationship Id="rId7" Type="http://schemas.openxmlformats.org/officeDocument/2006/relationships/image" Target="../media/image20.svg"/><Relationship Id="rId2" Type="http://schemas.openxmlformats.org/officeDocument/2006/relationships/image" Target="../media/image15.png"/><Relationship Id="rId1" Type="http://schemas.openxmlformats.org/officeDocument/2006/relationships/slideMaster" Target="../slideMasters/slideMaster1.xml"/><Relationship Id="rId6" Type="http://schemas.openxmlformats.org/officeDocument/2006/relationships/image" Target="../media/image19.png"/><Relationship Id="rId5" Type="http://schemas.openxmlformats.org/officeDocument/2006/relationships/image" Target="../media/image18.svg"/><Relationship Id="rId4" Type="http://schemas.openxmlformats.org/officeDocument/2006/relationships/image" Target="../media/image17.png"/></Relationships>
</file>

<file path=ppt/slideLayouts/_rels/slideLayout13.xml.rels><?xml version="1.0" encoding="UTF-8" standalone="yes"?>
<Relationships xmlns="http://schemas.openxmlformats.org/package/2006/relationships"><Relationship Id="rId3" Type="http://schemas.openxmlformats.org/officeDocument/2006/relationships/image" Target="../media/image22.svg"/><Relationship Id="rId2" Type="http://schemas.openxmlformats.org/officeDocument/2006/relationships/image" Target="../media/image21.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3" Type="http://schemas.openxmlformats.org/officeDocument/2006/relationships/image" Target="../media/image24.svg"/><Relationship Id="rId2" Type="http://schemas.openxmlformats.org/officeDocument/2006/relationships/image" Target="../media/image23.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image" Target="../media/image5.png"/><Relationship Id="rId1" Type="http://schemas.openxmlformats.org/officeDocument/2006/relationships/slideMaster" Target="../slideMasters/slideMaster1.xml"/><Relationship Id="rId5" Type="http://schemas.openxmlformats.org/officeDocument/2006/relationships/image" Target="../media/image8.svg"/><Relationship Id="rId4" Type="http://schemas.openxmlformats.org/officeDocument/2006/relationships/image" Target="../media/image7.png"/></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3" Type="http://schemas.openxmlformats.org/officeDocument/2006/relationships/image" Target="../media/image26.svg"/><Relationship Id="rId2" Type="http://schemas.openxmlformats.org/officeDocument/2006/relationships/image" Target="../media/image25.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e de titre">
    <p:bg>
      <p:bgPr>
        <a:solidFill>
          <a:schemeClr val="accent2"/>
        </a:solidFill>
        <a:effectLst/>
      </p:bgPr>
    </p:bg>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415B3628-62D7-4A6D-A79F-34DE91DBA31E}"/>
              </a:ext>
            </a:extLst>
          </p:cNvPr>
          <p:cNvSpPr>
            <a:spLocks noGrp="1"/>
          </p:cNvSpPr>
          <p:nvPr>
            <p:ph type="ctrTitle" hasCustomPrompt="1"/>
          </p:nvPr>
        </p:nvSpPr>
        <p:spPr>
          <a:xfrm>
            <a:off x="6416040" y="4434840"/>
            <a:ext cx="4941771" cy="1122202"/>
          </a:xfrm>
        </p:spPr>
        <p:txBody>
          <a:bodyPr rtlCol="0" anchor="b">
            <a:noAutofit/>
          </a:bodyPr>
          <a:lstStyle>
            <a:lvl1pPr algn="l">
              <a:defRPr sz="3600" cap="all" spc="150" baseline="0">
                <a:solidFill>
                  <a:schemeClr val="tx1">
                    <a:lumMod val="75000"/>
                    <a:lumOff val="25000"/>
                  </a:schemeClr>
                </a:solidFill>
              </a:defRPr>
            </a:lvl1pPr>
          </a:lstStyle>
          <a:p>
            <a:pPr rtl="0"/>
            <a:r>
              <a:rPr lang="fr-CA" noProof="0"/>
              <a:t>CLIQUEZ POUR MODIFIER LE STYLE DU TITRE DU MASQUE</a:t>
            </a:r>
          </a:p>
        </p:txBody>
      </p:sp>
      <p:sp>
        <p:nvSpPr>
          <p:cNvPr id="3" name="Sous-titre 2">
            <a:extLst>
              <a:ext uri="{FF2B5EF4-FFF2-40B4-BE49-F238E27FC236}">
                <a16:creationId xmlns:a16="http://schemas.microsoft.com/office/drawing/2014/main" id="{55457758-A125-4CEA-A3D5-CBD010417BD2}"/>
              </a:ext>
            </a:extLst>
          </p:cNvPr>
          <p:cNvSpPr>
            <a:spLocks noGrp="1"/>
          </p:cNvSpPr>
          <p:nvPr>
            <p:ph type="subTitle" idx="1" hasCustomPrompt="1"/>
          </p:nvPr>
        </p:nvSpPr>
        <p:spPr>
          <a:xfrm>
            <a:off x="6416041" y="5586890"/>
            <a:ext cx="4941770" cy="924746"/>
          </a:xfrm>
        </p:spPr>
        <p:txBody>
          <a:bodyPr rtlCol="0">
            <a:normAutofit/>
          </a:bodyPr>
          <a:lstStyle>
            <a:lvl1pPr marL="0" indent="0" algn="l">
              <a:lnSpc>
                <a:spcPct val="100000"/>
              </a:lnSpc>
              <a:buNone/>
              <a:defRPr sz="1600">
                <a:solidFill>
                  <a:schemeClr val="tx1">
                    <a:lumMod val="75000"/>
                    <a:lumOff val="25000"/>
                  </a:schemeClr>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rtl="0"/>
            <a:r>
              <a:rPr lang="fr-CA" noProof="0" dirty="0"/>
              <a:t>Modifiez le style du sous-titre principal</a:t>
            </a:r>
          </a:p>
        </p:txBody>
      </p:sp>
      <p:pic>
        <p:nvPicPr>
          <p:cNvPr id="8" name="Graphisme 7">
            <a:extLst>
              <a:ext uri="{FF2B5EF4-FFF2-40B4-BE49-F238E27FC236}">
                <a16:creationId xmlns:a16="http://schemas.microsoft.com/office/drawing/2014/main" id="{A04F1E16-9A84-4D0E-9706-79C396AF6AE6}"/>
              </a:ext>
            </a:extLst>
          </p:cNvPr>
          <p:cNvPicPr>
            <a:picLocks noChangeAspect="1"/>
          </p:cNvPicPr>
          <p:nvPr/>
        </p:nvPicPr>
        <p:blipFill rotWithShape="1">
          <a:blip r:embed="rId2">
            <a:extLst>
              <a:ext uri="{96DAC541-7B7A-43D3-8B79-37D633B846F1}">
                <asvg:svgBlip xmlns:asvg="http://schemas.microsoft.com/office/drawing/2016/SVG/main" r:embed="rId3"/>
              </a:ext>
            </a:extLst>
          </a:blip>
          <a:srcRect l="9358" t="23650" b="-1"/>
          <a:stretch/>
        </p:blipFill>
        <p:spPr>
          <a:xfrm>
            <a:off x="0" y="0"/>
            <a:ext cx="9488312" cy="5054323"/>
          </a:xfrm>
          <a:prstGeom prst="rect">
            <a:avLst/>
          </a:prstGeom>
        </p:spPr>
      </p:pic>
    </p:spTree>
    <p:extLst>
      <p:ext uri="{BB962C8B-B14F-4D97-AF65-F5344CB8AC3E}">
        <p14:creationId xmlns:p14="http://schemas.microsoft.com/office/powerpoint/2010/main" val="91310864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Ordre du jour">
    <p:bg>
      <p:bgPr>
        <a:solidFill>
          <a:schemeClr val="bg1"/>
        </a:solidFill>
        <a:effectLst/>
      </p:bgPr>
    </p:bg>
    <p:spTree>
      <p:nvGrpSpPr>
        <p:cNvPr id="1" name=""/>
        <p:cNvGrpSpPr/>
        <p:nvPr/>
      </p:nvGrpSpPr>
      <p:grpSpPr>
        <a:xfrm>
          <a:off x="0" y="0"/>
          <a:ext cx="0" cy="0"/>
          <a:chOff x="0" y="0"/>
          <a:chExt cx="0" cy="0"/>
        </a:xfrm>
      </p:grpSpPr>
      <p:pic>
        <p:nvPicPr>
          <p:cNvPr id="8" name="Graphisme 7">
            <a:extLst>
              <a:ext uri="{FF2B5EF4-FFF2-40B4-BE49-F238E27FC236}">
                <a16:creationId xmlns:a16="http://schemas.microsoft.com/office/drawing/2014/main" id="{D514C6BF-376E-43E8-881D-2E767426990A}"/>
              </a:ext>
            </a:extLst>
          </p:cNvPr>
          <p:cNvPicPr>
            <a:picLocks noChangeAspect="1"/>
          </p:cNvPicPr>
          <p:nvPr/>
        </p:nvPicPr>
        <p:blipFill rotWithShape="1">
          <a:blip r:embed="rId2">
            <a:extLst>
              <a:ext uri="{96DAC541-7B7A-43D3-8B79-37D633B846F1}">
                <asvg:svgBlip xmlns:asvg="http://schemas.microsoft.com/office/drawing/2016/SVG/main" r:embed="rId3"/>
              </a:ext>
            </a:extLst>
          </a:blip>
          <a:srcRect t="18301" r="28341" b="23071"/>
          <a:stretch/>
        </p:blipFill>
        <p:spPr>
          <a:xfrm>
            <a:off x="5488815" y="0"/>
            <a:ext cx="6703185" cy="6858000"/>
          </a:xfrm>
          <a:prstGeom prst="rect">
            <a:avLst/>
          </a:prstGeom>
        </p:spPr>
      </p:pic>
      <p:sp>
        <p:nvSpPr>
          <p:cNvPr id="2" name="Titre 1">
            <a:extLst>
              <a:ext uri="{FF2B5EF4-FFF2-40B4-BE49-F238E27FC236}">
                <a16:creationId xmlns:a16="http://schemas.microsoft.com/office/drawing/2014/main" id="{3F0A9B92-C2D0-466A-A680-A35832C452B3}"/>
              </a:ext>
            </a:extLst>
          </p:cNvPr>
          <p:cNvSpPr>
            <a:spLocks noGrp="1"/>
          </p:cNvSpPr>
          <p:nvPr>
            <p:ph type="title" hasCustomPrompt="1"/>
          </p:nvPr>
        </p:nvSpPr>
        <p:spPr>
          <a:xfrm>
            <a:off x="1333499" y="1020445"/>
            <a:ext cx="3171825" cy="1325563"/>
          </a:xfrm>
        </p:spPr>
        <p:txBody>
          <a:bodyPr rtlCol="0" anchor="b">
            <a:normAutofit/>
          </a:bodyPr>
          <a:lstStyle>
            <a:lvl1pPr>
              <a:defRPr sz="2800" spc="150" baseline="0">
                <a:solidFill>
                  <a:schemeClr val="tx1">
                    <a:lumMod val="75000"/>
                    <a:lumOff val="25000"/>
                  </a:schemeClr>
                </a:solidFill>
              </a:defRPr>
            </a:lvl1pPr>
          </a:lstStyle>
          <a:p>
            <a:pPr rtl="0"/>
            <a:r>
              <a:rPr lang="fr-CA" noProof="0"/>
              <a:t>CLIQUEZ POUR MODIFIER LE STYLE DU TITRE DU MASQUE</a:t>
            </a:r>
          </a:p>
        </p:txBody>
      </p:sp>
      <p:sp>
        <p:nvSpPr>
          <p:cNvPr id="3" name="Espace réservé du contenu 2">
            <a:extLst>
              <a:ext uri="{FF2B5EF4-FFF2-40B4-BE49-F238E27FC236}">
                <a16:creationId xmlns:a16="http://schemas.microsoft.com/office/drawing/2014/main" id="{2DA41CE6-5A88-4C5C-B2A4-6A5D2153B16F}"/>
              </a:ext>
            </a:extLst>
          </p:cNvPr>
          <p:cNvSpPr>
            <a:spLocks noGrp="1"/>
          </p:cNvSpPr>
          <p:nvPr>
            <p:ph idx="1" hasCustomPrompt="1"/>
          </p:nvPr>
        </p:nvSpPr>
        <p:spPr>
          <a:xfrm>
            <a:off x="1333499" y="2924175"/>
            <a:ext cx="3171825" cy="2519363"/>
          </a:xfrm>
        </p:spPr>
        <p:txBody>
          <a:bodyPr rtlCol="0">
            <a:normAutofit/>
          </a:bodyPr>
          <a:lstStyle>
            <a:lvl1pPr marL="0" indent="0">
              <a:lnSpc>
                <a:spcPct val="120000"/>
              </a:lnSpc>
              <a:spcBef>
                <a:spcPts val="1000"/>
              </a:spcBef>
              <a:buNone/>
              <a:defRPr sz="1400">
                <a:solidFill>
                  <a:schemeClr val="tx1">
                    <a:lumMod val="75000"/>
                    <a:lumOff val="25000"/>
                  </a:schemeClr>
                </a:solidFill>
              </a:defRPr>
            </a:lvl1pPr>
            <a:lvl2pPr marL="457200" indent="0">
              <a:lnSpc>
                <a:spcPct val="120000"/>
              </a:lnSpc>
              <a:spcBef>
                <a:spcPts val="1000"/>
              </a:spcBef>
              <a:buNone/>
              <a:defRPr sz="1400">
                <a:solidFill>
                  <a:schemeClr val="tx1">
                    <a:lumMod val="75000"/>
                    <a:lumOff val="25000"/>
                  </a:schemeClr>
                </a:solidFill>
              </a:defRPr>
            </a:lvl2pPr>
            <a:lvl3pPr marL="914400" indent="0">
              <a:lnSpc>
                <a:spcPct val="120000"/>
              </a:lnSpc>
              <a:spcBef>
                <a:spcPts val="1000"/>
              </a:spcBef>
              <a:buNone/>
              <a:defRPr sz="1400">
                <a:solidFill>
                  <a:schemeClr val="tx1">
                    <a:lumMod val="75000"/>
                    <a:lumOff val="25000"/>
                  </a:schemeClr>
                </a:solidFill>
              </a:defRPr>
            </a:lvl3pPr>
            <a:lvl4pPr marL="1371600" indent="0">
              <a:lnSpc>
                <a:spcPct val="120000"/>
              </a:lnSpc>
              <a:spcBef>
                <a:spcPts val="1000"/>
              </a:spcBef>
              <a:buNone/>
              <a:defRPr sz="1400">
                <a:solidFill>
                  <a:schemeClr val="tx1">
                    <a:lumMod val="75000"/>
                    <a:lumOff val="25000"/>
                  </a:schemeClr>
                </a:solidFill>
              </a:defRPr>
            </a:lvl4pPr>
            <a:lvl5pPr marL="1828800" indent="0">
              <a:lnSpc>
                <a:spcPct val="120000"/>
              </a:lnSpc>
              <a:spcBef>
                <a:spcPts val="1000"/>
              </a:spcBef>
              <a:buNone/>
              <a:defRPr sz="1400">
                <a:solidFill>
                  <a:schemeClr val="tx1">
                    <a:lumMod val="75000"/>
                    <a:lumOff val="25000"/>
                  </a:schemeClr>
                </a:solidFill>
              </a:defRPr>
            </a:lvl5pPr>
          </a:lstStyle>
          <a:p>
            <a:pPr lvl="0" rtl="0"/>
            <a:r>
              <a:rPr lang="fr-CA" noProof="0"/>
              <a:t>Modifiez les styles du texte</a:t>
            </a:r>
          </a:p>
          <a:p>
            <a:pPr lvl="1" rtl="0"/>
            <a:r>
              <a:rPr lang="fr-CA" noProof="0"/>
              <a:t>Deuxième niveau</a:t>
            </a:r>
          </a:p>
          <a:p>
            <a:pPr lvl="2" rtl="0"/>
            <a:r>
              <a:rPr lang="fr-CA" noProof="0"/>
              <a:t>Troisième niveau</a:t>
            </a:r>
          </a:p>
          <a:p>
            <a:pPr lvl="3" rtl="0"/>
            <a:r>
              <a:rPr lang="fr-CA" noProof="0"/>
              <a:t>Quatrième niveau</a:t>
            </a:r>
          </a:p>
          <a:p>
            <a:pPr lvl="4" rtl="0"/>
            <a:r>
              <a:rPr lang="fr-CA" noProof="0"/>
              <a:t>Cinquième niveau</a:t>
            </a:r>
          </a:p>
        </p:txBody>
      </p:sp>
      <p:sp>
        <p:nvSpPr>
          <p:cNvPr id="4" name="Espace réservé à la date 3">
            <a:extLst>
              <a:ext uri="{FF2B5EF4-FFF2-40B4-BE49-F238E27FC236}">
                <a16:creationId xmlns:a16="http://schemas.microsoft.com/office/drawing/2014/main" id="{A39F5093-3C53-4152-B8FE-0522E0795269}"/>
              </a:ext>
            </a:extLst>
          </p:cNvPr>
          <p:cNvSpPr>
            <a:spLocks noGrp="1"/>
          </p:cNvSpPr>
          <p:nvPr>
            <p:ph type="dt" sz="half" idx="10"/>
          </p:nvPr>
        </p:nvSpPr>
        <p:spPr>
          <a:xfrm>
            <a:off x="1333500" y="6356350"/>
            <a:ext cx="985157" cy="365125"/>
          </a:xfrm>
        </p:spPr>
        <p:txBody>
          <a:bodyPr rtlCol="0"/>
          <a:lstStyle>
            <a:lvl1pPr>
              <a:defRPr sz="900"/>
            </a:lvl1pPr>
          </a:lstStyle>
          <a:p>
            <a:pPr rtl="0"/>
            <a:r>
              <a:rPr lang="fr-FR" noProof="0"/>
              <a:t>2023</a:t>
            </a:r>
            <a:endParaRPr lang="fr-CA" noProof="0" dirty="0"/>
          </a:p>
        </p:txBody>
      </p:sp>
      <p:sp>
        <p:nvSpPr>
          <p:cNvPr id="5" name="Espace réservé au pied de page 4">
            <a:extLst>
              <a:ext uri="{FF2B5EF4-FFF2-40B4-BE49-F238E27FC236}">
                <a16:creationId xmlns:a16="http://schemas.microsoft.com/office/drawing/2014/main" id="{7727F11D-8AF8-44D6-A48B-D8C7779B8B08}"/>
              </a:ext>
            </a:extLst>
          </p:cNvPr>
          <p:cNvSpPr>
            <a:spLocks noGrp="1"/>
          </p:cNvSpPr>
          <p:nvPr>
            <p:ph type="ftr" sz="quarter" idx="11"/>
          </p:nvPr>
        </p:nvSpPr>
        <p:spPr>
          <a:xfrm>
            <a:off x="2669886" y="6356349"/>
            <a:ext cx="2482842" cy="365125"/>
          </a:xfrm>
        </p:spPr>
        <p:txBody>
          <a:bodyPr rtlCol="0"/>
          <a:lstStyle>
            <a:lvl1pPr>
              <a:defRPr sz="900"/>
            </a:lvl1pPr>
          </a:lstStyle>
          <a:p>
            <a:pPr rtl="0"/>
            <a:r>
              <a:rPr lang="fr-CA" noProof="0"/>
              <a:t>420-06A-FX</a:t>
            </a:r>
            <a:endParaRPr lang="fr-CA" noProof="0" dirty="0"/>
          </a:p>
        </p:txBody>
      </p:sp>
      <p:sp>
        <p:nvSpPr>
          <p:cNvPr id="6" name="Espace réservé du numéro de diapositive 5">
            <a:extLst>
              <a:ext uri="{FF2B5EF4-FFF2-40B4-BE49-F238E27FC236}">
                <a16:creationId xmlns:a16="http://schemas.microsoft.com/office/drawing/2014/main" id="{658C0879-6B0F-4AF6-A997-EC61DA8964AE}"/>
              </a:ext>
            </a:extLst>
          </p:cNvPr>
          <p:cNvSpPr>
            <a:spLocks noGrp="1"/>
          </p:cNvSpPr>
          <p:nvPr>
            <p:ph type="sldNum" sz="quarter" idx="12"/>
          </p:nvPr>
        </p:nvSpPr>
        <p:spPr>
          <a:xfrm>
            <a:off x="5536305" y="6356350"/>
            <a:ext cx="987552" cy="365125"/>
          </a:xfrm>
        </p:spPr>
        <p:txBody>
          <a:bodyPr rtlCol="0"/>
          <a:lstStyle>
            <a:lvl1pPr>
              <a:defRPr sz="900"/>
            </a:lvl1pPr>
          </a:lstStyle>
          <a:p>
            <a:pPr rtl="0"/>
            <a:fld id="{B5CEABB6-07DC-46E8-9B57-56EC44A396E5}" type="slidenum">
              <a:rPr lang="fr-CA" noProof="0" smtClean="0"/>
              <a:t>‹#›</a:t>
            </a:fld>
            <a:endParaRPr lang="fr-CA" noProof="0"/>
          </a:p>
        </p:txBody>
      </p:sp>
    </p:spTree>
    <p:extLst>
      <p:ext uri="{BB962C8B-B14F-4D97-AF65-F5344CB8AC3E}">
        <p14:creationId xmlns:p14="http://schemas.microsoft.com/office/powerpoint/2010/main" val="263127036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Chronologie 3">
    <p:spTree>
      <p:nvGrpSpPr>
        <p:cNvPr id="1" name=""/>
        <p:cNvGrpSpPr/>
        <p:nvPr/>
      </p:nvGrpSpPr>
      <p:grpSpPr>
        <a:xfrm>
          <a:off x="0" y="0"/>
          <a:ext cx="0" cy="0"/>
          <a:chOff x="0" y="0"/>
          <a:chExt cx="0" cy="0"/>
        </a:xfrm>
      </p:grpSpPr>
      <p:sp>
        <p:nvSpPr>
          <p:cNvPr id="12" name="Graphisme 10">
            <a:extLst>
              <a:ext uri="{FF2B5EF4-FFF2-40B4-BE49-F238E27FC236}">
                <a16:creationId xmlns:a16="http://schemas.microsoft.com/office/drawing/2014/main" id="{9D2AF524-D4B4-4A3A-9CE4-EDAFE1D5A37B}"/>
              </a:ext>
              <a:ext uri="{C183D7F6-B498-43B3-948B-1728B52AA6E4}">
                <adec:decorative xmlns:adec="http://schemas.microsoft.com/office/drawing/2017/decorative" val="1"/>
              </a:ext>
            </a:extLst>
          </p:cNvPr>
          <p:cNvSpPr/>
          <p:nvPr/>
        </p:nvSpPr>
        <p:spPr>
          <a:xfrm>
            <a:off x="2113884" y="0"/>
            <a:ext cx="10078116" cy="6858000"/>
          </a:xfrm>
          <a:custGeom>
            <a:avLst/>
            <a:gdLst>
              <a:gd name="connsiteX0" fmla="*/ 3793236 w 10078116"/>
              <a:gd name="connsiteY0" fmla="*/ 6858000 h 6858000"/>
              <a:gd name="connsiteX1" fmla="*/ 0 w 10078116"/>
              <a:gd name="connsiteY1" fmla="*/ 0 h 6858000"/>
              <a:gd name="connsiteX2" fmla="*/ 10078116 w 10078116"/>
              <a:gd name="connsiteY2" fmla="*/ 0 h 6858000"/>
              <a:gd name="connsiteX3" fmla="*/ 10078116 w 10078116"/>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10078116" h="6858000">
                <a:moveTo>
                  <a:pt x="3793236" y="6858000"/>
                </a:moveTo>
                <a:lnTo>
                  <a:pt x="0" y="0"/>
                </a:lnTo>
                <a:lnTo>
                  <a:pt x="10078116" y="0"/>
                </a:lnTo>
                <a:lnTo>
                  <a:pt x="10078116" y="6858000"/>
                </a:lnTo>
                <a:close/>
              </a:path>
            </a:pathLst>
          </a:custGeom>
          <a:solidFill>
            <a:schemeClr val="accent1"/>
          </a:solidFill>
          <a:ln w="9525" cap="flat">
            <a:noFill/>
            <a:prstDash val="solid"/>
            <a:miter/>
          </a:ln>
        </p:spPr>
        <p:txBody>
          <a:bodyPr rtlCol="0" anchor="ctr"/>
          <a:lstStyle/>
          <a:p>
            <a:pPr rtl="0"/>
            <a:endParaRPr lang="fr-CA" noProof="0" dirty="0"/>
          </a:p>
        </p:txBody>
      </p:sp>
      <p:sp>
        <p:nvSpPr>
          <p:cNvPr id="2" name="Titre 1">
            <a:extLst>
              <a:ext uri="{FF2B5EF4-FFF2-40B4-BE49-F238E27FC236}">
                <a16:creationId xmlns:a16="http://schemas.microsoft.com/office/drawing/2014/main" id="{6E3987A5-99A6-4B33-BAAF-53159635382E}"/>
              </a:ext>
            </a:extLst>
          </p:cNvPr>
          <p:cNvSpPr>
            <a:spLocks noGrp="1"/>
          </p:cNvSpPr>
          <p:nvPr>
            <p:ph type="title" hasCustomPrompt="1"/>
          </p:nvPr>
        </p:nvSpPr>
        <p:spPr>
          <a:xfrm>
            <a:off x="838200" y="5509419"/>
            <a:ext cx="4082142" cy="585788"/>
          </a:xfrm>
        </p:spPr>
        <p:txBody>
          <a:bodyPr rtlCol="0">
            <a:normAutofit/>
          </a:bodyPr>
          <a:lstStyle>
            <a:lvl1pPr>
              <a:defRPr lang="en-US" sz="2800" kern="1200" cap="all" spc="150" baseline="0" dirty="0">
                <a:solidFill>
                  <a:schemeClr val="tx1">
                    <a:lumMod val="75000"/>
                    <a:lumOff val="25000"/>
                  </a:schemeClr>
                </a:solidFill>
                <a:latin typeface="+mj-lt"/>
                <a:ea typeface="+mj-ea"/>
                <a:cs typeface="+mj-cs"/>
              </a:defRPr>
            </a:lvl1pPr>
          </a:lstStyle>
          <a:p>
            <a:pPr rtl="0"/>
            <a:r>
              <a:rPr lang="fr-CA" noProof="0"/>
              <a:t>CLIQUEZ POUR MODIFIER LE TITRE</a:t>
            </a:r>
          </a:p>
        </p:txBody>
      </p:sp>
      <p:sp>
        <p:nvSpPr>
          <p:cNvPr id="16" name="Espace réservé au texte 15">
            <a:extLst>
              <a:ext uri="{FF2B5EF4-FFF2-40B4-BE49-F238E27FC236}">
                <a16:creationId xmlns:a16="http://schemas.microsoft.com/office/drawing/2014/main" id="{3BABF6CA-407C-4BF0-8234-1321A676E756}"/>
              </a:ext>
            </a:extLst>
          </p:cNvPr>
          <p:cNvSpPr>
            <a:spLocks noGrp="1"/>
          </p:cNvSpPr>
          <p:nvPr>
            <p:ph type="body" sz="quarter" idx="13" hasCustomPrompt="1"/>
          </p:nvPr>
        </p:nvSpPr>
        <p:spPr>
          <a:xfrm>
            <a:off x="148318" y="1481138"/>
            <a:ext cx="2141764" cy="514350"/>
          </a:xfrm>
        </p:spPr>
        <p:txBody>
          <a:bodyPr rtlCol="0" anchor="ctr">
            <a:noAutofit/>
          </a:bodyPr>
          <a:lstStyle>
            <a:lvl1pPr marL="0" indent="0" algn="r">
              <a:buNone/>
              <a:defRPr sz="1600" cap="all" spc="150" baseline="0">
                <a:solidFill>
                  <a:schemeClr val="tx1">
                    <a:lumMod val="75000"/>
                    <a:lumOff val="25000"/>
                  </a:schemeClr>
                </a:solidFill>
              </a:defRPr>
            </a:lvl1pPr>
          </a:lstStyle>
          <a:p>
            <a:pPr lvl="0" rtl="0"/>
            <a:r>
              <a:rPr lang="fr-CA" noProof="0"/>
              <a:t>CLIQUEZ POUR MODIFIER LES STYLES DU TEXTE PRINCIPAL</a:t>
            </a:r>
          </a:p>
        </p:txBody>
      </p:sp>
      <p:sp>
        <p:nvSpPr>
          <p:cNvPr id="17" name="Espace réservé au texte 15">
            <a:extLst>
              <a:ext uri="{FF2B5EF4-FFF2-40B4-BE49-F238E27FC236}">
                <a16:creationId xmlns:a16="http://schemas.microsoft.com/office/drawing/2014/main" id="{76D8129B-5B68-421C-968C-3663C86EFC7C}"/>
              </a:ext>
            </a:extLst>
          </p:cNvPr>
          <p:cNvSpPr>
            <a:spLocks noGrp="1"/>
          </p:cNvSpPr>
          <p:nvPr>
            <p:ph type="body" sz="quarter" idx="14" hasCustomPrompt="1"/>
          </p:nvPr>
        </p:nvSpPr>
        <p:spPr>
          <a:xfrm>
            <a:off x="737507" y="2990364"/>
            <a:ext cx="2141764" cy="514350"/>
          </a:xfrm>
        </p:spPr>
        <p:txBody>
          <a:bodyPr rtlCol="0" anchor="ctr">
            <a:noAutofit/>
          </a:bodyPr>
          <a:lstStyle>
            <a:lvl1pPr marL="0" indent="0" algn="r">
              <a:buNone/>
              <a:defRPr sz="1600" cap="all" spc="150" baseline="0">
                <a:solidFill>
                  <a:schemeClr val="tx1">
                    <a:lumMod val="75000"/>
                    <a:lumOff val="25000"/>
                  </a:schemeClr>
                </a:solidFill>
              </a:defRPr>
            </a:lvl1pPr>
          </a:lstStyle>
          <a:p>
            <a:pPr lvl="0" rtl="0"/>
            <a:r>
              <a:rPr lang="fr-CA" noProof="0"/>
              <a:t>CLIQUEZ POUR MODIFIER LES STYLES DU TEXTE PRINCIPAL</a:t>
            </a:r>
          </a:p>
        </p:txBody>
      </p:sp>
      <p:sp>
        <p:nvSpPr>
          <p:cNvPr id="19" name="Espace réservé au texte 15">
            <a:extLst>
              <a:ext uri="{FF2B5EF4-FFF2-40B4-BE49-F238E27FC236}">
                <a16:creationId xmlns:a16="http://schemas.microsoft.com/office/drawing/2014/main" id="{5C43C6B1-A1BD-4A90-8B4B-F361C1BEDD26}"/>
              </a:ext>
            </a:extLst>
          </p:cNvPr>
          <p:cNvSpPr>
            <a:spLocks noGrp="1"/>
          </p:cNvSpPr>
          <p:nvPr>
            <p:ph type="body" sz="quarter" idx="16" hasCustomPrompt="1"/>
          </p:nvPr>
        </p:nvSpPr>
        <p:spPr>
          <a:xfrm>
            <a:off x="1905000" y="4710114"/>
            <a:ext cx="2141764" cy="514350"/>
          </a:xfrm>
        </p:spPr>
        <p:txBody>
          <a:bodyPr rtlCol="0" anchor="ctr">
            <a:noAutofit/>
          </a:bodyPr>
          <a:lstStyle>
            <a:lvl1pPr marL="0" indent="0" algn="r">
              <a:buNone/>
              <a:defRPr sz="1600" cap="all" spc="150" baseline="0">
                <a:solidFill>
                  <a:schemeClr val="tx1">
                    <a:lumMod val="75000"/>
                    <a:lumOff val="25000"/>
                  </a:schemeClr>
                </a:solidFill>
              </a:defRPr>
            </a:lvl1pPr>
          </a:lstStyle>
          <a:p>
            <a:pPr lvl="0" rtl="0"/>
            <a:r>
              <a:rPr lang="fr-CA" noProof="0"/>
              <a:t>CLIQUEZ POUR MODIFIER LES STYLES DU TEXTE PRINCIPAL</a:t>
            </a:r>
          </a:p>
        </p:txBody>
      </p:sp>
      <p:sp>
        <p:nvSpPr>
          <p:cNvPr id="34" name="Espace réservé au texte 15">
            <a:extLst>
              <a:ext uri="{FF2B5EF4-FFF2-40B4-BE49-F238E27FC236}">
                <a16:creationId xmlns:a16="http://schemas.microsoft.com/office/drawing/2014/main" id="{0C66E1BD-33F0-4B94-BF94-CD4698F85C3D}"/>
              </a:ext>
            </a:extLst>
          </p:cNvPr>
          <p:cNvSpPr>
            <a:spLocks noGrp="1"/>
          </p:cNvSpPr>
          <p:nvPr>
            <p:ph type="body" sz="quarter" idx="17" hasCustomPrompt="1"/>
          </p:nvPr>
        </p:nvSpPr>
        <p:spPr>
          <a:xfrm>
            <a:off x="4401535" y="1594478"/>
            <a:ext cx="5539095" cy="1010842"/>
          </a:xfrm>
        </p:spPr>
        <p:txBody>
          <a:bodyPr rtlCol="0" anchor="t">
            <a:normAutofit/>
          </a:bodyPr>
          <a:lstStyle>
            <a:lvl1pPr marL="0" indent="0" algn="l">
              <a:lnSpc>
                <a:spcPct val="100000"/>
              </a:lnSpc>
              <a:buNone/>
              <a:defRPr sz="1400" spc="50" baseline="0">
                <a:solidFill>
                  <a:schemeClr val="tx1">
                    <a:lumMod val="75000"/>
                    <a:lumOff val="25000"/>
                  </a:schemeClr>
                </a:solidFill>
              </a:defRPr>
            </a:lvl1pPr>
          </a:lstStyle>
          <a:p>
            <a:pPr lvl="0" rtl="0"/>
            <a:r>
              <a:rPr lang="fr-CA" noProof="0"/>
              <a:t>Cliquez pour modifier le style du texte principal</a:t>
            </a:r>
          </a:p>
        </p:txBody>
      </p:sp>
      <p:sp>
        <p:nvSpPr>
          <p:cNvPr id="35" name="Espace réservé au texte 15">
            <a:extLst>
              <a:ext uri="{FF2B5EF4-FFF2-40B4-BE49-F238E27FC236}">
                <a16:creationId xmlns:a16="http://schemas.microsoft.com/office/drawing/2014/main" id="{2D4661B1-6559-407A-9AEC-A46A0570AE8F}"/>
              </a:ext>
            </a:extLst>
          </p:cNvPr>
          <p:cNvSpPr>
            <a:spLocks noGrp="1"/>
          </p:cNvSpPr>
          <p:nvPr>
            <p:ph type="body" sz="quarter" idx="18" hasCustomPrompt="1"/>
          </p:nvPr>
        </p:nvSpPr>
        <p:spPr>
          <a:xfrm>
            <a:off x="5009160" y="3115465"/>
            <a:ext cx="5539095" cy="1010842"/>
          </a:xfrm>
        </p:spPr>
        <p:txBody>
          <a:bodyPr rtlCol="0" anchor="t">
            <a:normAutofit/>
          </a:bodyPr>
          <a:lstStyle>
            <a:lvl1pPr marL="0" indent="0" algn="l">
              <a:lnSpc>
                <a:spcPct val="100000"/>
              </a:lnSpc>
              <a:buNone/>
              <a:defRPr sz="1400" spc="50" baseline="0">
                <a:solidFill>
                  <a:schemeClr val="tx1">
                    <a:lumMod val="75000"/>
                    <a:lumOff val="25000"/>
                  </a:schemeClr>
                </a:solidFill>
              </a:defRPr>
            </a:lvl1pPr>
          </a:lstStyle>
          <a:p>
            <a:pPr lvl="0" rtl="0"/>
            <a:r>
              <a:rPr lang="fr-CA" noProof="0"/>
              <a:t>Cliquez pour modifier le style du texte principal</a:t>
            </a:r>
          </a:p>
        </p:txBody>
      </p:sp>
      <p:sp>
        <p:nvSpPr>
          <p:cNvPr id="37" name="Espace réservé au texte 15">
            <a:extLst>
              <a:ext uri="{FF2B5EF4-FFF2-40B4-BE49-F238E27FC236}">
                <a16:creationId xmlns:a16="http://schemas.microsoft.com/office/drawing/2014/main" id="{E83DA0EB-27DD-416A-8DA5-4AFDC8587E5C}"/>
              </a:ext>
            </a:extLst>
          </p:cNvPr>
          <p:cNvSpPr>
            <a:spLocks noGrp="1"/>
          </p:cNvSpPr>
          <p:nvPr>
            <p:ph type="body" sz="quarter" idx="20" hasCustomPrompt="1"/>
          </p:nvPr>
        </p:nvSpPr>
        <p:spPr>
          <a:xfrm>
            <a:off x="6175279" y="4824430"/>
            <a:ext cx="5539095" cy="1010842"/>
          </a:xfrm>
        </p:spPr>
        <p:txBody>
          <a:bodyPr rtlCol="0" anchor="t">
            <a:normAutofit/>
          </a:bodyPr>
          <a:lstStyle>
            <a:lvl1pPr marL="0" indent="0" algn="l">
              <a:lnSpc>
                <a:spcPct val="100000"/>
              </a:lnSpc>
              <a:buNone/>
              <a:defRPr sz="1400" spc="50" baseline="0">
                <a:solidFill>
                  <a:schemeClr val="tx1">
                    <a:lumMod val="75000"/>
                    <a:lumOff val="25000"/>
                  </a:schemeClr>
                </a:solidFill>
              </a:defRPr>
            </a:lvl1pPr>
          </a:lstStyle>
          <a:p>
            <a:pPr lvl="0" rtl="0"/>
            <a:r>
              <a:rPr lang="fr-CA" noProof="0"/>
              <a:t>Cliquez pour modifier le style du texte principal</a:t>
            </a:r>
          </a:p>
        </p:txBody>
      </p:sp>
      <p:cxnSp>
        <p:nvCxnSpPr>
          <p:cNvPr id="3" name="Connecteur droit 2">
            <a:extLst>
              <a:ext uri="{FF2B5EF4-FFF2-40B4-BE49-F238E27FC236}">
                <a16:creationId xmlns:a16="http://schemas.microsoft.com/office/drawing/2014/main" id="{D3795F91-C721-4363-956D-756673AE7957}"/>
              </a:ext>
              <a:ext uri="{C183D7F6-B498-43B3-948B-1728B52AA6E4}">
                <adec:decorative xmlns:adec="http://schemas.microsoft.com/office/drawing/2017/decorative" val="1"/>
              </a:ext>
            </a:extLst>
          </p:cNvPr>
          <p:cNvCxnSpPr>
            <a:cxnSpLocks/>
          </p:cNvCxnSpPr>
          <p:nvPr/>
        </p:nvCxnSpPr>
        <p:spPr>
          <a:xfrm>
            <a:off x="4353515" y="5023933"/>
            <a:ext cx="1513211" cy="0"/>
          </a:xfrm>
          <a:prstGeom prst="line">
            <a:avLst/>
          </a:prstGeom>
          <a:ln w="6350">
            <a:solidFill>
              <a:schemeClr val="accent1">
                <a:lumMod val="75000"/>
              </a:schemeClr>
            </a:solidFill>
          </a:ln>
        </p:spPr>
        <p:style>
          <a:lnRef idx="1">
            <a:schemeClr val="accent5"/>
          </a:lnRef>
          <a:fillRef idx="0">
            <a:schemeClr val="accent5"/>
          </a:fillRef>
          <a:effectRef idx="0">
            <a:schemeClr val="accent5"/>
          </a:effectRef>
          <a:fontRef idx="minor">
            <a:schemeClr val="tx1"/>
          </a:fontRef>
        </p:style>
      </p:cxnSp>
      <p:cxnSp>
        <p:nvCxnSpPr>
          <p:cNvPr id="8" name="Connecteur droit 7">
            <a:extLst>
              <a:ext uri="{FF2B5EF4-FFF2-40B4-BE49-F238E27FC236}">
                <a16:creationId xmlns:a16="http://schemas.microsoft.com/office/drawing/2014/main" id="{4D6AEA4C-7710-4829-BA87-8DD77F15932C}"/>
              </a:ext>
              <a:ext uri="{C183D7F6-B498-43B3-948B-1728B52AA6E4}">
                <adec:decorative xmlns:adec="http://schemas.microsoft.com/office/drawing/2017/decorative" val="1"/>
              </a:ext>
            </a:extLst>
          </p:cNvPr>
          <p:cNvCxnSpPr>
            <a:cxnSpLocks/>
          </p:cNvCxnSpPr>
          <p:nvPr/>
        </p:nvCxnSpPr>
        <p:spPr>
          <a:xfrm>
            <a:off x="3196585" y="3305587"/>
            <a:ext cx="1513211" cy="0"/>
          </a:xfrm>
          <a:prstGeom prst="line">
            <a:avLst/>
          </a:prstGeom>
          <a:ln w="6350">
            <a:solidFill>
              <a:schemeClr val="accent1">
                <a:lumMod val="75000"/>
              </a:schemeClr>
            </a:solidFill>
          </a:ln>
        </p:spPr>
        <p:style>
          <a:lnRef idx="1">
            <a:schemeClr val="accent5"/>
          </a:lnRef>
          <a:fillRef idx="0">
            <a:schemeClr val="accent5"/>
          </a:fillRef>
          <a:effectRef idx="0">
            <a:schemeClr val="accent5"/>
          </a:effectRef>
          <a:fontRef idx="minor">
            <a:schemeClr val="tx1"/>
          </a:fontRef>
        </p:style>
      </p:cxnSp>
      <p:cxnSp>
        <p:nvCxnSpPr>
          <p:cNvPr id="9" name="Connecteur droit 8">
            <a:extLst>
              <a:ext uri="{FF2B5EF4-FFF2-40B4-BE49-F238E27FC236}">
                <a16:creationId xmlns:a16="http://schemas.microsoft.com/office/drawing/2014/main" id="{E9BD473E-6203-491C-87AC-54AC0AB23333}"/>
              </a:ext>
              <a:ext uri="{C183D7F6-B498-43B3-948B-1728B52AA6E4}">
                <adec:decorative xmlns:adec="http://schemas.microsoft.com/office/drawing/2017/decorative" val="1"/>
              </a:ext>
            </a:extLst>
          </p:cNvPr>
          <p:cNvCxnSpPr>
            <a:cxnSpLocks/>
          </p:cNvCxnSpPr>
          <p:nvPr/>
        </p:nvCxnSpPr>
        <p:spPr>
          <a:xfrm>
            <a:off x="2586263" y="1796083"/>
            <a:ext cx="1513211" cy="0"/>
          </a:xfrm>
          <a:prstGeom prst="line">
            <a:avLst/>
          </a:prstGeom>
          <a:ln w="6350">
            <a:solidFill>
              <a:schemeClr val="accent1">
                <a:lumMod val="75000"/>
              </a:schemeClr>
            </a:solidFill>
          </a:ln>
        </p:spPr>
        <p:style>
          <a:lnRef idx="1">
            <a:schemeClr val="accent5"/>
          </a:lnRef>
          <a:fillRef idx="0">
            <a:schemeClr val="accent5"/>
          </a:fillRef>
          <a:effectRef idx="0">
            <a:schemeClr val="accent5"/>
          </a:effectRef>
          <a:fontRef idx="minor">
            <a:schemeClr val="tx1"/>
          </a:fontRef>
        </p:style>
      </p:cxnSp>
      <p:sp>
        <p:nvSpPr>
          <p:cNvPr id="5" name="Espace réservé à la date 4">
            <a:extLst>
              <a:ext uri="{FF2B5EF4-FFF2-40B4-BE49-F238E27FC236}">
                <a16:creationId xmlns:a16="http://schemas.microsoft.com/office/drawing/2014/main" id="{874DC36F-5D3E-439D-80B5-32633FC34434}"/>
              </a:ext>
            </a:extLst>
          </p:cNvPr>
          <p:cNvSpPr>
            <a:spLocks noGrp="1"/>
          </p:cNvSpPr>
          <p:nvPr>
            <p:ph type="dt" sz="half" idx="10"/>
          </p:nvPr>
        </p:nvSpPr>
        <p:spPr/>
        <p:txBody>
          <a:bodyPr rtlCol="0"/>
          <a:lstStyle>
            <a:lvl1pPr>
              <a:defRPr sz="900">
                <a:solidFill>
                  <a:srgbClr val="898989"/>
                </a:solidFill>
              </a:defRPr>
            </a:lvl1pPr>
          </a:lstStyle>
          <a:p>
            <a:pPr rtl="0"/>
            <a:r>
              <a:rPr lang="fr-FR" noProof="0"/>
              <a:t>2023</a:t>
            </a:r>
            <a:endParaRPr lang="fr-CA" noProof="0"/>
          </a:p>
        </p:txBody>
      </p:sp>
      <p:sp>
        <p:nvSpPr>
          <p:cNvPr id="6" name="Espace réservé au pied de page 5">
            <a:extLst>
              <a:ext uri="{FF2B5EF4-FFF2-40B4-BE49-F238E27FC236}">
                <a16:creationId xmlns:a16="http://schemas.microsoft.com/office/drawing/2014/main" id="{6C710A8A-CEC9-4787-A745-C28DD965F7DD}"/>
              </a:ext>
            </a:extLst>
          </p:cNvPr>
          <p:cNvSpPr>
            <a:spLocks noGrp="1"/>
          </p:cNvSpPr>
          <p:nvPr>
            <p:ph type="ftr" sz="quarter" idx="11"/>
          </p:nvPr>
        </p:nvSpPr>
        <p:spPr>
          <a:xfrm>
            <a:off x="6155823" y="6356350"/>
            <a:ext cx="1808712" cy="365125"/>
          </a:xfrm>
        </p:spPr>
        <p:txBody>
          <a:bodyPr rtlCol="0"/>
          <a:lstStyle>
            <a:lvl1pPr algn="l">
              <a:defRPr sz="900"/>
            </a:lvl1pPr>
          </a:lstStyle>
          <a:p>
            <a:pPr rtl="0"/>
            <a:r>
              <a:rPr lang="fr-CA" noProof="0"/>
              <a:t>420-06A-FX</a:t>
            </a:r>
          </a:p>
        </p:txBody>
      </p:sp>
      <p:sp>
        <p:nvSpPr>
          <p:cNvPr id="7" name="Espace réservé au numéro de diapositive 6">
            <a:extLst>
              <a:ext uri="{FF2B5EF4-FFF2-40B4-BE49-F238E27FC236}">
                <a16:creationId xmlns:a16="http://schemas.microsoft.com/office/drawing/2014/main" id="{4162BD04-8F01-472A-9456-4702A2218BB5}"/>
              </a:ext>
            </a:extLst>
          </p:cNvPr>
          <p:cNvSpPr>
            <a:spLocks noGrp="1"/>
          </p:cNvSpPr>
          <p:nvPr>
            <p:ph type="sldNum" sz="quarter" idx="12"/>
          </p:nvPr>
        </p:nvSpPr>
        <p:spPr>
          <a:xfrm>
            <a:off x="10810874" y="6356350"/>
            <a:ext cx="542925" cy="365125"/>
          </a:xfrm>
        </p:spPr>
        <p:txBody>
          <a:bodyPr rtlCol="0"/>
          <a:lstStyle>
            <a:lvl1pPr>
              <a:defRPr sz="900"/>
            </a:lvl1pPr>
          </a:lstStyle>
          <a:p>
            <a:pPr rtl="0"/>
            <a:fld id="{B5CEABB6-07DC-46E8-9B57-56EC44A396E5}" type="slidenum">
              <a:rPr lang="fr-CA" noProof="0" smtClean="0"/>
              <a:t>‹#›</a:t>
            </a:fld>
            <a:endParaRPr lang="fr-CA" noProof="0"/>
          </a:p>
        </p:txBody>
      </p:sp>
    </p:spTree>
    <p:extLst>
      <p:ext uri="{BB962C8B-B14F-4D97-AF65-F5344CB8AC3E}">
        <p14:creationId xmlns:p14="http://schemas.microsoft.com/office/powerpoint/2010/main" val="305281234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1_Chronologie">
    <p:spTree>
      <p:nvGrpSpPr>
        <p:cNvPr id="1" name=""/>
        <p:cNvGrpSpPr/>
        <p:nvPr/>
      </p:nvGrpSpPr>
      <p:grpSpPr>
        <a:xfrm>
          <a:off x="0" y="0"/>
          <a:ext cx="0" cy="0"/>
          <a:chOff x="0" y="0"/>
          <a:chExt cx="0" cy="0"/>
        </a:xfrm>
      </p:grpSpPr>
      <p:sp>
        <p:nvSpPr>
          <p:cNvPr id="12" name="Graphisme 10">
            <a:extLst>
              <a:ext uri="{FF2B5EF4-FFF2-40B4-BE49-F238E27FC236}">
                <a16:creationId xmlns:a16="http://schemas.microsoft.com/office/drawing/2014/main" id="{9D2AF524-D4B4-4A3A-9CE4-EDAFE1D5A37B}"/>
              </a:ext>
              <a:ext uri="{C183D7F6-B498-43B3-948B-1728B52AA6E4}">
                <adec:decorative xmlns:adec="http://schemas.microsoft.com/office/drawing/2017/decorative" val="1"/>
              </a:ext>
            </a:extLst>
          </p:cNvPr>
          <p:cNvSpPr/>
          <p:nvPr/>
        </p:nvSpPr>
        <p:spPr>
          <a:xfrm>
            <a:off x="2113884" y="0"/>
            <a:ext cx="10078116" cy="6858000"/>
          </a:xfrm>
          <a:custGeom>
            <a:avLst/>
            <a:gdLst>
              <a:gd name="connsiteX0" fmla="*/ 3793236 w 10078116"/>
              <a:gd name="connsiteY0" fmla="*/ 6858000 h 6858000"/>
              <a:gd name="connsiteX1" fmla="*/ 0 w 10078116"/>
              <a:gd name="connsiteY1" fmla="*/ 0 h 6858000"/>
              <a:gd name="connsiteX2" fmla="*/ 10078116 w 10078116"/>
              <a:gd name="connsiteY2" fmla="*/ 0 h 6858000"/>
              <a:gd name="connsiteX3" fmla="*/ 10078116 w 10078116"/>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10078116" h="6858000">
                <a:moveTo>
                  <a:pt x="3793236" y="6858000"/>
                </a:moveTo>
                <a:lnTo>
                  <a:pt x="0" y="0"/>
                </a:lnTo>
                <a:lnTo>
                  <a:pt x="10078116" y="0"/>
                </a:lnTo>
                <a:lnTo>
                  <a:pt x="10078116" y="6858000"/>
                </a:lnTo>
                <a:close/>
              </a:path>
            </a:pathLst>
          </a:custGeom>
          <a:solidFill>
            <a:schemeClr val="accent1"/>
          </a:solidFill>
          <a:ln w="9525" cap="flat">
            <a:noFill/>
            <a:prstDash val="solid"/>
            <a:miter/>
          </a:ln>
        </p:spPr>
        <p:txBody>
          <a:bodyPr rtlCol="0" anchor="ctr"/>
          <a:lstStyle/>
          <a:p>
            <a:pPr rtl="0"/>
            <a:endParaRPr lang="fr-CA" noProof="0"/>
          </a:p>
        </p:txBody>
      </p:sp>
      <p:sp>
        <p:nvSpPr>
          <p:cNvPr id="2" name="Titre 1">
            <a:extLst>
              <a:ext uri="{FF2B5EF4-FFF2-40B4-BE49-F238E27FC236}">
                <a16:creationId xmlns:a16="http://schemas.microsoft.com/office/drawing/2014/main" id="{6E3987A5-99A6-4B33-BAAF-53159635382E}"/>
              </a:ext>
            </a:extLst>
          </p:cNvPr>
          <p:cNvSpPr>
            <a:spLocks noGrp="1"/>
          </p:cNvSpPr>
          <p:nvPr>
            <p:ph type="title" hasCustomPrompt="1"/>
          </p:nvPr>
        </p:nvSpPr>
        <p:spPr>
          <a:xfrm>
            <a:off x="838200" y="5509419"/>
            <a:ext cx="4082142" cy="585788"/>
          </a:xfrm>
        </p:spPr>
        <p:txBody>
          <a:bodyPr rtlCol="0">
            <a:normAutofit/>
          </a:bodyPr>
          <a:lstStyle>
            <a:lvl1pPr>
              <a:defRPr lang="en-US" sz="2800" kern="1200" cap="all" spc="150" baseline="0" dirty="0">
                <a:solidFill>
                  <a:schemeClr val="tx1">
                    <a:lumMod val="75000"/>
                    <a:lumOff val="25000"/>
                  </a:schemeClr>
                </a:solidFill>
                <a:latin typeface="+mj-lt"/>
                <a:ea typeface="+mj-ea"/>
                <a:cs typeface="+mj-cs"/>
              </a:defRPr>
            </a:lvl1pPr>
          </a:lstStyle>
          <a:p>
            <a:pPr rtl="0"/>
            <a:r>
              <a:rPr lang="fr-CA" noProof="0"/>
              <a:t>CLIQUEZ POUR MODIFIER LE TITRE</a:t>
            </a:r>
          </a:p>
        </p:txBody>
      </p:sp>
      <p:sp>
        <p:nvSpPr>
          <p:cNvPr id="16" name="Espace réservé au texte 15">
            <a:extLst>
              <a:ext uri="{FF2B5EF4-FFF2-40B4-BE49-F238E27FC236}">
                <a16:creationId xmlns:a16="http://schemas.microsoft.com/office/drawing/2014/main" id="{3BABF6CA-407C-4BF0-8234-1321A676E756}"/>
              </a:ext>
            </a:extLst>
          </p:cNvPr>
          <p:cNvSpPr>
            <a:spLocks noGrp="1"/>
          </p:cNvSpPr>
          <p:nvPr>
            <p:ph type="body" sz="quarter" idx="13" hasCustomPrompt="1"/>
          </p:nvPr>
        </p:nvSpPr>
        <p:spPr>
          <a:xfrm>
            <a:off x="148318" y="1481138"/>
            <a:ext cx="2141764" cy="514350"/>
          </a:xfrm>
        </p:spPr>
        <p:txBody>
          <a:bodyPr rtlCol="0" anchor="ctr">
            <a:noAutofit/>
          </a:bodyPr>
          <a:lstStyle>
            <a:lvl1pPr marL="0" indent="0" algn="r">
              <a:buNone/>
              <a:defRPr sz="1600" cap="all" spc="150" baseline="0">
                <a:solidFill>
                  <a:schemeClr val="tx1">
                    <a:lumMod val="75000"/>
                    <a:lumOff val="25000"/>
                  </a:schemeClr>
                </a:solidFill>
              </a:defRPr>
            </a:lvl1pPr>
          </a:lstStyle>
          <a:p>
            <a:pPr lvl="0" rtl="0"/>
            <a:r>
              <a:rPr lang="fr-CA" noProof="0"/>
              <a:t>CLIQUEZ POUR MODIFIER LES STYLES DU TEXTE PRINCIPAL</a:t>
            </a:r>
          </a:p>
        </p:txBody>
      </p:sp>
      <p:sp>
        <p:nvSpPr>
          <p:cNvPr id="17" name="Espace réservé au texte 15">
            <a:extLst>
              <a:ext uri="{FF2B5EF4-FFF2-40B4-BE49-F238E27FC236}">
                <a16:creationId xmlns:a16="http://schemas.microsoft.com/office/drawing/2014/main" id="{76D8129B-5B68-421C-968C-3663C86EFC7C}"/>
              </a:ext>
            </a:extLst>
          </p:cNvPr>
          <p:cNvSpPr>
            <a:spLocks noGrp="1"/>
          </p:cNvSpPr>
          <p:nvPr>
            <p:ph type="body" sz="quarter" idx="14" hasCustomPrompt="1"/>
          </p:nvPr>
        </p:nvSpPr>
        <p:spPr>
          <a:xfrm>
            <a:off x="714375" y="2557463"/>
            <a:ext cx="2141764" cy="514350"/>
          </a:xfrm>
        </p:spPr>
        <p:txBody>
          <a:bodyPr rtlCol="0" anchor="ctr">
            <a:noAutofit/>
          </a:bodyPr>
          <a:lstStyle>
            <a:lvl1pPr marL="0" indent="0" algn="r">
              <a:buNone/>
              <a:defRPr sz="1600" cap="all" spc="150" baseline="0">
                <a:solidFill>
                  <a:schemeClr val="tx1">
                    <a:lumMod val="75000"/>
                    <a:lumOff val="25000"/>
                  </a:schemeClr>
                </a:solidFill>
              </a:defRPr>
            </a:lvl1pPr>
          </a:lstStyle>
          <a:p>
            <a:pPr lvl="0" rtl="0"/>
            <a:r>
              <a:rPr lang="fr-CA" noProof="0"/>
              <a:t>CLIQUEZ POUR MODIFIER LES STYLES DU TEXTE PRINCIPAL</a:t>
            </a:r>
          </a:p>
        </p:txBody>
      </p:sp>
      <p:sp>
        <p:nvSpPr>
          <p:cNvPr id="18" name="Espace réservé au texte 15">
            <a:extLst>
              <a:ext uri="{FF2B5EF4-FFF2-40B4-BE49-F238E27FC236}">
                <a16:creationId xmlns:a16="http://schemas.microsoft.com/office/drawing/2014/main" id="{6C741DCA-8EBD-44F5-9D38-E938A628ADCD}"/>
              </a:ext>
            </a:extLst>
          </p:cNvPr>
          <p:cNvSpPr>
            <a:spLocks noGrp="1"/>
          </p:cNvSpPr>
          <p:nvPr>
            <p:ph type="body" sz="quarter" idx="15" hasCustomPrompt="1"/>
          </p:nvPr>
        </p:nvSpPr>
        <p:spPr>
          <a:xfrm>
            <a:off x="1320800" y="3633788"/>
            <a:ext cx="2141764" cy="514350"/>
          </a:xfrm>
        </p:spPr>
        <p:txBody>
          <a:bodyPr rtlCol="0" anchor="ctr">
            <a:noAutofit/>
          </a:bodyPr>
          <a:lstStyle>
            <a:lvl1pPr marL="0" indent="0" algn="r">
              <a:buNone/>
              <a:defRPr sz="1600" cap="all" spc="150" baseline="0">
                <a:solidFill>
                  <a:schemeClr val="tx1">
                    <a:lumMod val="75000"/>
                    <a:lumOff val="25000"/>
                  </a:schemeClr>
                </a:solidFill>
              </a:defRPr>
            </a:lvl1pPr>
          </a:lstStyle>
          <a:p>
            <a:pPr lvl="0" rtl="0"/>
            <a:r>
              <a:rPr lang="fr-CA" noProof="0"/>
              <a:t>CLIQUEZ POUR MODIFIER LES STYLES DU TEXTE PRINCIPAL</a:t>
            </a:r>
          </a:p>
        </p:txBody>
      </p:sp>
      <p:sp>
        <p:nvSpPr>
          <p:cNvPr id="19" name="Espace réservé au texte 15">
            <a:extLst>
              <a:ext uri="{FF2B5EF4-FFF2-40B4-BE49-F238E27FC236}">
                <a16:creationId xmlns:a16="http://schemas.microsoft.com/office/drawing/2014/main" id="{5C43C6B1-A1BD-4A90-8B4B-F361C1BEDD26}"/>
              </a:ext>
            </a:extLst>
          </p:cNvPr>
          <p:cNvSpPr>
            <a:spLocks noGrp="1"/>
          </p:cNvSpPr>
          <p:nvPr>
            <p:ph type="body" sz="quarter" idx="16" hasCustomPrompt="1"/>
          </p:nvPr>
        </p:nvSpPr>
        <p:spPr>
          <a:xfrm>
            <a:off x="1905000" y="4710114"/>
            <a:ext cx="2141764" cy="514350"/>
          </a:xfrm>
        </p:spPr>
        <p:txBody>
          <a:bodyPr rtlCol="0" anchor="ctr">
            <a:noAutofit/>
          </a:bodyPr>
          <a:lstStyle>
            <a:lvl1pPr marL="0" indent="0" algn="r">
              <a:buNone/>
              <a:defRPr sz="1600" cap="all" spc="150" baseline="0">
                <a:solidFill>
                  <a:schemeClr val="tx1">
                    <a:lumMod val="75000"/>
                    <a:lumOff val="25000"/>
                  </a:schemeClr>
                </a:solidFill>
              </a:defRPr>
            </a:lvl1pPr>
          </a:lstStyle>
          <a:p>
            <a:pPr lvl="0" rtl="0"/>
            <a:r>
              <a:rPr lang="fr-CA" noProof="0"/>
              <a:t>CLIQUEZ POUR MODIFIER LES STYLES DU TEXTE PRINCIPAL</a:t>
            </a:r>
          </a:p>
        </p:txBody>
      </p:sp>
      <p:sp>
        <p:nvSpPr>
          <p:cNvPr id="34" name="Espace réservé au texte 15">
            <a:extLst>
              <a:ext uri="{FF2B5EF4-FFF2-40B4-BE49-F238E27FC236}">
                <a16:creationId xmlns:a16="http://schemas.microsoft.com/office/drawing/2014/main" id="{0C66E1BD-33F0-4B94-BF94-CD4698F85C3D}"/>
              </a:ext>
            </a:extLst>
          </p:cNvPr>
          <p:cNvSpPr>
            <a:spLocks noGrp="1"/>
          </p:cNvSpPr>
          <p:nvPr>
            <p:ph type="body" sz="quarter" idx="17" hasCustomPrompt="1"/>
          </p:nvPr>
        </p:nvSpPr>
        <p:spPr>
          <a:xfrm>
            <a:off x="4401535" y="1594478"/>
            <a:ext cx="5539095" cy="1010842"/>
          </a:xfrm>
        </p:spPr>
        <p:txBody>
          <a:bodyPr rtlCol="0" anchor="t">
            <a:normAutofit/>
          </a:bodyPr>
          <a:lstStyle>
            <a:lvl1pPr marL="0" indent="0" algn="l">
              <a:lnSpc>
                <a:spcPct val="100000"/>
              </a:lnSpc>
              <a:buNone/>
              <a:defRPr sz="1400" spc="50" baseline="0">
                <a:solidFill>
                  <a:schemeClr val="tx1">
                    <a:lumMod val="75000"/>
                    <a:lumOff val="25000"/>
                  </a:schemeClr>
                </a:solidFill>
              </a:defRPr>
            </a:lvl1pPr>
          </a:lstStyle>
          <a:p>
            <a:pPr lvl="0" rtl="0"/>
            <a:r>
              <a:rPr lang="fr-CA" noProof="0"/>
              <a:t>Cliquez pour modifier le style du texte principal</a:t>
            </a:r>
          </a:p>
        </p:txBody>
      </p:sp>
      <p:sp>
        <p:nvSpPr>
          <p:cNvPr id="35" name="Espace réservé au texte 15">
            <a:extLst>
              <a:ext uri="{FF2B5EF4-FFF2-40B4-BE49-F238E27FC236}">
                <a16:creationId xmlns:a16="http://schemas.microsoft.com/office/drawing/2014/main" id="{2D4661B1-6559-407A-9AEC-A46A0570AE8F}"/>
              </a:ext>
            </a:extLst>
          </p:cNvPr>
          <p:cNvSpPr>
            <a:spLocks noGrp="1"/>
          </p:cNvSpPr>
          <p:nvPr>
            <p:ph type="body" sz="quarter" idx="18" hasCustomPrompt="1"/>
          </p:nvPr>
        </p:nvSpPr>
        <p:spPr>
          <a:xfrm>
            <a:off x="4986028" y="2682564"/>
            <a:ext cx="5539095" cy="1010842"/>
          </a:xfrm>
        </p:spPr>
        <p:txBody>
          <a:bodyPr rtlCol="0" anchor="t">
            <a:normAutofit/>
          </a:bodyPr>
          <a:lstStyle>
            <a:lvl1pPr marL="0" indent="0" algn="l">
              <a:lnSpc>
                <a:spcPct val="100000"/>
              </a:lnSpc>
              <a:buNone/>
              <a:defRPr sz="1400" spc="50" baseline="0">
                <a:solidFill>
                  <a:schemeClr val="tx1">
                    <a:lumMod val="75000"/>
                    <a:lumOff val="25000"/>
                  </a:schemeClr>
                </a:solidFill>
              </a:defRPr>
            </a:lvl1pPr>
          </a:lstStyle>
          <a:p>
            <a:pPr lvl="0" rtl="0"/>
            <a:r>
              <a:rPr lang="fr-CA" noProof="0"/>
              <a:t>Cliquez pour modifier le style du texte principal</a:t>
            </a:r>
          </a:p>
        </p:txBody>
      </p:sp>
      <p:sp>
        <p:nvSpPr>
          <p:cNvPr id="36" name="Espace réservé au texte 15">
            <a:extLst>
              <a:ext uri="{FF2B5EF4-FFF2-40B4-BE49-F238E27FC236}">
                <a16:creationId xmlns:a16="http://schemas.microsoft.com/office/drawing/2014/main" id="{DCC983F7-6A25-42C0-811C-EA32138C5B80}"/>
              </a:ext>
            </a:extLst>
          </p:cNvPr>
          <p:cNvSpPr>
            <a:spLocks noGrp="1"/>
          </p:cNvSpPr>
          <p:nvPr>
            <p:ph type="body" sz="quarter" idx="19" hasCustomPrompt="1"/>
          </p:nvPr>
        </p:nvSpPr>
        <p:spPr>
          <a:xfrm>
            <a:off x="5576937" y="3755394"/>
            <a:ext cx="5539095" cy="1010842"/>
          </a:xfrm>
        </p:spPr>
        <p:txBody>
          <a:bodyPr rtlCol="0" anchor="t">
            <a:normAutofit/>
          </a:bodyPr>
          <a:lstStyle>
            <a:lvl1pPr marL="0" indent="0" algn="l">
              <a:lnSpc>
                <a:spcPct val="100000"/>
              </a:lnSpc>
              <a:buNone/>
              <a:defRPr sz="1400" spc="50" baseline="0">
                <a:solidFill>
                  <a:schemeClr val="tx1">
                    <a:lumMod val="75000"/>
                    <a:lumOff val="25000"/>
                  </a:schemeClr>
                </a:solidFill>
              </a:defRPr>
            </a:lvl1pPr>
          </a:lstStyle>
          <a:p>
            <a:pPr lvl="0" rtl="0"/>
            <a:r>
              <a:rPr lang="fr-CA" noProof="0"/>
              <a:t>Cliquez pour modifier le style du texte principal</a:t>
            </a:r>
          </a:p>
        </p:txBody>
      </p:sp>
      <p:sp>
        <p:nvSpPr>
          <p:cNvPr id="37" name="Espace réservé au texte 15">
            <a:extLst>
              <a:ext uri="{FF2B5EF4-FFF2-40B4-BE49-F238E27FC236}">
                <a16:creationId xmlns:a16="http://schemas.microsoft.com/office/drawing/2014/main" id="{E83DA0EB-27DD-416A-8DA5-4AFDC8587E5C}"/>
              </a:ext>
            </a:extLst>
          </p:cNvPr>
          <p:cNvSpPr>
            <a:spLocks noGrp="1"/>
          </p:cNvSpPr>
          <p:nvPr>
            <p:ph type="body" sz="quarter" idx="20" hasCustomPrompt="1"/>
          </p:nvPr>
        </p:nvSpPr>
        <p:spPr>
          <a:xfrm>
            <a:off x="6175279" y="4824430"/>
            <a:ext cx="5539095" cy="1010842"/>
          </a:xfrm>
        </p:spPr>
        <p:txBody>
          <a:bodyPr rtlCol="0" anchor="t">
            <a:normAutofit/>
          </a:bodyPr>
          <a:lstStyle>
            <a:lvl1pPr marL="0" indent="0" algn="l">
              <a:lnSpc>
                <a:spcPct val="100000"/>
              </a:lnSpc>
              <a:buNone/>
              <a:defRPr sz="1400" spc="50" baseline="0">
                <a:solidFill>
                  <a:schemeClr val="tx1">
                    <a:lumMod val="75000"/>
                    <a:lumOff val="25000"/>
                  </a:schemeClr>
                </a:solidFill>
              </a:defRPr>
            </a:lvl1pPr>
          </a:lstStyle>
          <a:p>
            <a:pPr lvl="0" rtl="0"/>
            <a:r>
              <a:rPr lang="fr-CA" noProof="0"/>
              <a:t>Cliquez pour modifier le style du texte principal</a:t>
            </a:r>
          </a:p>
        </p:txBody>
      </p:sp>
      <p:cxnSp>
        <p:nvCxnSpPr>
          <p:cNvPr id="3" name="Connecteur droit 2">
            <a:extLst>
              <a:ext uri="{FF2B5EF4-FFF2-40B4-BE49-F238E27FC236}">
                <a16:creationId xmlns:a16="http://schemas.microsoft.com/office/drawing/2014/main" id="{D3795F91-C721-4363-956D-756673AE7957}"/>
              </a:ext>
              <a:ext uri="{C183D7F6-B498-43B3-948B-1728B52AA6E4}">
                <adec:decorative xmlns:adec="http://schemas.microsoft.com/office/drawing/2017/decorative" val="1"/>
              </a:ext>
            </a:extLst>
          </p:cNvPr>
          <p:cNvCxnSpPr>
            <a:cxnSpLocks/>
          </p:cNvCxnSpPr>
          <p:nvPr/>
        </p:nvCxnSpPr>
        <p:spPr>
          <a:xfrm>
            <a:off x="4353515" y="5023933"/>
            <a:ext cx="1513211" cy="0"/>
          </a:xfrm>
          <a:prstGeom prst="line">
            <a:avLst/>
          </a:prstGeom>
          <a:ln w="6350">
            <a:solidFill>
              <a:schemeClr val="accent1">
                <a:lumMod val="75000"/>
              </a:schemeClr>
            </a:solidFill>
          </a:ln>
        </p:spPr>
        <p:style>
          <a:lnRef idx="1">
            <a:schemeClr val="accent5"/>
          </a:lnRef>
          <a:fillRef idx="0">
            <a:schemeClr val="accent5"/>
          </a:fillRef>
          <a:effectRef idx="0">
            <a:schemeClr val="accent5"/>
          </a:effectRef>
          <a:fontRef idx="minor">
            <a:schemeClr val="tx1"/>
          </a:fontRef>
        </p:style>
      </p:cxnSp>
      <p:cxnSp>
        <p:nvCxnSpPr>
          <p:cNvPr id="4" name="Connecteur linéaire 3">
            <a:extLst>
              <a:ext uri="{FF2B5EF4-FFF2-40B4-BE49-F238E27FC236}">
                <a16:creationId xmlns:a16="http://schemas.microsoft.com/office/drawing/2014/main" id="{8AC14461-E27D-413D-B31A-47B74646AF25}"/>
              </a:ext>
              <a:ext uri="{C183D7F6-B498-43B3-948B-1728B52AA6E4}">
                <adec:decorative xmlns:adec="http://schemas.microsoft.com/office/drawing/2017/decorative" val="1"/>
              </a:ext>
            </a:extLst>
          </p:cNvPr>
          <p:cNvCxnSpPr>
            <a:cxnSpLocks/>
          </p:cNvCxnSpPr>
          <p:nvPr/>
        </p:nvCxnSpPr>
        <p:spPr>
          <a:xfrm>
            <a:off x="3759917" y="3948451"/>
            <a:ext cx="1513211" cy="0"/>
          </a:xfrm>
          <a:prstGeom prst="line">
            <a:avLst/>
          </a:prstGeom>
          <a:ln w="6350">
            <a:solidFill>
              <a:schemeClr val="accent1">
                <a:lumMod val="75000"/>
              </a:schemeClr>
            </a:solidFill>
          </a:ln>
        </p:spPr>
        <p:style>
          <a:lnRef idx="1">
            <a:schemeClr val="accent5"/>
          </a:lnRef>
          <a:fillRef idx="0">
            <a:schemeClr val="accent5"/>
          </a:fillRef>
          <a:effectRef idx="0">
            <a:schemeClr val="accent5"/>
          </a:effectRef>
          <a:fontRef idx="minor">
            <a:schemeClr val="tx1"/>
          </a:fontRef>
        </p:style>
      </p:cxnSp>
      <p:cxnSp>
        <p:nvCxnSpPr>
          <p:cNvPr id="8" name="Connecteur droit 7">
            <a:extLst>
              <a:ext uri="{FF2B5EF4-FFF2-40B4-BE49-F238E27FC236}">
                <a16:creationId xmlns:a16="http://schemas.microsoft.com/office/drawing/2014/main" id="{4D6AEA4C-7710-4829-BA87-8DD77F15932C}"/>
              </a:ext>
              <a:ext uri="{C183D7F6-B498-43B3-948B-1728B52AA6E4}">
                <adec:decorative xmlns:adec="http://schemas.microsoft.com/office/drawing/2017/decorative" val="1"/>
              </a:ext>
            </a:extLst>
          </p:cNvPr>
          <p:cNvCxnSpPr>
            <a:cxnSpLocks/>
          </p:cNvCxnSpPr>
          <p:nvPr/>
        </p:nvCxnSpPr>
        <p:spPr>
          <a:xfrm>
            <a:off x="3173453" y="2872686"/>
            <a:ext cx="1513211" cy="0"/>
          </a:xfrm>
          <a:prstGeom prst="line">
            <a:avLst/>
          </a:prstGeom>
          <a:ln w="6350">
            <a:solidFill>
              <a:schemeClr val="accent1">
                <a:lumMod val="75000"/>
              </a:schemeClr>
            </a:solidFill>
          </a:ln>
        </p:spPr>
        <p:style>
          <a:lnRef idx="1">
            <a:schemeClr val="accent5"/>
          </a:lnRef>
          <a:fillRef idx="0">
            <a:schemeClr val="accent5"/>
          </a:fillRef>
          <a:effectRef idx="0">
            <a:schemeClr val="accent5"/>
          </a:effectRef>
          <a:fontRef idx="minor">
            <a:schemeClr val="tx1"/>
          </a:fontRef>
        </p:style>
      </p:cxnSp>
      <p:cxnSp>
        <p:nvCxnSpPr>
          <p:cNvPr id="9" name="Connecteur droit 8">
            <a:extLst>
              <a:ext uri="{FF2B5EF4-FFF2-40B4-BE49-F238E27FC236}">
                <a16:creationId xmlns:a16="http://schemas.microsoft.com/office/drawing/2014/main" id="{E9BD473E-6203-491C-87AC-54AC0AB23333}"/>
              </a:ext>
              <a:ext uri="{C183D7F6-B498-43B3-948B-1728B52AA6E4}">
                <adec:decorative xmlns:adec="http://schemas.microsoft.com/office/drawing/2017/decorative" val="1"/>
              </a:ext>
            </a:extLst>
          </p:cNvPr>
          <p:cNvCxnSpPr>
            <a:cxnSpLocks/>
          </p:cNvCxnSpPr>
          <p:nvPr/>
        </p:nvCxnSpPr>
        <p:spPr>
          <a:xfrm>
            <a:off x="2586263" y="1796083"/>
            <a:ext cx="1513211" cy="0"/>
          </a:xfrm>
          <a:prstGeom prst="line">
            <a:avLst/>
          </a:prstGeom>
          <a:ln w="6350">
            <a:solidFill>
              <a:schemeClr val="accent1">
                <a:lumMod val="75000"/>
              </a:schemeClr>
            </a:solidFill>
          </a:ln>
        </p:spPr>
        <p:style>
          <a:lnRef idx="1">
            <a:schemeClr val="accent5"/>
          </a:lnRef>
          <a:fillRef idx="0">
            <a:schemeClr val="accent5"/>
          </a:fillRef>
          <a:effectRef idx="0">
            <a:schemeClr val="accent5"/>
          </a:effectRef>
          <a:fontRef idx="minor">
            <a:schemeClr val="tx1"/>
          </a:fontRef>
        </p:style>
      </p:cxnSp>
      <p:sp>
        <p:nvSpPr>
          <p:cNvPr id="5" name="Espace réservé à la date 4">
            <a:extLst>
              <a:ext uri="{FF2B5EF4-FFF2-40B4-BE49-F238E27FC236}">
                <a16:creationId xmlns:a16="http://schemas.microsoft.com/office/drawing/2014/main" id="{874DC36F-5D3E-439D-80B5-32633FC34434}"/>
              </a:ext>
            </a:extLst>
          </p:cNvPr>
          <p:cNvSpPr>
            <a:spLocks noGrp="1"/>
          </p:cNvSpPr>
          <p:nvPr>
            <p:ph type="dt" sz="half" idx="10"/>
          </p:nvPr>
        </p:nvSpPr>
        <p:spPr/>
        <p:txBody>
          <a:bodyPr rtlCol="0"/>
          <a:lstStyle>
            <a:lvl1pPr>
              <a:defRPr sz="900">
                <a:solidFill>
                  <a:srgbClr val="898989"/>
                </a:solidFill>
              </a:defRPr>
            </a:lvl1pPr>
          </a:lstStyle>
          <a:p>
            <a:pPr rtl="0"/>
            <a:r>
              <a:rPr lang="fr-FR" noProof="0"/>
              <a:t>2023</a:t>
            </a:r>
            <a:endParaRPr lang="fr-CA" noProof="0"/>
          </a:p>
        </p:txBody>
      </p:sp>
      <p:sp>
        <p:nvSpPr>
          <p:cNvPr id="6" name="Espace réservé au pied de page 5">
            <a:extLst>
              <a:ext uri="{FF2B5EF4-FFF2-40B4-BE49-F238E27FC236}">
                <a16:creationId xmlns:a16="http://schemas.microsoft.com/office/drawing/2014/main" id="{6C710A8A-CEC9-4787-A745-C28DD965F7DD}"/>
              </a:ext>
            </a:extLst>
          </p:cNvPr>
          <p:cNvSpPr>
            <a:spLocks noGrp="1"/>
          </p:cNvSpPr>
          <p:nvPr>
            <p:ph type="ftr" sz="quarter" idx="11"/>
          </p:nvPr>
        </p:nvSpPr>
        <p:spPr>
          <a:xfrm>
            <a:off x="6155823" y="6356350"/>
            <a:ext cx="1808712" cy="365125"/>
          </a:xfrm>
        </p:spPr>
        <p:txBody>
          <a:bodyPr rtlCol="0"/>
          <a:lstStyle>
            <a:lvl1pPr algn="l">
              <a:defRPr sz="900"/>
            </a:lvl1pPr>
          </a:lstStyle>
          <a:p>
            <a:pPr rtl="0"/>
            <a:r>
              <a:rPr lang="fr-CA" noProof="0"/>
              <a:t>420-06A-FX</a:t>
            </a:r>
          </a:p>
        </p:txBody>
      </p:sp>
      <p:sp>
        <p:nvSpPr>
          <p:cNvPr id="7" name="Espace réservé au numéro de diapositive 6">
            <a:extLst>
              <a:ext uri="{FF2B5EF4-FFF2-40B4-BE49-F238E27FC236}">
                <a16:creationId xmlns:a16="http://schemas.microsoft.com/office/drawing/2014/main" id="{4162BD04-8F01-472A-9456-4702A2218BB5}"/>
              </a:ext>
            </a:extLst>
          </p:cNvPr>
          <p:cNvSpPr>
            <a:spLocks noGrp="1"/>
          </p:cNvSpPr>
          <p:nvPr>
            <p:ph type="sldNum" sz="quarter" idx="12"/>
          </p:nvPr>
        </p:nvSpPr>
        <p:spPr>
          <a:xfrm>
            <a:off x="10810874" y="6356350"/>
            <a:ext cx="542925" cy="365125"/>
          </a:xfrm>
        </p:spPr>
        <p:txBody>
          <a:bodyPr rtlCol="0"/>
          <a:lstStyle>
            <a:lvl1pPr>
              <a:defRPr sz="900"/>
            </a:lvl1pPr>
          </a:lstStyle>
          <a:p>
            <a:pPr rtl="0"/>
            <a:fld id="{B5CEABB6-07DC-46E8-9B57-56EC44A396E5}" type="slidenum">
              <a:rPr lang="fr-CA" noProof="0" smtClean="0"/>
              <a:t>‹#›</a:t>
            </a:fld>
            <a:endParaRPr lang="fr-CA" noProof="0"/>
          </a:p>
        </p:txBody>
      </p:sp>
    </p:spTree>
    <p:extLst>
      <p:ext uri="{BB962C8B-B14F-4D97-AF65-F5344CB8AC3E}">
        <p14:creationId xmlns:p14="http://schemas.microsoft.com/office/powerpoint/2010/main" val="355694543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Colonne du contenu 3">
    <p:bg>
      <p:bgPr>
        <a:solidFill>
          <a:schemeClr val="accent2"/>
        </a:solidFill>
        <a:effectLst/>
      </p:bgPr>
    </p:bg>
    <p:spTree>
      <p:nvGrpSpPr>
        <p:cNvPr id="1" name=""/>
        <p:cNvGrpSpPr/>
        <p:nvPr/>
      </p:nvGrpSpPr>
      <p:grpSpPr>
        <a:xfrm>
          <a:off x="0" y="0"/>
          <a:ext cx="0" cy="0"/>
          <a:chOff x="0" y="0"/>
          <a:chExt cx="0" cy="0"/>
        </a:xfrm>
      </p:grpSpPr>
      <p:sp>
        <p:nvSpPr>
          <p:cNvPr id="14" name="Titre 1">
            <a:extLst>
              <a:ext uri="{FF2B5EF4-FFF2-40B4-BE49-F238E27FC236}">
                <a16:creationId xmlns:a16="http://schemas.microsoft.com/office/drawing/2014/main" id="{42ACEF30-0520-40B3-A1F1-F3D2530563D6}"/>
              </a:ext>
            </a:extLst>
          </p:cNvPr>
          <p:cNvSpPr>
            <a:spLocks noGrp="1"/>
          </p:cNvSpPr>
          <p:nvPr>
            <p:ph type="title" hasCustomPrompt="1"/>
          </p:nvPr>
        </p:nvSpPr>
        <p:spPr>
          <a:xfrm>
            <a:off x="1885156" y="892177"/>
            <a:ext cx="8421688" cy="1325563"/>
          </a:xfrm>
        </p:spPr>
        <p:txBody>
          <a:bodyPr rtlCol="0">
            <a:normAutofit/>
          </a:bodyPr>
          <a:lstStyle>
            <a:lvl1pPr algn="ctr">
              <a:defRPr lang="en-US" sz="2800" kern="1200" spc="150" baseline="0" dirty="0">
                <a:solidFill>
                  <a:schemeClr val="tx1">
                    <a:lumMod val="75000"/>
                    <a:lumOff val="25000"/>
                  </a:schemeClr>
                </a:solidFill>
                <a:latin typeface="+mj-lt"/>
                <a:ea typeface="+mj-ea"/>
                <a:cs typeface="+mj-cs"/>
              </a:defRPr>
            </a:lvl1pPr>
          </a:lstStyle>
          <a:p>
            <a:pPr rtl="0"/>
            <a:r>
              <a:rPr lang="fr-CA" noProof="0"/>
              <a:t>MODIFIEZ LE STYLE DU TITRE PRINCIPAL</a:t>
            </a:r>
          </a:p>
        </p:txBody>
      </p:sp>
      <p:sp>
        <p:nvSpPr>
          <p:cNvPr id="15" name="Espace réservé au texte 15">
            <a:extLst>
              <a:ext uri="{FF2B5EF4-FFF2-40B4-BE49-F238E27FC236}">
                <a16:creationId xmlns:a16="http://schemas.microsoft.com/office/drawing/2014/main" id="{A1FB681F-A94D-4BF8-8290-0811E98D49D4}"/>
              </a:ext>
            </a:extLst>
          </p:cNvPr>
          <p:cNvSpPr>
            <a:spLocks noGrp="1"/>
          </p:cNvSpPr>
          <p:nvPr>
            <p:ph type="body" sz="quarter" idx="13" hasCustomPrompt="1"/>
          </p:nvPr>
        </p:nvSpPr>
        <p:spPr>
          <a:xfrm>
            <a:off x="1485900" y="2563123"/>
            <a:ext cx="4031945" cy="365125"/>
          </a:xfrm>
        </p:spPr>
        <p:txBody>
          <a:bodyPr rtlCol="0">
            <a:normAutofit/>
          </a:bodyPr>
          <a:lstStyle>
            <a:lvl1pPr marL="0" indent="0" algn="ctr">
              <a:buNone/>
              <a:defRPr lang="en-US" sz="2000" kern="1200" spc="150" baseline="0" dirty="0">
                <a:solidFill>
                  <a:schemeClr val="tx1">
                    <a:lumMod val="75000"/>
                    <a:lumOff val="25000"/>
                  </a:schemeClr>
                </a:solidFill>
                <a:latin typeface="+mj-lt"/>
                <a:ea typeface="+mj-ea"/>
                <a:cs typeface="+mj-cs"/>
              </a:defRPr>
            </a:lvl1pPr>
          </a:lstStyle>
          <a:p>
            <a:pPr lvl="0" rtl="0"/>
            <a:r>
              <a:rPr lang="fr-CA" noProof="0"/>
              <a:t>CLIQUEZ POUR AJOUTER UN SOUS-TITRE</a:t>
            </a:r>
          </a:p>
        </p:txBody>
      </p:sp>
      <p:sp>
        <p:nvSpPr>
          <p:cNvPr id="17" name="Espace réservé au texte 18">
            <a:extLst>
              <a:ext uri="{FF2B5EF4-FFF2-40B4-BE49-F238E27FC236}">
                <a16:creationId xmlns:a16="http://schemas.microsoft.com/office/drawing/2014/main" id="{61E8C129-EF62-46A8-97F3-3CB5D014FBDD}"/>
              </a:ext>
            </a:extLst>
          </p:cNvPr>
          <p:cNvSpPr>
            <a:spLocks noGrp="1"/>
          </p:cNvSpPr>
          <p:nvPr>
            <p:ph type="body" sz="quarter" idx="15" hasCustomPrompt="1"/>
          </p:nvPr>
        </p:nvSpPr>
        <p:spPr>
          <a:xfrm>
            <a:off x="1485664" y="3070348"/>
            <a:ext cx="4031030" cy="1057308"/>
          </a:xfrm>
        </p:spPr>
        <p:txBody>
          <a:bodyPr rtlCol="0">
            <a:normAutofit/>
          </a:bodyPr>
          <a:lstStyle>
            <a:lvl1pPr marL="0" indent="0" algn="ctr">
              <a:lnSpc>
                <a:spcPct val="100000"/>
              </a:lnSpc>
              <a:buFont typeface="Arial" panose="020B0604020202020204" pitchFamily="34" charset="0"/>
              <a:buNone/>
              <a:defRPr sz="1400">
                <a:solidFill>
                  <a:schemeClr val="tx1">
                    <a:lumMod val="75000"/>
                    <a:lumOff val="25000"/>
                  </a:schemeClr>
                </a:solidFill>
              </a:defRPr>
            </a:lvl1pPr>
          </a:lstStyle>
          <a:p>
            <a:pPr lvl="0" rtl="0"/>
            <a:r>
              <a:rPr lang="fr-CA" noProof="0"/>
              <a:t>Cliquer pour ajouter du texte</a:t>
            </a:r>
          </a:p>
        </p:txBody>
      </p:sp>
      <p:sp>
        <p:nvSpPr>
          <p:cNvPr id="31" name="Espace réservé au texte 15">
            <a:extLst>
              <a:ext uri="{FF2B5EF4-FFF2-40B4-BE49-F238E27FC236}">
                <a16:creationId xmlns:a16="http://schemas.microsoft.com/office/drawing/2014/main" id="{87DD41A9-B6B3-48D9-A3A6-831B39C9158C}"/>
              </a:ext>
            </a:extLst>
          </p:cNvPr>
          <p:cNvSpPr>
            <a:spLocks noGrp="1"/>
          </p:cNvSpPr>
          <p:nvPr>
            <p:ph type="body" sz="quarter" idx="16" hasCustomPrompt="1"/>
          </p:nvPr>
        </p:nvSpPr>
        <p:spPr>
          <a:xfrm>
            <a:off x="6673004" y="2563123"/>
            <a:ext cx="4031945" cy="365125"/>
          </a:xfrm>
        </p:spPr>
        <p:txBody>
          <a:bodyPr rtlCol="0">
            <a:normAutofit/>
          </a:bodyPr>
          <a:lstStyle>
            <a:lvl1pPr marL="0" indent="0" algn="ctr">
              <a:buNone/>
              <a:defRPr lang="en-US" sz="2000" kern="1200" spc="150" baseline="0" dirty="0">
                <a:solidFill>
                  <a:schemeClr val="tx1">
                    <a:lumMod val="75000"/>
                    <a:lumOff val="25000"/>
                  </a:schemeClr>
                </a:solidFill>
                <a:latin typeface="+mj-lt"/>
                <a:ea typeface="+mj-ea"/>
                <a:cs typeface="+mj-cs"/>
              </a:defRPr>
            </a:lvl1pPr>
          </a:lstStyle>
          <a:p>
            <a:pPr marL="0" lvl="0" indent="0" algn="l" defTabSz="914400" rtl="0" eaLnBrk="1" latinLnBrk="0" hangingPunct="1">
              <a:lnSpc>
                <a:spcPct val="90000"/>
              </a:lnSpc>
              <a:spcBef>
                <a:spcPts val="1000"/>
              </a:spcBef>
              <a:buFont typeface="Arial" panose="020B0604020202020204" pitchFamily="34" charset="0"/>
              <a:buNone/>
            </a:pPr>
            <a:r>
              <a:rPr lang="fr-CA" noProof="0"/>
              <a:t>CLIQUEZ POUR AJOUTER UN SOUS-TITRE</a:t>
            </a:r>
          </a:p>
        </p:txBody>
      </p:sp>
      <p:sp>
        <p:nvSpPr>
          <p:cNvPr id="32" name="Espace réservé du texte 18">
            <a:extLst>
              <a:ext uri="{FF2B5EF4-FFF2-40B4-BE49-F238E27FC236}">
                <a16:creationId xmlns:a16="http://schemas.microsoft.com/office/drawing/2014/main" id="{FB791E68-EDF5-4CC2-8774-A27AEF1D25E6}"/>
              </a:ext>
            </a:extLst>
          </p:cNvPr>
          <p:cNvSpPr>
            <a:spLocks noGrp="1"/>
          </p:cNvSpPr>
          <p:nvPr>
            <p:ph type="body" sz="quarter" idx="17" hasCustomPrompt="1"/>
          </p:nvPr>
        </p:nvSpPr>
        <p:spPr>
          <a:xfrm>
            <a:off x="6673143" y="3070348"/>
            <a:ext cx="4031030" cy="1057308"/>
          </a:xfrm>
        </p:spPr>
        <p:txBody>
          <a:bodyPr rtlCol="0">
            <a:normAutofit/>
          </a:bodyPr>
          <a:lstStyle>
            <a:lvl1pPr marL="0" indent="0" algn="ctr">
              <a:lnSpc>
                <a:spcPct val="100000"/>
              </a:lnSpc>
              <a:buFont typeface="Arial" panose="020B0604020202020204" pitchFamily="34" charset="0"/>
              <a:buNone/>
              <a:defRPr sz="1400">
                <a:solidFill>
                  <a:schemeClr val="tx1">
                    <a:lumMod val="75000"/>
                    <a:lumOff val="25000"/>
                  </a:schemeClr>
                </a:solidFill>
              </a:defRPr>
            </a:lvl1pPr>
          </a:lstStyle>
          <a:p>
            <a:pPr lvl="0" rtl="0"/>
            <a:r>
              <a:rPr lang="fr-CA" noProof="0"/>
              <a:t>Cliquez pour ajouter du texte</a:t>
            </a:r>
          </a:p>
        </p:txBody>
      </p:sp>
      <p:sp>
        <p:nvSpPr>
          <p:cNvPr id="33" name="Espace réservé au texte 15">
            <a:extLst>
              <a:ext uri="{FF2B5EF4-FFF2-40B4-BE49-F238E27FC236}">
                <a16:creationId xmlns:a16="http://schemas.microsoft.com/office/drawing/2014/main" id="{AA224F82-7E0C-4EBF-97D3-132481DBCDA9}"/>
              </a:ext>
            </a:extLst>
          </p:cNvPr>
          <p:cNvSpPr>
            <a:spLocks noGrp="1"/>
          </p:cNvSpPr>
          <p:nvPr>
            <p:ph type="body" sz="quarter" idx="18" hasCustomPrompt="1"/>
          </p:nvPr>
        </p:nvSpPr>
        <p:spPr>
          <a:xfrm>
            <a:off x="1485899" y="4319431"/>
            <a:ext cx="4031945" cy="365125"/>
          </a:xfrm>
        </p:spPr>
        <p:txBody>
          <a:bodyPr rtlCol="0">
            <a:normAutofit/>
          </a:bodyPr>
          <a:lstStyle>
            <a:lvl1pPr marL="0" indent="0" algn="ctr">
              <a:buNone/>
              <a:defRPr lang="en-US" sz="2000" kern="1200" spc="150" baseline="0" dirty="0">
                <a:solidFill>
                  <a:schemeClr val="tx1">
                    <a:lumMod val="75000"/>
                    <a:lumOff val="25000"/>
                  </a:schemeClr>
                </a:solidFill>
                <a:latin typeface="+mj-lt"/>
                <a:ea typeface="+mj-ea"/>
                <a:cs typeface="+mj-cs"/>
              </a:defRPr>
            </a:lvl1pPr>
          </a:lstStyle>
          <a:p>
            <a:pPr marL="0" lvl="0" indent="0" algn="l" defTabSz="914400" rtl="0" eaLnBrk="1" latinLnBrk="0" hangingPunct="1">
              <a:lnSpc>
                <a:spcPct val="90000"/>
              </a:lnSpc>
              <a:spcBef>
                <a:spcPts val="1000"/>
              </a:spcBef>
              <a:buFont typeface="Arial" panose="020B0604020202020204" pitchFamily="34" charset="0"/>
              <a:buNone/>
            </a:pPr>
            <a:r>
              <a:rPr lang="fr-CA" noProof="0"/>
              <a:t>CLIQUEZ POUR AJOUTER UN SOUS-TITRE</a:t>
            </a:r>
          </a:p>
        </p:txBody>
      </p:sp>
      <p:sp>
        <p:nvSpPr>
          <p:cNvPr id="34" name="Espace réservé au texte 18">
            <a:extLst>
              <a:ext uri="{FF2B5EF4-FFF2-40B4-BE49-F238E27FC236}">
                <a16:creationId xmlns:a16="http://schemas.microsoft.com/office/drawing/2014/main" id="{699D24C6-4AFB-4222-8E0C-4D11CD9C0FF7}"/>
              </a:ext>
            </a:extLst>
          </p:cNvPr>
          <p:cNvSpPr>
            <a:spLocks noGrp="1"/>
          </p:cNvSpPr>
          <p:nvPr>
            <p:ph type="body" sz="quarter" idx="19" hasCustomPrompt="1"/>
          </p:nvPr>
        </p:nvSpPr>
        <p:spPr>
          <a:xfrm>
            <a:off x="1486412" y="4826656"/>
            <a:ext cx="4031030" cy="1057308"/>
          </a:xfrm>
        </p:spPr>
        <p:txBody>
          <a:bodyPr rtlCol="0">
            <a:normAutofit/>
          </a:bodyPr>
          <a:lstStyle>
            <a:lvl1pPr marL="0" indent="0" algn="ctr">
              <a:lnSpc>
                <a:spcPct val="100000"/>
              </a:lnSpc>
              <a:buFont typeface="Arial" panose="020B0604020202020204" pitchFamily="34" charset="0"/>
              <a:buNone/>
              <a:defRPr sz="1400">
                <a:solidFill>
                  <a:schemeClr val="tx1">
                    <a:lumMod val="75000"/>
                    <a:lumOff val="25000"/>
                  </a:schemeClr>
                </a:solidFill>
              </a:defRPr>
            </a:lvl1pPr>
          </a:lstStyle>
          <a:p>
            <a:pPr lvl="0" rtl="0"/>
            <a:r>
              <a:rPr lang="fr-CA" noProof="0"/>
              <a:t>Cliquer pour ajouter du texte</a:t>
            </a:r>
          </a:p>
        </p:txBody>
      </p:sp>
      <p:sp>
        <p:nvSpPr>
          <p:cNvPr id="12" name="Espace réservé au texte 15">
            <a:extLst>
              <a:ext uri="{FF2B5EF4-FFF2-40B4-BE49-F238E27FC236}">
                <a16:creationId xmlns:a16="http://schemas.microsoft.com/office/drawing/2014/main" id="{3B05E19C-DF33-4515-AC52-F95850810EC1}"/>
              </a:ext>
            </a:extLst>
          </p:cNvPr>
          <p:cNvSpPr>
            <a:spLocks noGrp="1"/>
          </p:cNvSpPr>
          <p:nvPr>
            <p:ph type="body" sz="quarter" idx="23" hasCustomPrompt="1"/>
          </p:nvPr>
        </p:nvSpPr>
        <p:spPr>
          <a:xfrm>
            <a:off x="6672630" y="4319431"/>
            <a:ext cx="4031945" cy="365125"/>
          </a:xfrm>
        </p:spPr>
        <p:txBody>
          <a:bodyPr rtlCol="0">
            <a:normAutofit/>
          </a:bodyPr>
          <a:lstStyle>
            <a:lvl1pPr marL="0" indent="0" algn="ctr">
              <a:buNone/>
              <a:defRPr lang="en-US" sz="2000" kern="1200" spc="150" baseline="0" dirty="0">
                <a:solidFill>
                  <a:schemeClr val="tx1">
                    <a:lumMod val="75000"/>
                    <a:lumOff val="25000"/>
                  </a:schemeClr>
                </a:solidFill>
                <a:latin typeface="+mj-lt"/>
                <a:ea typeface="+mj-ea"/>
                <a:cs typeface="+mj-cs"/>
              </a:defRPr>
            </a:lvl1pPr>
          </a:lstStyle>
          <a:p>
            <a:pPr marL="0" lvl="0" indent="0" algn="l" defTabSz="914400" rtl="0" eaLnBrk="1" latinLnBrk="0" hangingPunct="1">
              <a:lnSpc>
                <a:spcPct val="90000"/>
              </a:lnSpc>
              <a:spcBef>
                <a:spcPts val="1000"/>
              </a:spcBef>
              <a:buFont typeface="Arial" panose="020B0604020202020204" pitchFamily="34" charset="0"/>
              <a:buNone/>
            </a:pPr>
            <a:r>
              <a:rPr lang="fr-CA" noProof="0"/>
              <a:t>CLIQUEZ POUR AJOUTER UN SOUS-TITRE</a:t>
            </a:r>
          </a:p>
        </p:txBody>
      </p:sp>
      <p:sp>
        <p:nvSpPr>
          <p:cNvPr id="13" name="Espace réservé du texte 18">
            <a:extLst>
              <a:ext uri="{FF2B5EF4-FFF2-40B4-BE49-F238E27FC236}">
                <a16:creationId xmlns:a16="http://schemas.microsoft.com/office/drawing/2014/main" id="{C0EBC62D-442C-45D3-B66B-C6578FBB3370}"/>
              </a:ext>
            </a:extLst>
          </p:cNvPr>
          <p:cNvSpPr>
            <a:spLocks noGrp="1"/>
          </p:cNvSpPr>
          <p:nvPr>
            <p:ph type="body" sz="quarter" idx="24" hasCustomPrompt="1"/>
          </p:nvPr>
        </p:nvSpPr>
        <p:spPr>
          <a:xfrm>
            <a:off x="6673143" y="4826656"/>
            <a:ext cx="4031030" cy="1057308"/>
          </a:xfrm>
        </p:spPr>
        <p:txBody>
          <a:bodyPr rtlCol="0">
            <a:normAutofit/>
          </a:bodyPr>
          <a:lstStyle>
            <a:lvl1pPr marL="0" indent="0" algn="ctr">
              <a:lnSpc>
                <a:spcPct val="100000"/>
              </a:lnSpc>
              <a:buFont typeface="Arial" panose="020B0604020202020204" pitchFamily="34" charset="0"/>
              <a:buNone/>
              <a:defRPr sz="1400">
                <a:solidFill>
                  <a:schemeClr val="tx1">
                    <a:lumMod val="75000"/>
                    <a:lumOff val="25000"/>
                  </a:schemeClr>
                </a:solidFill>
              </a:defRPr>
            </a:lvl1pPr>
          </a:lstStyle>
          <a:p>
            <a:pPr lvl="0" rtl="0"/>
            <a:r>
              <a:rPr lang="fr-CA" noProof="0"/>
              <a:t>Cliquez pour ajouter du texte</a:t>
            </a:r>
          </a:p>
        </p:txBody>
      </p:sp>
      <p:sp>
        <p:nvSpPr>
          <p:cNvPr id="3" name="Espace réservé à la date 2">
            <a:extLst>
              <a:ext uri="{FF2B5EF4-FFF2-40B4-BE49-F238E27FC236}">
                <a16:creationId xmlns:a16="http://schemas.microsoft.com/office/drawing/2014/main" id="{98EC90C5-A811-4E5C-ADD1-A89DB4E94DAA}"/>
              </a:ext>
            </a:extLst>
          </p:cNvPr>
          <p:cNvSpPr>
            <a:spLocks noGrp="1"/>
          </p:cNvSpPr>
          <p:nvPr>
            <p:ph type="dt" sz="half" idx="20"/>
          </p:nvPr>
        </p:nvSpPr>
        <p:spPr/>
        <p:txBody>
          <a:bodyPr rtlCol="0"/>
          <a:lstStyle/>
          <a:p>
            <a:pPr rtl="0"/>
            <a:r>
              <a:rPr lang="fr-FR" noProof="0"/>
              <a:t>2023</a:t>
            </a:r>
            <a:endParaRPr lang="fr-CA" noProof="0"/>
          </a:p>
        </p:txBody>
      </p:sp>
      <p:sp>
        <p:nvSpPr>
          <p:cNvPr id="4" name="Espace réservé au pied de page 3">
            <a:extLst>
              <a:ext uri="{FF2B5EF4-FFF2-40B4-BE49-F238E27FC236}">
                <a16:creationId xmlns:a16="http://schemas.microsoft.com/office/drawing/2014/main" id="{3356B621-AE19-45D3-B25F-23256C242DDD}"/>
              </a:ext>
            </a:extLst>
          </p:cNvPr>
          <p:cNvSpPr>
            <a:spLocks noGrp="1"/>
          </p:cNvSpPr>
          <p:nvPr>
            <p:ph type="ftr" sz="quarter" idx="21"/>
          </p:nvPr>
        </p:nvSpPr>
        <p:spPr/>
        <p:txBody>
          <a:bodyPr rtlCol="0"/>
          <a:lstStyle/>
          <a:p>
            <a:pPr rtl="0"/>
            <a:r>
              <a:rPr lang="fr-CA" noProof="0"/>
              <a:t>420-06A-FX</a:t>
            </a:r>
          </a:p>
        </p:txBody>
      </p:sp>
      <p:sp>
        <p:nvSpPr>
          <p:cNvPr id="5" name="Espace réservé à la diapositive 4">
            <a:extLst>
              <a:ext uri="{FF2B5EF4-FFF2-40B4-BE49-F238E27FC236}">
                <a16:creationId xmlns:a16="http://schemas.microsoft.com/office/drawing/2014/main" id="{158BDCB2-D8C3-4571-8154-76BEA9AE41A8}"/>
              </a:ext>
            </a:extLst>
          </p:cNvPr>
          <p:cNvSpPr>
            <a:spLocks noGrp="1"/>
          </p:cNvSpPr>
          <p:nvPr>
            <p:ph type="sldNum" sz="quarter" idx="22"/>
          </p:nvPr>
        </p:nvSpPr>
        <p:spPr/>
        <p:txBody>
          <a:bodyPr rtlCol="0"/>
          <a:lstStyle/>
          <a:p>
            <a:pPr rtl="0"/>
            <a:fld id="{B5CEABB6-07DC-46E8-9B57-56EC44A396E5}" type="slidenum">
              <a:rPr lang="fr-CA" noProof="0" smtClean="0"/>
              <a:t>‹#›</a:t>
            </a:fld>
            <a:endParaRPr lang="fr-CA" noProof="0"/>
          </a:p>
        </p:txBody>
      </p:sp>
      <p:cxnSp>
        <p:nvCxnSpPr>
          <p:cNvPr id="2" name="Connecteur droit 1">
            <a:extLst>
              <a:ext uri="{FF2B5EF4-FFF2-40B4-BE49-F238E27FC236}">
                <a16:creationId xmlns:a16="http://schemas.microsoft.com/office/drawing/2014/main" id="{9298DCF7-7DC1-4618-8133-F63847B0AFE2}"/>
              </a:ext>
              <a:ext uri="{C183D7F6-B498-43B3-948B-1728B52AA6E4}">
                <adec:decorative xmlns:adec="http://schemas.microsoft.com/office/drawing/2017/decorative" val="1"/>
              </a:ext>
            </a:extLst>
          </p:cNvPr>
          <p:cNvCxnSpPr>
            <a:cxnSpLocks/>
          </p:cNvCxnSpPr>
          <p:nvPr userDrawn="1"/>
        </p:nvCxnSpPr>
        <p:spPr>
          <a:xfrm>
            <a:off x="8688388" y="0"/>
            <a:ext cx="3503612" cy="2352957"/>
          </a:xfrm>
          <a:prstGeom prst="line">
            <a:avLst/>
          </a:prstGeom>
        </p:spPr>
        <p:style>
          <a:lnRef idx="1">
            <a:schemeClr val="accent1"/>
          </a:lnRef>
          <a:fillRef idx="0">
            <a:schemeClr val="accent1"/>
          </a:fillRef>
          <a:effectRef idx="0">
            <a:schemeClr val="accent1"/>
          </a:effectRef>
          <a:fontRef idx="minor">
            <a:schemeClr val="tx1"/>
          </a:fontRef>
        </p:style>
      </p:cxnSp>
      <p:cxnSp>
        <p:nvCxnSpPr>
          <p:cNvPr id="6" name="Connecteur droit 5">
            <a:extLst>
              <a:ext uri="{FF2B5EF4-FFF2-40B4-BE49-F238E27FC236}">
                <a16:creationId xmlns:a16="http://schemas.microsoft.com/office/drawing/2014/main" id="{653A6567-233D-4A3B-B52B-DE7E5E35A175}"/>
              </a:ext>
              <a:ext uri="{C183D7F6-B498-43B3-948B-1728B52AA6E4}">
                <adec:decorative xmlns:adec="http://schemas.microsoft.com/office/drawing/2017/decorative" val="1"/>
              </a:ext>
            </a:extLst>
          </p:cNvPr>
          <p:cNvCxnSpPr>
            <a:cxnSpLocks/>
          </p:cNvCxnSpPr>
          <p:nvPr userDrawn="1"/>
        </p:nvCxnSpPr>
        <p:spPr>
          <a:xfrm>
            <a:off x="9720943" y="0"/>
            <a:ext cx="2471057" cy="2699032"/>
          </a:xfrm>
          <a:prstGeom prst="line">
            <a:avLst/>
          </a:prstGeom>
        </p:spPr>
        <p:style>
          <a:lnRef idx="1">
            <a:schemeClr val="accent1"/>
          </a:lnRef>
          <a:fillRef idx="0">
            <a:schemeClr val="accent1"/>
          </a:fillRef>
          <a:effectRef idx="0">
            <a:schemeClr val="accent1"/>
          </a:effectRef>
          <a:fontRef idx="minor">
            <a:schemeClr val="tx1"/>
          </a:fontRef>
        </p:style>
      </p:cxnSp>
      <p:pic>
        <p:nvPicPr>
          <p:cNvPr id="7" name="Graphisme 6">
            <a:extLst>
              <a:ext uri="{FF2B5EF4-FFF2-40B4-BE49-F238E27FC236}">
                <a16:creationId xmlns:a16="http://schemas.microsoft.com/office/drawing/2014/main" id="{64D564EB-CA78-42C6-AD76-3C4E7B3AEA8D}"/>
              </a:ext>
              <a:ext uri="{C183D7F6-B498-43B3-948B-1728B52AA6E4}">
                <adec:decorative xmlns:adec="http://schemas.microsoft.com/office/drawing/2017/decorative" val="1"/>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0" y="473953"/>
            <a:ext cx="2057400" cy="1647825"/>
          </a:xfrm>
          <a:prstGeom prst="rect">
            <a:avLst/>
          </a:prstGeom>
        </p:spPr>
      </p:pic>
      <p:pic>
        <p:nvPicPr>
          <p:cNvPr id="8" name="Graphisme 7">
            <a:extLst>
              <a:ext uri="{FF2B5EF4-FFF2-40B4-BE49-F238E27FC236}">
                <a16:creationId xmlns:a16="http://schemas.microsoft.com/office/drawing/2014/main" id="{1CFFBB3A-BDCF-4878-8D04-E8BB9A050E71}"/>
              </a:ext>
              <a:ext uri="{C183D7F6-B498-43B3-948B-1728B52AA6E4}">
                <adec:decorative xmlns:adec="http://schemas.microsoft.com/office/drawing/2017/decorative" val="1"/>
              </a:ext>
            </a:extLst>
          </p:cNvPr>
          <p:cNvPicPr>
            <a:picLocks noChangeAspect="1"/>
          </p:cNvPicPr>
          <p:nvPr userDrawn="1"/>
        </p:nvPicPr>
        <p:blipFill>
          <a:blip r:embed="rId4">
            <a:extLst>
              <a:ext uri="{96DAC541-7B7A-43D3-8B79-37D633B846F1}">
                <asvg:svgBlip xmlns:asvg="http://schemas.microsoft.com/office/drawing/2016/SVG/main" r:embed="rId5"/>
              </a:ext>
            </a:extLst>
          </a:blip>
          <a:stretch>
            <a:fillRect/>
          </a:stretch>
        </p:blipFill>
        <p:spPr>
          <a:xfrm>
            <a:off x="11049000" y="5180889"/>
            <a:ext cx="1143000" cy="914400"/>
          </a:xfrm>
          <a:prstGeom prst="rect">
            <a:avLst/>
          </a:prstGeom>
        </p:spPr>
      </p:pic>
    </p:spTree>
    <p:extLst>
      <p:ext uri="{BB962C8B-B14F-4D97-AF65-F5344CB8AC3E}">
        <p14:creationId xmlns:p14="http://schemas.microsoft.com/office/powerpoint/2010/main" val="250148761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Colonne du contenu 2 - 3 zones">
    <p:bg>
      <p:bgPr>
        <a:solidFill>
          <a:schemeClr val="bg1"/>
        </a:solidFill>
        <a:effectLst/>
      </p:bgPr>
    </p:bg>
    <p:spTree>
      <p:nvGrpSpPr>
        <p:cNvPr id="1" name=""/>
        <p:cNvGrpSpPr/>
        <p:nvPr/>
      </p:nvGrpSpPr>
      <p:grpSpPr>
        <a:xfrm>
          <a:off x="0" y="0"/>
          <a:ext cx="0" cy="0"/>
          <a:chOff x="0" y="0"/>
          <a:chExt cx="0" cy="0"/>
        </a:xfrm>
      </p:grpSpPr>
      <p:sp>
        <p:nvSpPr>
          <p:cNvPr id="14" name="Titre 1">
            <a:extLst>
              <a:ext uri="{FF2B5EF4-FFF2-40B4-BE49-F238E27FC236}">
                <a16:creationId xmlns:a16="http://schemas.microsoft.com/office/drawing/2014/main" id="{42ACEF30-0520-40B3-A1F1-F3D2530563D6}"/>
              </a:ext>
            </a:extLst>
          </p:cNvPr>
          <p:cNvSpPr>
            <a:spLocks noGrp="1"/>
          </p:cNvSpPr>
          <p:nvPr>
            <p:ph type="title" hasCustomPrompt="1"/>
          </p:nvPr>
        </p:nvSpPr>
        <p:spPr>
          <a:xfrm>
            <a:off x="1752599" y="1092447"/>
            <a:ext cx="3139440" cy="1325563"/>
          </a:xfrm>
        </p:spPr>
        <p:txBody>
          <a:bodyPr rtlCol="0" anchor="b">
            <a:normAutofit/>
          </a:bodyPr>
          <a:lstStyle>
            <a:lvl1pPr algn="l">
              <a:defRPr lang="en-US" sz="2800" kern="1200" spc="150" baseline="0" dirty="0">
                <a:solidFill>
                  <a:schemeClr val="tx1">
                    <a:lumMod val="75000"/>
                    <a:lumOff val="25000"/>
                  </a:schemeClr>
                </a:solidFill>
                <a:latin typeface="Linux Libertine Display G" panose="02000503000000000000" pitchFamily="2" charset="0"/>
                <a:ea typeface="Linux Libertine Display G" panose="02000503000000000000" pitchFamily="2" charset="0"/>
                <a:cs typeface="Linux Libertine Display G" panose="02000503000000000000" pitchFamily="2" charset="0"/>
              </a:defRPr>
            </a:lvl1pPr>
          </a:lstStyle>
          <a:p>
            <a:pPr rtl="0"/>
            <a:r>
              <a:rPr lang="fr-CA" noProof="0"/>
              <a:t>MODIFIEZ LE STYLE DU TITRE PRINCIPAL</a:t>
            </a:r>
          </a:p>
        </p:txBody>
      </p:sp>
      <p:sp>
        <p:nvSpPr>
          <p:cNvPr id="15" name="Espace réservé au texte 15">
            <a:extLst>
              <a:ext uri="{FF2B5EF4-FFF2-40B4-BE49-F238E27FC236}">
                <a16:creationId xmlns:a16="http://schemas.microsoft.com/office/drawing/2014/main" id="{A1FB681F-A94D-4BF8-8290-0811E98D49D4}"/>
              </a:ext>
            </a:extLst>
          </p:cNvPr>
          <p:cNvSpPr>
            <a:spLocks noGrp="1"/>
          </p:cNvSpPr>
          <p:nvPr>
            <p:ph type="body" sz="quarter" idx="13" hasCustomPrompt="1"/>
          </p:nvPr>
        </p:nvSpPr>
        <p:spPr>
          <a:xfrm>
            <a:off x="5922254" y="1530635"/>
            <a:ext cx="5433204" cy="365125"/>
          </a:xfrm>
        </p:spPr>
        <p:txBody>
          <a:bodyPr vert="horz" lIns="91440" tIns="45720" rIns="91440" bIns="45720" rtlCol="0" anchor="b">
            <a:normAutofit/>
          </a:bodyPr>
          <a:lstStyle>
            <a:lvl1pPr>
              <a:defRPr lang="fr-CA" sz="1800" b="1" cap="all" spc="150" baseline="0" noProof="0" dirty="0">
                <a:latin typeface="Linux Libertine Display G" panose="02000503000000000000" pitchFamily="2" charset="0"/>
                <a:ea typeface="Linux Libertine Display G" panose="02000503000000000000" pitchFamily="2" charset="0"/>
                <a:cs typeface="Linux Libertine Display G" panose="02000503000000000000" pitchFamily="2" charset="0"/>
              </a:defRPr>
            </a:lvl1pPr>
          </a:lstStyle>
          <a:p>
            <a:pPr lvl="0">
              <a:spcBef>
                <a:spcPct val="0"/>
              </a:spcBef>
              <a:buNone/>
            </a:pPr>
            <a:r>
              <a:rPr lang="fr-CA" noProof="0" dirty="0"/>
              <a:t>CLIQUEZ POUR AJOUTER UN SOUS-TITRE</a:t>
            </a:r>
          </a:p>
        </p:txBody>
      </p:sp>
      <p:sp>
        <p:nvSpPr>
          <p:cNvPr id="17" name="Espace réservé au texte 18">
            <a:extLst>
              <a:ext uri="{FF2B5EF4-FFF2-40B4-BE49-F238E27FC236}">
                <a16:creationId xmlns:a16="http://schemas.microsoft.com/office/drawing/2014/main" id="{61E8C129-EF62-46A8-97F3-3CB5D014FBDD}"/>
              </a:ext>
            </a:extLst>
          </p:cNvPr>
          <p:cNvSpPr>
            <a:spLocks noGrp="1"/>
          </p:cNvSpPr>
          <p:nvPr>
            <p:ph type="body" sz="quarter" idx="15" hasCustomPrompt="1"/>
          </p:nvPr>
        </p:nvSpPr>
        <p:spPr>
          <a:xfrm>
            <a:off x="5921828" y="1860060"/>
            <a:ext cx="5431971" cy="557950"/>
          </a:xfrm>
        </p:spPr>
        <p:txBody>
          <a:bodyPr rtlCol="0">
            <a:normAutofit/>
          </a:bodyPr>
          <a:lstStyle>
            <a:lvl1pPr marL="0" indent="0">
              <a:lnSpc>
                <a:spcPct val="100000"/>
              </a:lnSpc>
              <a:buFont typeface="Arial" panose="020B0604020202020204" pitchFamily="34" charset="0"/>
              <a:buNone/>
              <a:defRPr sz="1600">
                <a:solidFill>
                  <a:schemeClr val="tx1">
                    <a:lumMod val="75000"/>
                    <a:lumOff val="25000"/>
                  </a:schemeClr>
                </a:solidFill>
                <a:latin typeface="Linux Libertine Display G" panose="02000503000000000000" pitchFamily="2" charset="0"/>
                <a:ea typeface="Linux Libertine Display G" panose="02000503000000000000" pitchFamily="2" charset="0"/>
                <a:cs typeface="Linux Libertine Display G" panose="02000503000000000000" pitchFamily="2" charset="0"/>
              </a:defRPr>
            </a:lvl1pPr>
          </a:lstStyle>
          <a:p>
            <a:pPr lvl="0" rtl="0"/>
            <a:r>
              <a:rPr lang="fr-CA" noProof="0" dirty="0"/>
              <a:t>Cliquez pour ajouter du texte</a:t>
            </a:r>
          </a:p>
        </p:txBody>
      </p:sp>
      <p:sp>
        <p:nvSpPr>
          <p:cNvPr id="16" name="Espace réservé au texte 15">
            <a:extLst>
              <a:ext uri="{FF2B5EF4-FFF2-40B4-BE49-F238E27FC236}">
                <a16:creationId xmlns:a16="http://schemas.microsoft.com/office/drawing/2014/main" id="{07D6A00C-D56B-4E8B-B992-7DA51D3C7261}"/>
              </a:ext>
            </a:extLst>
          </p:cNvPr>
          <p:cNvSpPr>
            <a:spLocks noGrp="1"/>
          </p:cNvSpPr>
          <p:nvPr>
            <p:ph type="body" sz="quarter" idx="23" hasCustomPrompt="1"/>
          </p:nvPr>
        </p:nvSpPr>
        <p:spPr>
          <a:xfrm>
            <a:off x="5920595" y="2975070"/>
            <a:ext cx="5433204" cy="365125"/>
          </a:xfrm>
        </p:spPr>
        <p:txBody>
          <a:bodyPr rtlCol="0">
            <a:normAutofit/>
          </a:bodyPr>
          <a:lstStyle>
            <a:lvl1pPr marL="0" indent="0">
              <a:buNone/>
              <a:defRPr lang="fr-CA" sz="1800" b="1" kern="1200" cap="all" spc="150" baseline="0" noProof="0" dirty="0" smtClean="0">
                <a:solidFill>
                  <a:schemeClr val="tx1">
                    <a:lumMod val="75000"/>
                    <a:lumOff val="25000"/>
                  </a:schemeClr>
                </a:solidFill>
                <a:latin typeface="Linux Libertine Display G" panose="02000503000000000000" pitchFamily="2" charset="0"/>
                <a:ea typeface="Linux Libertine Display G" panose="02000503000000000000" pitchFamily="2" charset="0"/>
                <a:cs typeface="Linux Libertine Display G" panose="02000503000000000000" pitchFamily="2" charset="0"/>
              </a:defRPr>
            </a:lvl1pPr>
          </a:lstStyle>
          <a:p>
            <a:pPr lvl="0" rtl="0"/>
            <a:r>
              <a:rPr lang="fr-CA" noProof="0" dirty="0"/>
              <a:t>CLIQUEZ POUR AJOUTER UN SOUS-TITRE</a:t>
            </a:r>
          </a:p>
        </p:txBody>
      </p:sp>
      <p:sp>
        <p:nvSpPr>
          <p:cNvPr id="18" name="Espace réservé au texte 18">
            <a:extLst>
              <a:ext uri="{FF2B5EF4-FFF2-40B4-BE49-F238E27FC236}">
                <a16:creationId xmlns:a16="http://schemas.microsoft.com/office/drawing/2014/main" id="{DA90DA32-7E6A-4713-BDC9-73910E2A0E68}"/>
              </a:ext>
            </a:extLst>
          </p:cNvPr>
          <p:cNvSpPr>
            <a:spLocks noGrp="1"/>
          </p:cNvSpPr>
          <p:nvPr>
            <p:ph type="body" sz="quarter" idx="24" hasCustomPrompt="1"/>
          </p:nvPr>
        </p:nvSpPr>
        <p:spPr>
          <a:xfrm>
            <a:off x="5920169" y="3304495"/>
            <a:ext cx="5431971" cy="557950"/>
          </a:xfrm>
        </p:spPr>
        <p:txBody>
          <a:bodyPr rtlCol="0">
            <a:normAutofit/>
          </a:bodyPr>
          <a:lstStyle>
            <a:lvl1pPr marL="0" indent="0">
              <a:lnSpc>
                <a:spcPct val="100000"/>
              </a:lnSpc>
              <a:buFont typeface="Arial" panose="020B0604020202020204" pitchFamily="34" charset="0"/>
              <a:buNone/>
              <a:defRPr sz="1600">
                <a:solidFill>
                  <a:schemeClr val="tx1">
                    <a:lumMod val="75000"/>
                    <a:lumOff val="25000"/>
                  </a:schemeClr>
                </a:solidFill>
                <a:latin typeface="Linux Libertine Display G" panose="02000503000000000000" pitchFamily="2" charset="0"/>
                <a:ea typeface="Linux Libertine Display G" panose="02000503000000000000" pitchFamily="2" charset="0"/>
                <a:cs typeface="Linux Libertine Display G" panose="02000503000000000000" pitchFamily="2" charset="0"/>
              </a:defRPr>
            </a:lvl1pPr>
          </a:lstStyle>
          <a:p>
            <a:pPr lvl="0" rtl="0"/>
            <a:r>
              <a:rPr lang="fr-CA" noProof="0"/>
              <a:t>Cliquez pour ajouter du texte</a:t>
            </a:r>
          </a:p>
        </p:txBody>
      </p:sp>
      <p:sp>
        <p:nvSpPr>
          <p:cNvPr id="19" name="Espace réservé au texte 15">
            <a:extLst>
              <a:ext uri="{FF2B5EF4-FFF2-40B4-BE49-F238E27FC236}">
                <a16:creationId xmlns:a16="http://schemas.microsoft.com/office/drawing/2014/main" id="{D7E57261-C874-4DFD-AF7D-F9EC50B3BFD0}"/>
              </a:ext>
            </a:extLst>
          </p:cNvPr>
          <p:cNvSpPr>
            <a:spLocks noGrp="1"/>
          </p:cNvSpPr>
          <p:nvPr>
            <p:ph type="body" sz="quarter" idx="25" hasCustomPrompt="1"/>
          </p:nvPr>
        </p:nvSpPr>
        <p:spPr>
          <a:xfrm>
            <a:off x="5919680" y="4439991"/>
            <a:ext cx="5433204" cy="365125"/>
          </a:xfrm>
        </p:spPr>
        <p:txBody>
          <a:bodyPr rtlCol="0">
            <a:normAutofit/>
          </a:bodyPr>
          <a:lstStyle>
            <a:lvl1pPr marL="0" indent="0">
              <a:buNone/>
              <a:defRPr lang="fr-CA" sz="1800" b="1" kern="1200" cap="all" spc="150" baseline="0" noProof="0" dirty="0" smtClean="0">
                <a:solidFill>
                  <a:schemeClr val="tx1">
                    <a:lumMod val="75000"/>
                    <a:lumOff val="25000"/>
                  </a:schemeClr>
                </a:solidFill>
                <a:latin typeface="Linux Libertine Display G" panose="02000503000000000000" pitchFamily="2" charset="0"/>
                <a:ea typeface="Linux Libertine Display G" panose="02000503000000000000" pitchFamily="2" charset="0"/>
                <a:cs typeface="Linux Libertine Display G" panose="02000503000000000000" pitchFamily="2" charset="0"/>
              </a:defRPr>
            </a:lvl1pPr>
          </a:lstStyle>
          <a:p>
            <a:pPr lvl="0" rtl="0"/>
            <a:r>
              <a:rPr lang="fr-CA" noProof="0" dirty="0"/>
              <a:t>CLIQUEZ POUR AJOUTER UN SOUS-TITRE</a:t>
            </a:r>
          </a:p>
        </p:txBody>
      </p:sp>
      <p:sp>
        <p:nvSpPr>
          <p:cNvPr id="20" name="Espace réservé au texte 18">
            <a:extLst>
              <a:ext uri="{FF2B5EF4-FFF2-40B4-BE49-F238E27FC236}">
                <a16:creationId xmlns:a16="http://schemas.microsoft.com/office/drawing/2014/main" id="{843F77CE-098F-4777-8C30-5CEE7954D140}"/>
              </a:ext>
            </a:extLst>
          </p:cNvPr>
          <p:cNvSpPr>
            <a:spLocks noGrp="1"/>
          </p:cNvSpPr>
          <p:nvPr>
            <p:ph type="body" sz="quarter" idx="26" hasCustomPrompt="1"/>
          </p:nvPr>
        </p:nvSpPr>
        <p:spPr>
          <a:xfrm>
            <a:off x="5919254" y="4769416"/>
            <a:ext cx="5431971" cy="557950"/>
          </a:xfrm>
        </p:spPr>
        <p:txBody>
          <a:bodyPr rtlCol="0">
            <a:normAutofit/>
          </a:bodyPr>
          <a:lstStyle>
            <a:lvl1pPr marL="0" indent="0">
              <a:lnSpc>
                <a:spcPct val="100000"/>
              </a:lnSpc>
              <a:buFont typeface="Arial" panose="020B0604020202020204" pitchFamily="34" charset="0"/>
              <a:buNone/>
              <a:defRPr sz="1600">
                <a:solidFill>
                  <a:schemeClr val="tx1">
                    <a:lumMod val="75000"/>
                    <a:lumOff val="25000"/>
                  </a:schemeClr>
                </a:solidFill>
                <a:latin typeface="Linux Libertine Display G" panose="02000503000000000000" pitchFamily="2" charset="0"/>
                <a:ea typeface="Linux Libertine Display G" panose="02000503000000000000" pitchFamily="2" charset="0"/>
                <a:cs typeface="Linux Libertine Display G" panose="02000503000000000000" pitchFamily="2" charset="0"/>
              </a:defRPr>
            </a:lvl1pPr>
          </a:lstStyle>
          <a:p>
            <a:pPr lvl="0" rtl="0"/>
            <a:r>
              <a:rPr lang="fr-CA" noProof="0"/>
              <a:t>Cliquez pour ajouter du texte</a:t>
            </a:r>
          </a:p>
        </p:txBody>
      </p:sp>
      <p:sp>
        <p:nvSpPr>
          <p:cNvPr id="3" name="Espace réservé à la date 2">
            <a:extLst>
              <a:ext uri="{FF2B5EF4-FFF2-40B4-BE49-F238E27FC236}">
                <a16:creationId xmlns:a16="http://schemas.microsoft.com/office/drawing/2014/main" id="{98EC90C5-A811-4E5C-ADD1-A89DB4E94DAA}"/>
              </a:ext>
            </a:extLst>
          </p:cNvPr>
          <p:cNvSpPr>
            <a:spLocks noGrp="1"/>
          </p:cNvSpPr>
          <p:nvPr>
            <p:ph type="dt" sz="half" idx="20"/>
          </p:nvPr>
        </p:nvSpPr>
        <p:spPr>
          <a:xfrm>
            <a:off x="5919680" y="6356350"/>
            <a:ext cx="947516" cy="365125"/>
          </a:xfrm>
        </p:spPr>
        <p:txBody>
          <a:bodyPr rtlCol="0"/>
          <a:lstStyle>
            <a:lvl1pPr>
              <a:defRPr sz="900">
                <a:latin typeface="Linux Libertine Display G" panose="02000503000000000000" pitchFamily="2" charset="0"/>
                <a:ea typeface="Linux Libertine Display G" panose="02000503000000000000" pitchFamily="2" charset="0"/>
                <a:cs typeface="Linux Libertine Display G" panose="02000503000000000000" pitchFamily="2" charset="0"/>
              </a:defRPr>
            </a:lvl1pPr>
          </a:lstStyle>
          <a:p>
            <a:r>
              <a:rPr lang="fr-FR"/>
              <a:t>2023</a:t>
            </a:r>
            <a:endParaRPr lang="fr-CA"/>
          </a:p>
        </p:txBody>
      </p:sp>
      <p:sp>
        <p:nvSpPr>
          <p:cNvPr id="4" name="Espace réservé au pied de page 3">
            <a:extLst>
              <a:ext uri="{FF2B5EF4-FFF2-40B4-BE49-F238E27FC236}">
                <a16:creationId xmlns:a16="http://schemas.microsoft.com/office/drawing/2014/main" id="{3356B621-AE19-45D3-B25F-23256C242DDD}"/>
              </a:ext>
            </a:extLst>
          </p:cNvPr>
          <p:cNvSpPr>
            <a:spLocks noGrp="1"/>
          </p:cNvSpPr>
          <p:nvPr>
            <p:ph type="ftr" sz="quarter" idx="21"/>
          </p:nvPr>
        </p:nvSpPr>
        <p:spPr>
          <a:xfrm>
            <a:off x="7161955" y="6356350"/>
            <a:ext cx="3243942" cy="365125"/>
          </a:xfrm>
        </p:spPr>
        <p:txBody>
          <a:bodyPr rtlCol="0"/>
          <a:lstStyle>
            <a:lvl1pPr>
              <a:defRPr sz="900">
                <a:latin typeface="Linux Libertine Display G" panose="02000503000000000000" pitchFamily="2" charset="0"/>
                <a:ea typeface="Linux Libertine Display G" panose="02000503000000000000" pitchFamily="2" charset="0"/>
                <a:cs typeface="Linux Libertine Display G" panose="02000503000000000000" pitchFamily="2" charset="0"/>
              </a:defRPr>
            </a:lvl1pPr>
          </a:lstStyle>
          <a:p>
            <a:r>
              <a:rPr lang="fr-CA"/>
              <a:t>420-06A-FX</a:t>
            </a:r>
          </a:p>
        </p:txBody>
      </p:sp>
      <p:sp>
        <p:nvSpPr>
          <p:cNvPr id="5" name="Espace réservé à la diapositive 4">
            <a:extLst>
              <a:ext uri="{FF2B5EF4-FFF2-40B4-BE49-F238E27FC236}">
                <a16:creationId xmlns:a16="http://schemas.microsoft.com/office/drawing/2014/main" id="{158BDCB2-D8C3-4571-8154-76BEA9AE41A8}"/>
              </a:ext>
            </a:extLst>
          </p:cNvPr>
          <p:cNvSpPr>
            <a:spLocks noGrp="1"/>
          </p:cNvSpPr>
          <p:nvPr>
            <p:ph type="sldNum" sz="quarter" idx="22"/>
          </p:nvPr>
        </p:nvSpPr>
        <p:spPr>
          <a:xfrm>
            <a:off x="10700656" y="6356350"/>
            <a:ext cx="653143" cy="365125"/>
          </a:xfrm>
        </p:spPr>
        <p:txBody>
          <a:bodyPr rtlCol="0"/>
          <a:lstStyle>
            <a:lvl1pPr>
              <a:defRPr sz="900">
                <a:latin typeface="Linux Libertine Display G" panose="02000503000000000000" pitchFamily="2" charset="0"/>
                <a:ea typeface="Linux Libertine Display G" panose="02000503000000000000" pitchFamily="2" charset="0"/>
                <a:cs typeface="Linux Libertine Display G" panose="02000503000000000000" pitchFamily="2" charset="0"/>
              </a:defRPr>
            </a:lvl1pPr>
          </a:lstStyle>
          <a:p>
            <a:fld id="{B5CEABB6-07DC-46E8-9B57-56EC44A396E5}" type="slidenum">
              <a:rPr lang="fr-CA" smtClean="0"/>
              <a:pPr/>
              <a:t>‹#›</a:t>
            </a:fld>
            <a:endParaRPr lang="fr-CA"/>
          </a:p>
        </p:txBody>
      </p:sp>
      <p:pic>
        <p:nvPicPr>
          <p:cNvPr id="2" name="Graphisme 1">
            <a:extLst>
              <a:ext uri="{FF2B5EF4-FFF2-40B4-BE49-F238E27FC236}">
                <a16:creationId xmlns:a16="http://schemas.microsoft.com/office/drawing/2014/main" id="{6D8D9106-8780-461D-9091-E074B0A3C956}"/>
              </a:ext>
              <a:ext uri="{C183D7F6-B498-43B3-948B-1728B52AA6E4}">
                <adec:decorative xmlns:adec="http://schemas.microsoft.com/office/drawing/2017/decorative" val="1"/>
              </a:ext>
            </a:extLst>
          </p:cNvPr>
          <p:cNvPicPr>
            <a:picLocks noChangeAspect="1"/>
          </p:cNvPicPr>
          <p:nvPr userDrawn="1"/>
        </p:nvPicPr>
        <p:blipFill rotWithShape="1">
          <a:blip r:embed="rId2">
            <a:extLst>
              <a:ext uri="{96DAC541-7B7A-43D3-8B79-37D633B846F1}">
                <asvg:svgBlip xmlns:asvg="http://schemas.microsoft.com/office/drawing/2016/SVG/main" r:embed="rId3"/>
              </a:ext>
            </a:extLst>
          </a:blip>
          <a:srcRect l="39434" t="20278" b="22673"/>
          <a:stretch/>
        </p:blipFill>
        <p:spPr>
          <a:xfrm>
            <a:off x="-4696" y="-1"/>
            <a:ext cx="4896735" cy="4385949"/>
          </a:xfrm>
          <a:prstGeom prst="rect">
            <a:avLst/>
          </a:prstGeom>
        </p:spPr>
      </p:pic>
    </p:spTree>
    <p:extLst>
      <p:ext uri="{BB962C8B-B14F-4D97-AF65-F5344CB8AC3E}">
        <p14:creationId xmlns:p14="http://schemas.microsoft.com/office/powerpoint/2010/main" val="306195049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Colonne du contenu 2 - 2 zones">
    <p:bg>
      <p:bgPr>
        <a:solidFill>
          <a:schemeClr val="bg1"/>
        </a:solidFill>
        <a:effectLst/>
      </p:bgPr>
    </p:bg>
    <p:spTree>
      <p:nvGrpSpPr>
        <p:cNvPr id="1" name=""/>
        <p:cNvGrpSpPr/>
        <p:nvPr/>
      </p:nvGrpSpPr>
      <p:grpSpPr>
        <a:xfrm>
          <a:off x="0" y="0"/>
          <a:ext cx="0" cy="0"/>
          <a:chOff x="0" y="0"/>
          <a:chExt cx="0" cy="0"/>
        </a:xfrm>
      </p:grpSpPr>
      <p:sp>
        <p:nvSpPr>
          <p:cNvPr id="14" name="Titre 1">
            <a:extLst>
              <a:ext uri="{FF2B5EF4-FFF2-40B4-BE49-F238E27FC236}">
                <a16:creationId xmlns:a16="http://schemas.microsoft.com/office/drawing/2014/main" id="{42ACEF30-0520-40B3-A1F1-F3D2530563D6}"/>
              </a:ext>
            </a:extLst>
          </p:cNvPr>
          <p:cNvSpPr>
            <a:spLocks noGrp="1"/>
          </p:cNvSpPr>
          <p:nvPr>
            <p:ph type="title" hasCustomPrompt="1"/>
          </p:nvPr>
        </p:nvSpPr>
        <p:spPr>
          <a:xfrm>
            <a:off x="1752599" y="1092447"/>
            <a:ext cx="3139440" cy="1325563"/>
          </a:xfrm>
        </p:spPr>
        <p:txBody>
          <a:bodyPr rtlCol="0" anchor="b">
            <a:normAutofit/>
          </a:bodyPr>
          <a:lstStyle>
            <a:lvl1pPr algn="l">
              <a:defRPr lang="en-US" sz="2800" kern="1200" spc="150" baseline="0" dirty="0">
                <a:solidFill>
                  <a:schemeClr val="tx1">
                    <a:lumMod val="75000"/>
                    <a:lumOff val="25000"/>
                  </a:schemeClr>
                </a:solidFill>
                <a:latin typeface="Linux Libertine Display G" panose="02000503000000000000" pitchFamily="2" charset="0"/>
                <a:ea typeface="Linux Libertine Display G" panose="02000503000000000000" pitchFamily="2" charset="0"/>
                <a:cs typeface="Linux Libertine Display G" panose="02000503000000000000" pitchFamily="2" charset="0"/>
              </a:defRPr>
            </a:lvl1pPr>
          </a:lstStyle>
          <a:p>
            <a:pPr rtl="0"/>
            <a:r>
              <a:rPr lang="fr-CA" noProof="0"/>
              <a:t>MODIFIEZ LE STYLE DU TITRE PRINCIPAL</a:t>
            </a:r>
          </a:p>
        </p:txBody>
      </p:sp>
      <p:sp>
        <p:nvSpPr>
          <p:cNvPr id="15" name="Espace réservé au texte 15">
            <a:extLst>
              <a:ext uri="{FF2B5EF4-FFF2-40B4-BE49-F238E27FC236}">
                <a16:creationId xmlns:a16="http://schemas.microsoft.com/office/drawing/2014/main" id="{A1FB681F-A94D-4BF8-8290-0811E98D49D4}"/>
              </a:ext>
            </a:extLst>
          </p:cNvPr>
          <p:cNvSpPr>
            <a:spLocks noGrp="1"/>
          </p:cNvSpPr>
          <p:nvPr>
            <p:ph type="body" sz="quarter" idx="13" hasCustomPrompt="1"/>
          </p:nvPr>
        </p:nvSpPr>
        <p:spPr>
          <a:xfrm>
            <a:off x="5922254" y="1530635"/>
            <a:ext cx="5433204" cy="365125"/>
          </a:xfrm>
        </p:spPr>
        <p:txBody>
          <a:bodyPr vert="horz" lIns="91440" tIns="45720" rIns="91440" bIns="45720" rtlCol="0" anchor="b">
            <a:normAutofit/>
          </a:bodyPr>
          <a:lstStyle>
            <a:lvl1pPr>
              <a:defRPr lang="fr-CA" sz="1800" b="1" cap="all" spc="150" baseline="0" noProof="0" dirty="0">
                <a:latin typeface="Linux Libertine Display G" panose="02000503000000000000" pitchFamily="2" charset="0"/>
                <a:ea typeface="Linux Libertine Display G" panose="02000503000000000000" pitchFamily="2" charset="0"/>
                <a:cs typeface="Linux Libertine Display G" panose="02000503000000000000" pitchFamily="2" charset="0"/>
              </a:defRPr>
            </a:lvl1pPr>
          </a:lstStyle>
          <a:p>
            <a:pPr lvl="0">
              <a:spcBef>
                <a:spcPct val="0"/>
              </a:spcBef>
              <a:buNone/>
            </a:pPr>
            <a:r>
              <a:rPr lang="fr-CA" noProof="0" dirty="0"/>
              <a:t>CLIQUEZ POUR AJOUTER UN SOUS-TITRE</a:t>
            </a:r>
          </a:p>
        </p:txBody>
      </p:sp>
      <p:sp>
        <p:nvSpPr>
          <p:cNvPr id="17" name="Espace réservé au texte 18">
            <a:extLst>
              <a:ext uri="{FF2B5EF4-FFF2-40B4-BE49-F238E27FC236}">
                <a16:creationId xmlns:a16="http://schemas.microsoft.com/office/drawing/2014/main" id="{61E8C129-EF62-46A8-97F3-3CB5D014FBDD}"/>
              </a:ext>
            </a:extLst>
          </p:cNvPr>
          <p:cNvSpPr>
            <a:spLocks noGrp="1"/>
          </p:cNvSpPr>
          <p:nvPr>
            <p:ph type="body" sz="quarter" idx="15" hasCustomPrompt="1"/>
          </p:nvPr>
        </p:nvSpPr>
        <p:spPr>
          <a:xfrm>
            <a:off x="5921828" y="1860060"/>
            <a:ext cx="5431971" cy="557950"/>
          </a:xfrm>
        </p:spPr>
        <p:txBody>
          <a:bodyPr rtlCol="0">
            <a:normAutofit/>
          </a:bodyPr>
          <a:lstStyle>
            <a:lvl1pPr marL="0" indent="0">
              <a:lnSpc>
                <a:spcPct val="100000"/>
              </a:lnSpc>
              <a:buFont typeface="Arial" panose="020B0604020202020204" pitchFamily="34" charset="0"/>
              <a:buNone/>
              <a:defRPr sz="1600">
                <a:solidFill>
                  <a:schemeClr val="tx1">
                    <a:lumMod val="75000"/>
                    <a:lumOff val="25000"/>
                  </a:schemeClr>
                </a:solidFill>
                <a:latin typeface="Linux Libertine Display G" panose="02000503000000000000" pitchFamily="2" charset="0"/>
                <a:ea typeface="Linux Libertine Display G" panose="02000503000000000000" pitchFamily="2" charset="0"/>
                <a:cs typeface="Linux Libertine Display G" panose="02000503000000000000" pitchFamily="2" charset="0"/>
              </a:defRPr>
            </a:lvl1pPr>
          </a:lstStyle>
          <a:p>
            <a:pPr lvl="0" rtl="0"/>
            <a:r>
              <a:rPr lang="fr-CA" noProof="0" dirty="0"/>
              <a:t>Cliquez pour ajouter du texte</a:t>
            </a:r>
          </a:p>
        </p:txBody>
      </p:sp>
      <p:sp>
        <p:nvSpPr>
          <p:cNvPr id="19" name="Espace réservé au texte 15">
            <a:extLst>
              <a:ext uri="{FF2B5EF4-FFF2-40B4-BE49-F238E27FC236}">
                <a16:creationId xmlns:a16="http://schemas.microsoft.com/office/drawing/2014/main" id="{D7E57261-C874-4DFD-AF7D-F9EC50B3BFD0}"/>
              </a:ext>
            </a:extLst>
          </p:cNvPr>
          <p:cNvSpPr>
            <a:spLocks noGrp="1"/>
          </p:cNvSpPr>
          <p:nvPr>
            <p:ph type="body" sz="quarter" idx="25" hasCustomPrompt="1"/>
          </p:nvPr>
        </p:nvSpPr>
        <p:spPr>
          <a:xfrm>
            <a:off x="5919680" y="4439991"/>
            <a:ext cx="5433204" cy="365125"/>
          </a:xfrm>
        </p:spPr>
        <p:txBody>
          <a:bodyPr rtlCol="0">
            <a:normAutofit/>
          </a:bodyPr>
          <a:lstStyle>
            <a:lvl1pPr marL="0" indent="0">
              <a:buNone/>
              <a:defRPr lang="fr-CA" sz="1800" b="1" kern="1200" cap="all" spc="150" baseline="0" noProof="0" dirty="0" smtClean="0">
                <a:solidFill>
                  <a:schemeClr val="tx1">
                    <a:lumMod val="75000"/>
                    <a:lumOff val="25000"/>
                  </a:schemeClr>
                </a:solidFill>
                <a:latin typeface="Linux Libertine Display G" panose="02000503000000000000" pitchFamily="2" charset="0"/>
                <a:ea typeface="Linux Libertine Display G" panose="02000503000000000000" pitchFamily="2" charset="0"/>
                <a:cs typeface="Linux Libertine Display G" panose="02000503000000000000" pitchFamily="2" charset="0"/>
              </a:defRPr>
            </a:lvl1pPr>
          </a:lstStyle>
          <a:p>
            <a:pPr lvl="0" rtl="0"/>
            <a:r>
              <a:rPr lang="fr-CA" noProof="0" dirty="0"/>
              <a:t>CLIQUEZ POUR AJOUTER UN SOUS-TITRE</a:t>
            </a:r>
          </a:p>
        </p:txBody>
      </p:sp>
      <p:sp>
        <p:nvSpPr>
          <p:cNvPr id="20" name="Espace réservé au texte 18">
            <a:extLst>
              <a:ext uri="{FF2B5EF4-FFF2-40B4-BE49-F238E27FC236}">
                <a16:creationId xmlns:a16="http://schemas.microsoft.com/office/drawing/2014/main" id="{843F77CE-098F-4777-8C30-5CEE7954D140}"/>
              </a:ext>
            </a:extLst>
          </p:cNvPr>
          <p:cNvSpPr>
            <a:spLocks noGrp="1"/>
          </p:cNvSpPr>
          <p:nvPr>
            <p:ph type="body" sz="quarter" idx="26" hasCustomPrompt="1"/>
          </p:nvPr>
        </p:nvSpPr>
        <p:spPr>
          <a:xfrm>
            <a:off x="5919254" y="4769416"/>
            <a:ext cx="5431971" cy="557950"/>
          </a:xfrm>
        </p:spPr>
        <p:txBody>
          <a:bodyPr rtlCol="0">
            <a:normAutofit/>
          </a:bodyPr>
          <a:lstStyle>
            <a:lvl1pPr marL="0" indent="0">
              <a:lnSpc>
                <a:spcPct val="100000"/>
              </a:lnSpc>
              <a:buFont typeface="Arial" panose="020B0604020202020204" pitchFamily="34" charset="0"/>
              <a:buNone/>
              <a:defRPr sz="1600">
                <a:solidFill>
                  <a:schemeClr val="tx1">
                    <a:lumMod val="75000"/>
                    <a:lumOff val="25000"/>
                  </a:schemeClr>
                </a:solidFill>
                <a:latin typeface="Linux Libertine Display G" panose="02000503000000000000" pitchFamily="2" charset="0"/>
                <a:ea typeface="Linux Libertine Display G" panose="02000503000000000000" pitchFamily="2" charset="0"/>
                <a:cs typeface="Linux Libertine Display G" panose="02000503000000000000" pitchFamily="2" charset="0"/>
              </a:defRPr>
            </a:lvl1pPr>
          </a:lstStyle>
          <a:p>
            <a:pPr lvl="0" rtl="0"/>
            <a:r>
              <a:rPr lang="fr-CA" noProof="0"/>
              <a:t>Cliquez pour ajouter du texte</a:t>
            </a:r>
          </a:p>
        </p:txBody>
      </p:sp>
      <p:sp>
        <p:nvSpPr>
          <p:cNvPr id="3" name="Espace réservé à la date 2">
            <a:extLst>
              <a:ext uri="{FF2B5EF4-FFF2-40B4-BE49-F238E27FC236}">
                <a16:creationId xmlns:a16="http://schemas.microsoft.com/office/drawing/2014/main" id="{98EC90C5-A811-4E5C-ADD1-A89DB4E94DAA}"/>
              </a:ext>
            </a:extLst>
          </p:cNvPr>
          <p:cNvSpPr>
            <a:spLocks noGrp="1"/>
          </p:cNvSpPr>
          <p:nvPr>
            <p:ph type="dt" sz="half" idx="20"/>
          </p:nvPr>
        </p:nvSpPr>
        <p:spPr>
          <a:xfrm>
            <a:off x="5919680" y="6356350"/>
            <a:ext cx="947516" cy="365125"/>
          </a:xfrm>
        </p:spPr>
        <p:txBody>
          <a:bodyPr rtlCol="0"/>
          <a:lstStyle>
            <a:lvl1pPr>
              <a:defRPr sz="900">
                <a:latin typeface="Linux Libertine Display G" panose="02000503000000000000" pitchFamily="2" charset="0"/>
                <a:ea typeface="Linux Libertine Display G" panose="02000503000000000000" pitchFamily="2" charset="0"/>
                <a:cs typeface="Linux Libertine Display G" panose="02000503000000000000" pitchFamily="2" charset="0"/>
              </a:defRPr>
            </a:lvl1pPr>
          </a:lstStyle>
          <a:p>
            <a:r>
              <a:rPr lang="fr-FR"/>
              <a:t>2023</a:t>
            </a:r>
            <a:endParaRPr lang="fr-CA"/>
          </a:p>
        </p:txBody>
      </p:sp>
      <p:sp>
        <p:nvSpPr>
          <p:cNvPr id="4" name="Espace réservé au pied de page 3">
            <a:extLst>
              <a:ext uri="{FF2B5EF4-FFF2-40B4-BE49-F238E27FC236}">
                <a16:creationId xmlns:a16="http://schemas.microsoft.com/office/drawing/2014/main" id="{3356B621-AE19-45D3-B25F-23256C242DDD}"/>
              </a:ext>
            </a:extLst>
          </p:cNvPr>
          <p:cNvSpPr>
            <a:spLocks noGrp="1"/>
          </p:cNvSpPr>
          <p:nvPr>
            <p:ph type="ftr" sz="quarter" idx="21"/>
          </p:nvPr>
        </p:nvSpPr>
        <p:spPr>
          <a:xfrm>
            <a:off x="7161955" y="6356350"/>
            <a:ext cx="3243942" cy="365125"/>
          </a:xfrm>
        </p:spPr>
        <p:txBody>
          <a:bodyPr rtlCol="0"/>
          <a:lstStyle>
            <a:lvl1pPr>
              <a:defRPr sz="900">
                <a:latin typeface="Linux Libertine Display G" panose="02000503000000000000" pitchFamily="2" charset="0"/>
                <a:ea typeface="Linux Libertine Display G" panose="02000503000000000000" pitchFamily="2" charset="0"/>
                <a:cs typeface="Linux Libertine Display G" panose="02000503000000000000" pitchFamily="2" charset="0"/>
              </a:defRPr>
            </a:lvl1pPr>
          </a:lstStyle>
          <a:p>
            <a:r>
              <a:rPr lang="fr-CA"/>
              <a:t>420-06A-FX</a:t>
            </a:r>
          </a:p>
        </p:txBody>
      </p:sp>
      <p:sp>
        <p:nvSpPr>
          <p:cNvPr id="5" name="Espace réservé à la diapositive 4">
            <a:extLst>
              <a:ext uri="{FF2B5EF4-FFF2-40B4-BE49-F238E27FC236}">
                <a16:creationId xmlns:a16="http://schemas.microsoft.com/office/drawing/2014/main" id="{158BDCB2-D8C3-4571-8154-76BEA9AE41A8}"/>
              </a:ext>
            </a:extLst>
          </p:cNvPr>
          <p:cNvSpPr>
            <a:spLocks noGrp="1"/>
          </p:cNvSpPr>
          <p:nvPr>
            <p:ph type="sldNum" sz="quarter" idx="22"/>
          </p:nvPr>
        </p:nvSpPr>
        <p:spPr>
          <a:xfrm>
            <a:off x="10700656" y="6356350"/>
            <a:ext cx="653143" cy="365125"/>
          </a:xfrm>
        </p:spPr>
        <p:txBody>
          <a:bodyPr rtlCol="0"/>
          <a:lstStyle>
            <a:lvl1pPr>
              <a:defRPr sz="900">
                <a:latin typeface="Linux Libertine Display G" panose="02000503000000000000" pitchFamily="2" charset="0"/>
                <a:ea typeface="Linux Libertine Display G" panose="02000503000000000000" pitchFamily="2" charset="0"/>
                <a:cs typeface="Linux Libertine Display G" panose="02000503000000000000" pitchFamily="2" charset="0"/>
              </a:defRPr>
            </a:lvl1pPr>
          </a:lstStyle>
          <a:p>
            <a:fld id="{B5CEABB6-07DC-46E8-9B57-56EC44A396E5}" type="slidenum">
              <a:rPr lang="fr-CA" smtClean="0"/>
              <a:pPr/>
              <a:t>‹#›</a:t>
            </a:fld>
            <a:endParaRPr lang="fr-CA"/>
          </a:p>
        </p:txBody>
      </p:sp>
      <p:pic>
        <p:nvPicPr>
          <p:cNvPr id="2" name="Graphisme 1">
            <a:extLst>
              <a:ext uri="{FF2B5EF4-FFF2-40B4-BE49-F238E27FC236}">
                <a16:creationId xmlns:a16="http://schemas.microsoft.com/office/drawing/2014/main" id="{6D8D9106-8780-461D-9091-E074B0A3C956}"/>
              </a:ext>
              <a:ext uri="{C183D7F6-B498-43B3-948B-1728B52AA6E4}">
                <adec:decorative xmlns:adec="http://schemas.microsoft.com/office/drawing/2017/decorative" val="1"/>
              </a:ext>
            </a:extLst>
          </p:cNvPr>
          <p:cNvPicPr>
            <a:picLocks noChangeAspect="1"/>
          </p:cNvPicPr>
          <p:nvPr userDrawn="1"/>
        </p:nvPicPr>
        <p:blipFill rotWithShape="1">
          <a:blip r:embed="rId2">
            <a:extLst>
              <a:ext uri="{96DAC541-7B7A-43D3-8B79-37D633B846F1}">
                <asvg:svgBlip xmlns:asvg="http://schemas.microsoft.com/office/drawing/2016/SVG/main" r:embed="rId3"/>
              </a:ext>
            </a:extLst>
          </a:blip>
          <a:srcRect l="39434" t="20278" b="22673"/>
          <a:stretch/>
        </p:blipFill>
        <p:spPr>
          <a:xfrm>
            <a:off x="-4696" y="-1"/>
            <a:ext cx="4896735" cy="4385949"/>
          </a:xfrm>
          <a:prstGeom prst="rect">
            <a:avLst/>
          </a:prstGeom>
        </p:spPr>
      </p:pic>
    </p:spTree>
    <p:extLst>
      <p:ext uri="{BB962C8B-B14F-4D97-AF65-F5344CB8AC3E}">
        <p14:creationId xmlns:p14="http://schemas.microsoft.com/office/powerpoint/2010/main" val="253550106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secHead" preserve="1">
  <p:cSld name="Introduction">
    <p:bg>
      <p:bgPr>
        <a:solidFill>
          <a:schemeClr val="accent1"/>
        </a:solidFill>
        <a:effectLst/>
      </p:bgPr>
    </p:bg>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23A3821F-4537-4AE7-8829-C2E3AE60F6E1}"/>
              </a:ext>
            </a:extLst>
          </p:cNvPr>
          <p:cNvSpPr>
            <a:spLocks noGrp="1"/>
          </p:cNvSpPr>
          <p:nvPr>
            <p:ph type="title" hasCustomPrompt="1"/>
          </p:nvPr>
        </p:nvSpPr>
        <p:spPr>
          <a:xfrm>
            <a:off x="1362075" y="1671639"/>
            <a:ext cx="5111750" cy="1204912"/>
          </a:xfrm>
        </p:spPr>
        <p:txBody>
          <a:bodyPr rtlCol="0" anchor="b">
            <a:normAutofit/>
          </a:bodyPr>
          <a:lstStyle>
            <a:lvl1pPr>
              <a:defRPr lang="en-US" sz="2800" kern="1200" spc="150" baseline="0" dirty="0">
                <a:solidFill>
                  <a:schemeClr val="tx1">
                    <a:lumMod val="75000"/>
                    <a:lumOff val="25000"/>
                  </a:schemeClr>
                </a:solidFill>
                <a:latin typeface="+mj-lt"/>
                <a:ea typeface="+mj-ea"/>
                <a:cs typeface="+mj-cs"/>
              </a:defRPr>
            </a:lvl1pPr>
          </a:lstStyle>
          <a:p>
            <a:pPr rtl="0"/>
            <a:r>
              <a:rPr lang="fr-CA" noProof="0"/>
              <a:t>CLIQUEZ POUR MODIFIER LE STYLE DU TITRE DU MASQUE</a:t>
            </a:r>
          </a:p>
        </p:txBody>
      </p:sp>
      <p:sp>
        <p:nvSpPr>
          <p:cNvPr id="3" name="Espace réservé du texte 2">
            <a:extLst>
              <a:ext uri="{FF2B5EF4-FFF2-40B4-BE49-F238E27FC236}">
                <a16:creationId xmlns:a16="http://schemas.microsoft.com/office/drawing/2014/main" id="{92FD4279-EA62-4397-878A-73F4948DB176}"/>
              </a:ext>
            </a:extLst>
          </p:cNvPr>
          <p:cNvSpPr>
            <a:spLocks noGrp="1"/>
          </p:cNvSpPr>
          <p:nvPr>
            <p:ph type="body" idx="1" hasCustomPrompt="1"/>
          </p:nvPr>
        </p:nvSpPr>
        <p:spPr>
          <a:xfrm>
            <a:off x="1362075" y="3660774"/>
            <a:ext cx="5111750" cy="1525588"/>
          </a:xfrm>
        </p:spPr>
        <p:txBody>
          <a:bodyPr rtlCol="0">
            <a:normAutofit/>
          </a:bodyPr>
          <a:lstStyle>
            <a:lvl1pPr marL="0" indent="0">
              <a:lnSpc>
                <a:spcPct val="100000"/>
              </a:lnSpc>
              <a:buNone/>
              <a:defRPr sz="1400" spc="50" baseline="0">
                <a:solidFill>
                  <a:schemeClr val="tx1">
                    <a:lumMod val="75000"/>
                    <a:lumOff val="2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rtl="0"/>
            <a:r>
              <a:rPr lang="fr-CA" noProof="0"/>
              <a:t>Modifiez les styles du texte</a:t>
            </a:r>
          </a:p>
        </p:txBody>
      </p:sp>
      <p:cxnSp>
        <p:nvCxnSpPr>
          <p:cNvPr id="14" name="Connecteur droit 13">
            <a:extLst>
              <a:ext uri="{FF2B5EF4-FFF2-40B4-BE49-F238E27FC236}">
                <a16:creationId xmlns:a16="http://schemas.microsoft.com/office/drawing/2014/main" id="{49FBD260-5143-4B12-B9F8-33E48D548909}"/>
              </a:ext>
            </a:extLst>
          </p:cNvPr>
          <p:cNvCxnSpPr/>
          <p:nvPr/>
        </p:nvCxnSpPr>
        <p:spPr>
          <a:xfrm>
            <a:off x="9096375" y="1497012"/>
            <a:ext cx="3095625" cy="0"/>
          </a:xfrm>
          <a:prstGeom prst="line">
            <a:avLst/>
          </a:prstGeom>
          <a:ln>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cxnSp>
        <p:nvCxnSpPr>
          <p:cNvPr id="23" name="Connecteur droit 22">
            <a:extLst>
              <a:ext uri="{FF2B5EF4-FFF2-40B4-BE49-F238E27FC236}">
                <a16:creationId xmlns:a16="http://schemas.microsoft.com/office/drawing/2014/main" id="{D87F08D6-2CA7-4A5A-BE34-07113DCA535D}"/>
              </a:ext>
            </a:extLst>
          </p:cNvPr>
          <p:cNvCxnSpPr/>
          <p:nvPr/>
        </p:nvCxnSpPr>
        <p:spPr>
          <a:xfrm flipH="1">
            <a:off x="6953250" y="-25401"/>
            <a:ext cx="3790950" cy="6902451"/>
          </a:xfrm>
          <a:prstGeom prst="line">
            <a:avLst/>
          </a:prstGeom>
          <a:ln>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sp>
        <p:nvSpPr>
          <p:cNvPr id="9" name="Espace réservé à la date 6">
            <a:extLst>
              <a:ext uri="{FF2B5EF4-FFF2-40B4-BE49-F238E27FC236}">
                <a16:creationId xmlns:a16="http://schemas.microsoft.com/office/drawing/2014/main" id="{70146B66-4F07-44BE-8AAB-48EA5170DA81}"/>
              </a:ext>
            </a:extLst>
          </p:cNvPr>
          <p:cNvSpPr>
            <a:spLocks noGrp="1"/>
          </p:cNvSpPr>
          <p:nvPr>
            <p:ph type="dt" sz="half" idx="10"/>
          </p:nvPr>
        </p:nvSpPr>
        <p:spPr>
          <a:xfrm>
            <a:off x="838200" y="6356350"/>
            <a:ext cx="2743200" cy="365125"/>
          </a:xfrm>
        </p:spPr>
        <p:txBody>
          <a:bodyPr rtlCol="0"/>
          <a:lstStyle>
            <a:lvl1pPr>
              <a:defRPr sz="900"/>
            </a:lvl1pPr>
          </a:lstStyle>
          <a:p>
            <a:pPr rtl="0"/>
            <a:r>
              <a:rPr lang="fr-FR" noProof="0"/>
              <a:t>2023</a:t>
            </a:r>
            <a:endParaRPr lang="fr-CA" noProof="0"/>
          </a:p>
        </p:txBody>
      </p:sp>
      <p:sp>
        <p:nvSpPr>
          <p:cNvPr id="10" name="Espace réservé au pied de page 7">
            <a:extLst>
              <a:ext uri="{FF2B5EF4-FFF2-40B4-BE49-F238E27FC236}">
                <a16:creationId xmlns:a16="http://schemas.microsoft.com/office/drawing/2014/main" id="{3A927BE5-2F4C-4EBD-9093-C4ED6E3025B1}"/>
              </a:ext>
            </a:extLst>
          </p:cNvPr>
          <p:cNvSpPr>
            <a:spLocks noGrp="1"/>
          </p:cNvSpPr>
          <p:nvPr>
            <p:ph type="ftr" sz="quarter" idx="11"/>
          </p:nvPr>
        </p:nvSpPr>
        <p:spPr>
          <a:xfrm>
            <a:off x="5224463" y="6356350"/>
            <a:ext cx="1743075" cy="365125"/>
          </a:xfrm>
        </p:spPr>
        <p:txBody>
          <a:bodyPr rtlCol="0"/>
          <a:lstStyle>
            <a:lvl1pPr>
              <a:defRPr sz="900"/>
            </a:lvl1pPr>
          </a:lstStyle>
          <a:p>
            <a:pPr rtl="0"/>
            <a:r>
              <a:rPr lang="fr-CA" noProof="0"/>
              <a:t>420-06A-FX</a:t>
            </a:r>
          </a:p>
        </p:txBody>
      </p:sp>
      <p:sp>
        <p:nvSpPr>
          <p:cNvPr id="11" name="Espace réservé à la diapositive 8">
            <a:extLst>
              <a:ext uri="{FF2B5EF4-FFF2-40B4-BE49-F238E27FC236}">
                <a16:creationId xmlns:a16="http://schemas.microsoft.com/office/drawing/2014/main" id="{C4C1336B-CF5E-42FF-80E8-7D33A2D64E17}"/>
              </a:ext>
            </a:extLst>
          </p:cNvPr>
          <p:cNvSpPr>
            <a:spLocks noGrp="1"/>
          </p:cNvSpPr>
          <p:nvPr>
            <p:ph type="sldNum" sz="quarter" idx="12"/>
          </p:nvPr>
        </p:nvSpPr>
        <p:spPr>
          <a:xfrm>
            <a:off x="8610600" y="6356350"/>
            <a:ext cx="2743200" cy="365125"/>
          </a:xfrm>
        </p:spPr>
        <p:txBody>
          <a:bodyPr rtlCol="0"/>
          <a:lstStyle>
            <a:lvl1pPr>
              <a:defRPr sz="900"/>
            </a:lvl1pPr>
          </a:lstStyle>
          <a:p>
            <a:pPr rtl="0"/>
            <a:fld id="{B5CEABB6-07DC-46E8-9B57-56EC44A396E5}" type="slidenum">
              <a:rPr lang="fr-CA" noProof="0" smtClean="0"/>
              <a:t>‹#›</a:t>
            </a:fld>
            <a:endParaRPr lang="fr-CA" noProof="0"/>
          </a:p>
        </p:txBody>
      </p:sp>
    </p:spTree>
    <p:extLst>
      <p:ext uri="{BB962C8B-B14F-4D97-AF65-F5344CB8AC3E}">
        <p14:creationId xmlns:p14="http://schemas.microsoft.com/office/powerpoint/2010/main" val="12932784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Saut de Section">
    <p:bg>
      <p:bgPr>
        <a:solidFill>
          <a:schemeClr val="accent2"/>
        </a:solidFill>
        <a:effectLst/>
      </p:bgPr>
    </p:bg>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415B3628-62D7-4A6D-A79F-34DE91DBA31E}"/>
              </a:ext>
            </a:extLst>
          </p:cNvPr>
          <p:cNvSpPr>
            <a:spLocks noGrp="1"/>
          </p:cNvSpPr>
          <p:nvPr>
            <p:ph type="ctrTitle" hasCustomPrompt="1"/>
          </p:nvPr>
        </p:nvSpPr>
        <p:spPr>
          <a:xfrm>
            <a:off x="6991350" y="2571235"/>
            <a:ext cx="4179570" cy="1715531"/>
          </a:xfrm>
        </p:spPr>
        <p:txBody>
          <a:bodyPr rtlCol="0" anchor="ctr">
            <a:noAutofit/>
          </a:bodyPr>
          <a:lstStyle>
            <a:lvl1pPr algn="l">
              <a:defRPr sz="3600" spc="150" baseline="0">
                <a:solidFill>
                  <a:schemeClr val="tx1">
                    <a:lumMod val="75000"/>
                    <a:lumOff val="25000"/>
                  </a:schemeClr>
                </a:solidFill>
              </a:defRPr>
            </a:lvl1pPr>
          </a:lstStyle>
          <a:p>
            <a:pPr rtl="0"/>
            <a:r>
              <a:rPr lang="fr-CA" noProof="0"/>
              <a:t>MODIFIEZ LE STYLE DU TITRE PRINCIPAL</a:t>
            </a:r>
          </a:p>
        </p:txBody>
      </p:sp>
      <p:pic>
        <p:nvPicPr>
          <p:cNvPr id="5" name="Graphique 4">
            <a:extLst>
              <a:ext uri="{FF2B5EF4-FFF2-40B4-BE49-F238E27FC236}">
                <a16:creationId xmlns:a16="http://schemas.microsoft.com/office/drawing/2014/main" id="{F05D2CCB-CCFC-4A8A-ADA9-C1E4D13B968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0" y="828675"/>
            <a:ext cx="5876925" cy="5200650"/>
          </a:xfrm>
          <a:prstGeom prst="rect">
            <a:avLst/>
          </a:prstGeom>
        </p:spPr>
      </p:pic>
    </p:spTree>
    <p:extLst>
      <p:ext uri="{BB962C8B-B14F-4D97-AF65-F5344CB8AC3E}">
        <p14:creationId xmlns:p14="http://schemas.microsoft.com/office/powerpoint/2010/main" val="322866880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Citation">
    <p:spTree>
      <p:nvGrpSpPr>
        <p:cNvPr id="1" name=""/>
        <p:cNvGrpSpPr/>
        <p:nvPr/>
      </p:nvGrpSpPr>
      <p:grpSpPr>
        <a:xfrm>
          <a:off x="0" y="0"/>
          <a:ext cx="0" cy="0"/>
          <a:chOff x="0" y="0"/>
          <a:chExt cx="0" cy="0"/>
        </a:xfrm>
      </p:grpSpPr>
      <p:pic>
        <p:nvPicPr>
          <p:cNvPr id="7" name="Graphisme 6">
            <a:extLst>
              <a:ext uri="{FF2B5EF4-FFF2-40B4-BE49-F238E27FC236}">
                <a16:creationId xmlns:a16="http://schemas.microsoft.com/office/drawing/2014/main" id="{AEE644D4-F9A4-4237-BD5C-4B97ABA9337E}"/>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0" y="0"/>
            <a:ext cx="5581650" cy="6858000"/>
          </a:xfrm>
          <a:prstGeom prst="rect">
            <a:avLst/>
          </a:prstGeom>
        </p:spPr>
      </p:pic>
      <p:sp>
        <p:nvSpPr>
          <p:cNvPr id="2" name="Titre 1">
            <a:extLst>
              <a:ext uri="{FF2B5EF4-FFF2-40B4-BE49-F238E27FC236}">
                <a16:creationId xmlns:a16="http://schemas.microsoft.com/office/drawing/2014/main" id="{C2FF67A8-55FA-435D-A18C-96D63D22B53E}"/>
              </a:ext>
            </a:extLst>
          </p:cNvPr>
          <p:cNvSpPr>
            <a:spLocks noGrp="1"/>
          </p:cNvSpPr>
          <p:nvPr>
            <p:ph type="title" hasCustomPrompt="1"/>
          </p:nvPr>
        </p:nvSpPr>
        <p:spPr>
          <a:xfrm>
            <a:off x="5920169" y="1152771"/>
            <a:ext cx="5431971" cy="846301"/>
          </a:xfrm>
        </p:spPr>
        <p:txBody>
          <a:bodyPr rtlCol="0" anchor="t">
            <a:normAutofit/>
          </a:bodyPr>
          <a:lstStyle>
            <a:lvl1pPr>
              <a:defRPr lang="en-US" sz="2800" kern="1200" cap="all" spc="150" baseline="0" dirty="0">
                <a:solidFill>
                  <a:schemeClr val="tx1">
                    <a:lumMod val="75000"/>
                    <a:lumOff val="25000"/>
                  </a:schemeClr>
                </a:solidFill>
                <a:latin typeface="+mj-lt"/>
                <a:ea typeface="+mj-ea"/>
                <a:cs typeface="+mj-cs"/>
              </a:defRPr>
            </a:lvl1pPr>
          </a:lstStyle>
          <a:p>
            <a:pPr rtl="0"/>
            <a:r>
              <a:rPr lang="fr-CA" noProof="0"/>
              <a:t>CLIQUEZ POUR MODIFIER LE STYLE DU TITRE DU MASQUE</a:t>
            </a:r>
          </a:p>
        </p:txBody>
      </p:sp>
      <p:cxnSp>
        <p:nvCxnSpPr>
          <p:cNvPr id="9" name="Connecteur droit 8">
            <a:extLst>
              <a:ext uri="{FF2B5EF4-FFF2-40B4-BE49-F238E27FC236}">
                <a16:creationId xmlns:a16="http://schemas.microsoft.com/office/drawing/2014/main" id="{BDAC7E4E-FE06-4E90-8107-6B543E5515ED}"/>
              </a:ext>
            </a:extLst>
          </p:cNvPr>
          <p:cNvCxnSpPr/>
          <p:nvPr/>
        </p:nvCxnSpPr>
        <p:spPr>
          <a:xfrm flipV="1">
            <a:off x="2209800" y="0"/>
            <a:ext cx="2438400" cy="6858000"/>
          </a:xfrm>
          <a:prstGeom prst="line">
            <a:avLst/>
          </a:prstGeom>
          <a:ln>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sp>
        <p:nvSpPr>
          <p:cNvPr id="11" name="Espace réservé au texte 15">
            <a:extLst>
              <a:ext uri="{FF2B5EF4-FFF2-40B4-BE49-F238E27FC236}">
                <a16:creationId xmlns:a16="http://schemas.microsoft.com/office/drawing/2014/main" id="{3864668D-D640-4ABF-BB9A-D60176660F07}"/>
              </a:ext>
            </a:extLst>
          </p:cNvPr>
          <p:cNvSpPr>
            <a:spLocks noGrp="1"/>
          </p:cNvSpPr>
          <p:nvPr>
            <p:ph type="body" sz="quarter" idx="13" hasCustomPrompt="1"/>
          </p:nvPr>
        </p:nvSpPr>
        <p:spPr>
          <a:xfrm>
            <a:off x="5922254" y="2469515"/>
            <a:ext cx="5433204" cy="365125"/>
          </a:xfrm>
        </p:spPr>
        <p:txBody>
          <a:bodyPr rtlCol="0">
            <a:normAutofit/>
          </a:bodyPr>
          <a:lstStyle>
            <a:lvl1pPr marL="0" indent="0">
              <a:buNone/>
              <a:defRPr lang="en-US" sz="2000" kern="1200" cap="all" spc="150" baseline="0" dirty="0">
                <a:solidFill>
                  <a:schemeClr val="tx1">
                    <a:lumMod val="75000"/>
                    <a:lumOff val="25000"/>
                  </a:schemeClr>
                </a:solidFill>
                <a:latin typeface="+mj-lt"/>
                <a:ea typeface="+mj-ea"/>
                <a:cs typeface="+mj-cs"/>
              </a:defRPr>
            </a:lvl1pPr>
          </a:lstStyle>
          <a:p>
            <a:pPr lvl="0" rtl="0"/>
            <a:r>
              <a:rPr lang="fr-CA" noProof="0"/>
              <a:t>CLIQUEZ POUR AJOUTER UN SOUS-TITRE</a:t>
            </a:r>
          </a:p>
        </p:txBody>
      </p:sp>
      <p:sp>
        <p:nvSpPr>
          <p:cNvPr id="12" name="Espace réservé au texte 18">
            <a:extLst>
              <a:ext uri="{FF2B5EF4-FFF2-40B4-BE49-F238E27FC236}">
                <a16:creationId xmlns:a16="http://schemas.microsoft.com/office/drawing/2014/main" id="{2E289D5A-B06B-43D4-A3CA-3B06C4D49FDD}"/>
              </a:ext>
            </a:extLst>
          </p:cNvPr>
          <p:cNvSpPr>
            <a:spLocks noGrp="1"/>
          </p:cNvSpPr>
          <p:nvPr>
            <p:ph type="body" sz="quarter" idx="15" hasCustomPrompt="1"/>
          </p:nvPr>
        </p:nvSpPr>
        <p:spPr>
          <a:xfrm>
            <a:off x="5921828" y="2798940"/>
            <a:ext cx="5431971" cy="557950"/>
          </a:xfrm>
        </p:spPr>
        <p:txBody>
          <a:bodyPr rtlCol="0">
            <a:normAutofit/>
          </a:bodyPr>
          <a:lstStyle>
            <a:lvl1pPr marL="0" indent="0">
              <a:lnSpc>
                <a:spcPct val="100000"/>
              </a:lnSpc>
              <a:buFont typeface="Arial" panose="020B0604020202020204" pitchFamily="34" charset="0"/>
              <a:buNone/>
              <a:defRPr sz="1400">
                <a:solidFill>
                  <a:schemeClr val="tx1">
                    <a:lumMod val="75000"/>
                    <a:lumOff val="25000"/>
                  </a:schemeClr>
                </a:solidFill>
              </a:defRPr>
            </a:lvl1pPr>
          </a:lstStyle>
          <a:p>
            <a:pPr lvl="0" rtl="0"/>
            <a:r>
              <a:rPr lang="fr-CA" noProof="0"/>
              <a:t>Cliquez pour ajouter du texte</a:t>
            </a:r>
          </a:p>
        </p:txBody>
      </p:sp>
      <p:sp>
        <p:nvSpPr>
          <p:cNvPr id="13" name="Espace réservé au texte 15">
            <a:extLst>
              <a:ext uri="{FF2B5EF4-FFF2-40B4-BE49-F238E27FC236}">
                <a16:creationId xmlns:a16="http://schemas.microsoft.com/office/drawing/2014/main" id="{1DCC2995-DE17-436D-82AE-6E107865CB79}"/>
              </a:ext>
            </a:extLst>
          </p:cNvPr>
          <p:cNvSpPr>
            <a:spLocks noGrp="1"/>
          </p:cNvSpPr>
          <p:nvPr>
            <p:ph type="body" sz="quarter" idx="23" hasCustomPrompt="1"/>
          </p:nvPr>
        </p:nvSpPr>
        <p:spPr>
          <a:xfrm>
            <a:off x="5922254" y="3569311"/>
            <a:ext cx="5433204" cy="365125"/>
          </a:xfrm>
        </p:spPr>
        <p:txBody>
          <a:bodyPr rtlCol="0">
            <a:normAutofit/>
          </a:bodyPr>
          <a:lstStyle>
            <a:lvl1pPr marL="0" indent="0">
              <a:buNone/>
              <a:defRPr lang="en-US" sz="2000" kern="1200" cap="all" spc="150" baseline="0" dirty="0">
                <a:solidFill>
                  <a:schemeClr val="tx1">
                    <a:lumMod val="75000"/>
                    <a:lumOff val="25000"/>
                  </a:schemeClr>
                </a:solidFill>
                <a:latin typeface="+mj-lt"/>
                <a:ea typeface="+mj-ea"/>
                <a:cs typeface="+mj-cs"/>
              </a:defRPr>
            </a:lvl1pPr>
          </a:lstStyle>
          <a:p>
            <a:pPr lvl="0" rtl="0"/>
            <a:r>
              <a:rPr lang="fr-CA" noProof="0"/>
              <a:t>CLIQUEZ POUR AJOUTER UN SOUS-TITRE</a:t>
            </a:r>
          </a:p>
        </p:txBody>
      </p:sp>
      <p:sp>
        <p:nvSpPr>
          <p:cNvPr id="14" name="Espace réservé au texte 18">
            <a:extLst>
              <a:ext uri="{FF2B5EF4-FFF2-40B4-BE49-F238E27FC236}">
                <a16:creationId xmlns:a16="http://schemas.microsoft.com/office/drawing/2014/main" id="{C7E70A65-1FB1-4F42-854B-8213ED73F792}"/>
              </a:ext>
            </a:extLst>
          </p:cNvPr>
          <p:cNvSpPr>
            <a:spLocks noGrp="1"/>
          </p:cNvSpPr>
          <p:nvPr>
            <p:ph type="body" sz="quarter" idx="24" hasCustomPrompt="1"/>
          </p:nvPr>
        </p:nvSpPr>
        <p:spPr>
          <a:xfrm>
            <a:off x="5921828" y="3898736"/>
            <a:ext cx="5431971" cy="557950"/>
          </a:xfrm>
        </p:spPr>
        <p:txBody>
          <a:bodyPr rtlCol="0">
            <a:normAutofit/>
          </a:bodyPr>
          <a:lstStyle>
            <a:lvl1pPr marL="0" indent="0">
              <a:lnSpc>
                <a:spcPct val="100000"/>
              </a:lnSpc>
              <a:buFont typeface="Arial" panose="020B0604020202020204" pitchFamily="34" charset="0"/>
              <a:buNone/>
              <a:defRPr sz="1400">
                <a:solidFill>
                  <a:schemeClr val="tx1">
                    <a:lumMod val="75000"/>
                    <a:lumOff val="25000"/>
                  </a:schemeClr>
                </a:solidFill>
              </a:defRPr>
            </a:lvl1pPr>
          </a:lstStyle>
          <a:p>
            <a:pPr lvl="0" rtl="0"/>
            <a:r>
              <a:rPr lang="fr-CA" noProof="0"/>
              <a:t>Cliquez pour ajouter du texte</a:t>
            </a:r>
          </a:p>
        </p:txBody>
      </p:sp>
      <p:sp>
        <p:nvSpPr>
          <p:cNvPr id="15" name="Espace réservé au texte 15">
            <a:extLst>
              <a:ext uri="{FF2B5EF4-FFF2-40B4-BE49-F238E27FC236}">
                <a16:creationId xmlns:a16="http://schemas.microsoft.com/office/drawing/2014/main" id="{45657994-DC61-4DEB-BB2B-65DFCA997AF1}"/>
              </a:ext>
            </a:extLst>
          </p:cNvPr>
          <p:cNvSpPr>
            <a:spLocks noGrp="1"/>
          </p:cNvSpPr>
          <p:nvPr>
            <p:ph type="body" sz="quarter" idx="25" hasCustomPrompt="1"/>
          </p:nvPr>
        </p:nvSpPr>
        <p:spPr>
          <a:xfrm>
            <a:off x="5922254" y="4669107"/>
            <a:ext cx="5433204" cy="365125"/>
          </a:xfrm>
        </p:spPr>
        <p:txBody>
          <a:bodyPr rtlCol="0">
            <a:normAutofit/>
          </a:bodyPr>
          <a:lstStyle>
            <a:lvl1pPr marL="0" indent="0">
              <a:buNone/>
              <a:defRPr lang="en-US" sz="2000" kern="1200" cap="all" spc="150" baseline="0" dirty="0">
                <a:solidFill>
                  <a:schemeClr val="tx1">
                    <a:lumMod val="75000"/>
                    <a:lumOff val="25000"/>
                  </a:schemeClr>
                </a:solidFill>
                <a:latin typeface="+mj-lt"/>
                <a:ea typeface="+mj-ea"/>
                <a:cs typeface="+mj-cs"/>
              </a:defRPr>
            </a:lvl1pPr>
          </a:lstStyle>
          <a:p>
            <a:pPr lvl="0" rtl="0"/>
            <a:r>
              <a:rPr lang="fr-CA" noProof="0"/>
              <a:t>CLIQUEZ POUR AJOUTER UN SOUS-TITRE</a:t>
            </a:r>
          </a:p>
        </p:txBody>
      </p:sp>
      <p:sp>
        <p:nvSpPr>
          <p:cNvPr id="16" name="Espace réservé au texte 18">
            <a:extLst>
              <a:ext uri="{FF2B5EF4-FFF2-40B4-BE49-F238E27FC236}">
                <a16:creationId xmlns:a16="http://schemas.microsoft.com/office/drawing/2014/main" id="{18397EE2-60CD-47FD-AF8F-83A5324D9D18}"/>
              </a:ext>
            </a:extLst>
          </p:cNvPr>
          <p:cNvSpPr>
            <a:spLocks noGrp="1"/>
          </p:cNvSpPr>
          <p:nvPr>
            <p:ph type="body" sz="quarter" idx="26" hasCustomPrompt="1"/>
          </p:nvPr>
        </p:nvSpPr>
        <p:spPr>
          <a:xfrm>
            <a:off x="5921828" y="4998532"/>
            <a:ext cx="5431971" cy="557950"/>
          </a:xfrm>
        </p:spPr>
        <p:txBody>
          <a:bodyPr rtlCol="0">
            <a:normAutofit/>
          </a:bodyPr>
          <a:lstStyle>
            <a:lvl1pPr marL="0" indent="0">
              <a:lnSpc>
                <a:spcPct val="100000"/>
              </a:lnSpc>
              <a:buFont typeface="Arial" panose="020B0604020202020204" pitchFamily="34" charset="0"/>
              <a:buNone/>
              <a:defRPr sz="1400">
                <a:solidFill>
                  <a:schemeClr val="tx1">
                    <a:lumMod val="75000"/>
                    <a:lumOff val="25000"/>
                  </a:schemeClr>
                </a:solidFill>
              </a:defRPr>
            </a:lvl1pPr>
          </a:lstStyle>
          <a:p>
            <a:pPr lvl="0" rtl="0"/>
            <a:r>
              <a:rPr lang="fr-CA" noProof="0"/>
              <a:t>Cliquez pour ajouter du texte</a:t>
            </a:r>
          </a:p>
        </p:txBody>
      </p:sp>
      <p:sp>
        <p:nvSpPr>
          <p:cNvPr id="17" name="Espace réservé à la date 2">
            <a:extLst>
              <a:ext uri="{FF2B5EF4-FFF2-40B4-BE49-F238E27FC236}">
                <a16:creationId xmlns:a16="http://schemas.microsoft.com/office/drawing/2014/main" id="{1E25EFF1-65C7-4F93-8740-46885C6BEA57}"/>
              </a:ext>
            </a:extLst>
          </p:cNvPr>
          <p:cNvSpPr>
            <a:spLocks noGrp="1"/>
          </p:cNvSpPr>
          <p:nvPr>
            <p:ph type="dt" sz="half" idx="20"/>
          </p:nvPr>
        </p:nvSpPr>
        <p:spPr>
          <a:xfrm>
            <a:off x="5919680" y="6356350"/>
            <a:ext cx="947516" cy="365125"/>
          </a:xfrm>
        </p:spPr>
        <p:txBody>
          <a:bodyPr rtlCol="0"/>
          <a:lstStyle>
            <a:lvl1pPr>
              <a:defRPr sz="900"/>
            </a:lvl1pPr>
          </a:lstStyle>
          <a:p>
            <a:pPr rtl="0"/>
            <a:r>
              <a:rPr lang="fr-FR" noProof="0"/>
              <a:t>2023</a:t>
            </a:r>
            <a:endParaRPr lang="fr-CA" noProof="0"/>
          </a:p>
        </p:txBody>
      </p:sp>
      <p:sp>
        <p:nvSpPr>
          <p:cNvPr id="18" name="Espace réservé au pied de page 3">
            <a:extLst>
              <a:ext uri="{FF2B5EF4-FFF2-40B4-BE49-F238E27FC236}">
                <a16:creationId xmlns:a16="http://schemas.microsoft.com/office/drawing/2014/main" id="{C16D80BF-B599-4FC0-ABD5-98777872FE5F}"/>
              </a:ext>
            </a:extLst>
          </p:cNvPr>
          <p:cNvSpPr>
            <a:spLocks noGrp="1"/>
          </p:cNvSpPr>
          <p:nvPr>
            <p:ph type="ftr" sz="quarter" idx="21"/>
          </p:nvPr>
        </p:nvSpPr>
        <p:spPr>
          <a:xfrm>
            <a:off x="7161955" y="6356350"/>
            <a:ext cx="3243942" cy="365125"/>
          </a:xfrm>
        </p:spPr>
        <p:txBody>
          <a:bodyPr rtlCol="0"/>
          <a:lstStyle>
            <a:lvl1pPr>
              <a:defRPr sz="900"/>
            </a:lvl1pPr>
          </a:lstStyle>
          <a:p>
            <a:pPr rtl="0"/>
            <a:r>
              <a:rPr lang="fr-CA" noProof="0"/>
              <a:t>420-06A-FX</a:t>
            </a:r>
          </a:p>
        </p:txBody>
      </p:sp>
      <p:sp>
        <p:nvSpPr>
          <p:cNvPr id="19" name="Espace réservé à la diapositive 4">
            <a:extLst>
              <a:ext uri="{FF2B5EF4-FFF2-40B4-BE49-F238E27FC236}">
                <a16:creationId xmlns:a16="http://schemas.microsoft.com/office/drawing/2014/main" id="{F64421B1-FF90-4939-90BD-8206DE5036D0}"/>
              </a:ext>
            </a:extLst>
          </p:cNvPr>
          <p:cNvSpPr>
            <a:spLocks noGrp="1"/>
          </p:cNvSpPr>
          <p:nvPr>
            <p:ph type="sldNum" sz="quarter" idx="22"/>
          </p:nvPr>
        </p:nvSpPr>
        <p:spPr>
          <a:xfrm>
            <a:off x="10700656" y="6356350"/>
            <a:ext cx="653143" cy="365125"/>
          </a:xfrm>
        </p:spPr>
        <p:txBody>
          <a:bodyPr rtlCol="0"/>
          <a:lstStyle>
            <a:lvl1pPr>
              <a:defRPr sz="900"/>
            </a:lvl1pPr>
          </a:lstStyle>
          <a:p>
            <a:pPr rtl="0"/>
            <a:fld id="{B5CEABB6-07DC-46E8-9B57-56EC44A396E5}" type="slidenum">
              <a:rPr lang="fr-CA" noProof="0" smtClean="0"/>
              <a:pPr rtl="0"/>
              <a:t>‹#›</a:t>
            </a:fld>
            <a:endParaRPr lang="fr-CA" noProof="0"/>
          </a:p>
        </p:txBody>
      </p:sp>
    </p:spTree>
    <p:extLst>
      <p:ext uri="{BB962C8B-B14F-4D97-AF65-F5344CB8AC3E}">
        <p14:creationId xmlns:p14="http://schemas.microsoft.com/office/powerpoint/2010/main" val="26479877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rois contenus">
    <p:bg>
      <p:bgRef idx="1001">
        <a:schemeClr val="bg1"/>
      </p:bgRef>
    </p:bg>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81CF3B5C-31C4-46BA-9FAD-72DF917A84DA}"/>
              </a:ext>
            </a:extLst>
          </p:cNvPr>
          <p:cNvSpPr>
            <a:spLocks noGrp="1"/>
          </p:cNvSpPr>
          <p:nvPr>
            <p:ph type="title" hasCustomPrompt="1"/>
          </p:nvPr>
        </p:nvSpPr>
        <p:spPr>
          <a:xfrm>
            <a:off x="1885156" y="892177"/>
            <a:ext cx="8421688" cy="1325563"/>
          </a:xfrm>
        </p:spPr>
        <p:txBody>
          <a:bodyPr rtlCol="0">
            <a:normAutofit/>
          </a:bodyPr>
          <a:lstStyle>
            <a:lvl1pPr algn="ctr">
              <a:defRPr lang="en-US" sz="2800" kern="1200" cap="all" spc="150" baseline="0" dirty="0">
                <a:solidFill>
                  <a:schemeClr val="tx1">
                    <a:lumMod val="75000"/>
                    <a:lumOff val="25000"/>
                  </a:schemeClr>
                </a:solidFill>
                <a:latin typeface="+mj-lt"/>
                <a:ea typeface="+mj-ea"/>
                <a:cs typeface="+mj-cs"/>
              </a:defRPr>
            </a:lvl1pPr>
          </a:lstStyle>
          <a:p>
            <a:pPr rtl="0"/>
            <a:r>
              <a:rPr lang="fr-CA" noProof="0"/>
              <a:t>CLIQUEZ POUR MODIFIER LE STYLE DU TITRE DU MASQUE</a:t>
            </a:r>
          </a:p>
        </p:txBody>
      </p:sp>
      <p:sp>
        <p:nvSpPr>
          <p:cNvPr id="3" name="Espace réservé au texte 2">
            <a:extLst>
              <a:ext uri="{FF2B5EF4-FFF2-40B4-BE49-F238E27FC236}">
                <a16:creationId xmlns:a16="http://schemas.microsoft.com/office/drawing/2014/main" id="{B659CD1F-9DFB-4048-9B9B-2BD7D4EC6400}"/>
              </a:ext>
            </a:extLst>
          </p:cNvPr>
          <p:cNvSpPr>
            <a:spLocks noGrp="1"/>
          </p:cNvSpPr>
          <p:nvPr>
            <p:ph type="body" idx="1" hasCustomPrompt="1"/>
          </p:nvPr>
        </p:nvSpPr>
        <p:spPr>
          <a:xfrm>
            <a:off x="1243104" y="2776936"/>
            <a:ext cx="2882475" cy="823912"/>
          </a:xfrm>
        </p:spPr>
        <p:txBody>
          <a:bodyPr rtlCol="0" anchor="b">
            <a:noAutofit/>
          </a:bodyPr>
          <a:lstStyle>
            <a:lvl1pPr marL="0" indent="0">
              <a:buNone/>
              <a:defRPr lang="en-US" sz="2000" kern="1200" cap="all" spc="150" baseline="0" dirty="0" smtClean="0">
                <a:solidFill>
                  <a:schemeClr val="tx1">
                    <a:lumMod val="75000"/>
                    <a:lumOff val="25000"/>
                  </a:schemeClr>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rtl="0"/>
            <a:r>
              <a:rPr lang="fr-CA" noProof="0"/>
              <a:t>CLIQUEZ POUR MODIFIER LE TEXTE PRINCIPAL</a:t>
            </a:r>
          </a:p>
        </p:txBody>
      </p:sp>
      <p:sp>
        <p:nvSpPr>
          <p:cNvPr id="4" name="Espace réservé au contenu 3">
            <a:extLst>
              <a:ext uri="{FF2B5EF4-FFF2-40B4-BE49-F238E27FC236}">
                <a16:creationId xmlns:a16="http://schemas.microsoft.com/office/drawing/2014/main" id="{AC9B20CF-6B91-4562-B799-0ABDAEBC0D2A}"/>
              </a:ext>
            </a:extLst>
          </p:cNvPr>
          <p:cNvSpPr>
            <a:spLocks noGrp="1"/>
          </p:cNvSpPr>
          <p:nvPr>
            <p:ph sz="half" idx="2" hasCustomPrompt="1"/>
          </p:nvPr>
        </p:nvSpPr>
        <p:spPr>
          <a:xfrm>
            <a:off x="1243104" y="3834606"/>
            <a:ext cx="2882475" cy="1997867"/>
          </a:xfrm>
        </p:spPr>
        <p:txBody>
          <a:bodyPr rtlCol="0">
            <a:normAutofit/>
          </a:bodyPr>
          <a:lstStyle>
            <a:lvl1pPr marL="0" indent="0">
              <a:lnSpc>
                <a:spcPct val="100000"/>
              </a:lnSpc>
              <a:buNone/>
              <a:defRPr sz="1400" spc="50" baseline="0">
                <a:solidFill>
                  <a:schemeClr val="tx1">
                    <a:lumMod val="75000"/>
                    <a:lumOff val="25000"/>
                  </a:schemeClr>
                </a:solidFill>
              </a:defRPr>
            </a:lvl1pPr>
            <a:lvl2pPr marL="457200" indent="0">
              <a:lnSpc>
                <a:spcPct val="100000"/>
              </a:lnSpc>
              <a:buNone/>
              <a:defRPr sz="1400" spc="50" baseline="0">
                <a:solidFill>
                  <a:schemeClr val="tx1">
                    <a:lumMod val="75000"/>
                    <a:lumOff val="25000"/>
                  </a:schemeClr>
                </a:solidFill>
              </a:defRPr>
            </a:lvl2pPr>
            <a:lvl3pPr marL="914400" indent="0">
              <a:lnSpc>
                <a:spcPct val="100000"/>
              </a:lnSpc>
              <a:buNone/>
              <a:defRPr sz="1400" spc="50" baseline="0">
                <a:solidFill>
                  <a:schemeClr val="tx1">
                    <a:lumMod val="75000"/>
                    <a:lumOff val="25000"/>
                  </a:schemeClr>
                </a:solidFill>
              </a:defRPr>
            </a:lvl3pPr>
            <a:lvl4pPr marL="1371600" indent="0">
              <a:lnSpc>
                <a:spcPct val="100000"/>
              </a:lnSpc>
              <a:buNone/>
              <a:defRPr sz="1400" spc="50" baseline="0">
                <a:solidFill>
                  <a:schemeClr val="tx1">
                    <a:lumMod val="75000"/>
                    <a:lumOff val="25000"/>
                  </a:schemeClr>
                </a:solidFill>
              </a:defRPr>
            </a:lvl4pPr>
            <a:lvl5pPr marL="1828800" indent="0">
              <a:lnSpc>
                <a:spcPct val="100000"/>
              </a:lnSpc>
              <a:buNone/>
              <a:defRPr sz="1400" spc="50" baseline="0">
                <a:solidFill>
                  <a:schemeClr val="tx1">
                    <a:lumMod val="75000"/>
                    <a:lumOff val="25000"/>
                  </a:schemeClr>
                </a:solidFill>
              </a:defRPr>
            </a:lvl5pPr>
          </a:lstStyle>
          <a:p>
            <a:pPr lvl="0" rtl="0"/>
            <a:r>
              <a:rPr lang="fr-CA" noProof="0"/>
              <a:t>Modifiez les styles du texte</a:t>
            </a:r>
          </a:p>
          <a:p>
            <a:pPr lvl="1" rtl="0"/>
            <a:r>
              <a:rPr lang="fr-CA" noProof="0"/>
              <a:t>Deuxième niveau</a:t>
            </a:r>
          </a:p>
          <a:p>
            <a:pPr lvl="2" rtl="0"/>
            <a:r>
              <a:rPr lang="fr-CA" noProof="0"/>
              <a:t>Troisième niveau</a:t>
            </a:r>
          </a:p>
          <a:p>
            <a:pPr lvl="3" rtl="0"/>
            <a:r>
              <a:rPr lang="fr-CA" noProof="0"/>
              <a:t>Quatrième niveau</a:t>
            </a:r>
          </a:p>
          <a:p>
            <a:pPr lvl="4" rtl="0"/>
            <a:r>
              <a:rPr lang="fr-CA" noProof="0"/>
              <a:t>Cinquième niveau</a:t>
            </a:r>
          </a:p>
        </p:txBody>
      </p:sp>
      <p:sp>
        <p:nvSpPr>
          <p:cNvPr id="5" name="Espace réservé au texte 4">
            <a:extLst>
              <a:ext uri="{FF2B5EF4-FFF2-40B4-BE49-F238E27FC236}">
                <a16:creationId xmlns:a16="http://schemas.microsoft.com/office/drawing/2014/main" id="{B374FC39-67F6-42EA-BCD1-F69AE2F0F22D}"/>
              </a:ext>
            </a:extLst>
          </p:cNvPr>
          <p:cNvSpPr>
            <a:spLocks noGrp="1"/>
          </p:cNvSpPr>
          <p:nvPr>
            <p:ph type="body" sz="quarter" idx="3" hasCustomPrompt="1"/>
          </p:nvPr>
        </p:nvSpPr>
        <p:spPr>
          <a:xfrm>
            <a:off x="4647665" y="2776936"/>
            <a:ext cx="2896671" cy="823912"/>
          </a:xfrm>
        </p:spPr>
        <p:txBody>
          <a:bodyPr rtlCol="0" anchor="b">
            <a:noAutofit/>
          </a:bodyPr>
          <a:lstStyle>
            <a:lvl1pPr marL="0" indent="0">
              <a:buNone/>
              <a:defRPr lang="en-US" sz="2000" kern="1200" cap="all" spc="150" baseline="0" dirty="0" smtClean="0">
                <a:solidFill>
                  <a:schemeClr val="tx1">
                    <a:lumMod val="75000"/>
                    <a:lumOff val="25000"/>
                  </a:schemeClr>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marL="0" lvl="0" indent="0" algn="l" defTabSz="914400" rtl="0" eaLnBrk="1" latinLnBrk="0" hangingPunct="1">
              <a:lnSpc>
                <a:spcPct val="90000"/>
              </a:lnSpc>
              <a:spcBef>
                <a:spcPts val="1000"/>
              </a:spcBef>
              <a:buFont typeface="Arial" panose="020B0604020202020204" pitchFamily="34" charset="0"/>
              <a:buNone/>
            </a:pPr>
            <a:r>
              <a:rPr lang="fr-CA" noProof="0"/>
              <a:t>CLIQUEZ POUR MODIFIER LE TEXTE PRINCIPAL</a:t>
            </a:r>
          </a:p>
        </p:txBody>
      </p:sp>
      <p:sp>
        <p:nvSpPr>
          <p:cNvPr id="6" name="Espace réservé du contenu 5">
            <a:extLst>
              <a:ext uri="{FF2B5EF4-FFF2-40B4-BE49-F238E27FC236}">
                <a16:creationId xmlns:a16="http://schemas.microsoft.com/office/drawing/2014/main" id="{B36EE64B-44BF-4634-97BC-5ED74C6DF280}"/>
              </a:ext>
            </a:extLst>
          </p:cNvPr>
          <p:cNvSpPr>
            <a:spLocks noGrp="1"/>
          </p:cNvSpPr>
          <p:nvPr>
            <p:ph sz="quarter" idx="4" hasCustomPrompt="1"/>
          </p:nvPr>
        </p:nvSpPr>
        <p:spPr>
          <a:xfrm>
            <a:off x="4647665" y="3834606"/>
            <a:ext cx="2896671" cy="1997867"/>
          </a:xfrm>
        </p:spPr>
        <p:txBody>
          <a:bodyPr rtlCol="0">
            <a:normAutofit/>
          </a:bodyPr>
          <a:lstStyle>
            <a:lvl1pPr marL="0" indent="0">
              <a:lnSpc>
                <a:spcPct val="100000"/>
              </a:lnSpc>
              <a:buNone/>
              <a:defRPr sz="1400" spc="50" baseline="0">
                <a:solidFill>
                  <a:schemeClr val="tx1">
                    <a:lumMod val="75000"/>
                    <a:lumOff val="25000"/>
                  </a:schemeClr>
                </a:solidFill>
              </a:defRPr>
            </a:lvl1pPr>
            <a:lvl2pPr marL="457200" indent="0">
              <a:lnSpc>
                <a:spcPct val="100000"/>
              </a:lnSpc>
              <a:buNone/>
              <a:defRPr sz="1400" spc="50" baseline="0">
                <a:solidFill>
                  <a:schemeClr val="tx1">
                    <a:lumMod val="75000"/>
                    <a:lumOff val="25000"/>
                  </a:schemeClr>
                </a:solidFill>
              </a:defRPr>
            </a:lvl2pPr>
            <a:lvl3pPr marL="914400" indent="0">
              <a:lnSpc>
                <a:spcPct val="100000"/>
              </a:lnSpc>
              <a:buNone/>
              <a:defRPr sz="1400" spc="50" baseline="0">
                <a:solidFill>
                  <a:schemeClr val="tx1">
                    <a:lumMod val="75000"/>
                    <a:lumOff val="25000"/>
                  </a:schemeClr>
                </a:solidFill>
              </a:defRPr>
            </a:lvl3pPr>
            <a:lvl4pPr marL="1371600" indent="0">
              <a:lnSpc>
                <a:spcPct val="100000"/>
              </a:lnSpc>
              <a:buNone/>
              <a:defRPr sz="1400" spc="50" baseline="0">
                <a:solidFill>
                  <a:schemeClr val="tx1">
                    <a:lumMod val="75000"/>
                    <a:lumOff val="25000"/>
                  </a:schemeClr>
                </a:solidFill>
              </a:defRPr>
            </a:lvl4pPr>
            <a:lvl5pPr marL="1828800" indent="0">
              <a:lnSpc>
                <a:spcPct val="100000"/>
              </a:lnSpc>
              <a:buNone/>
              <a:defRPr sz="1400" spc="50" baseline="0">
                <a:solidFill>
                  <a:schemeClr val="tx1">
                    <a:lumMod val="75000"/>
                    <a:lumOff val="25000"/>
                  </a:schemeClr>
                </a:solidFill>
              </a:defRPr>
            </a:lvl5pPr>
          </a:lstStyle>
          <a:p>
            <a:pPr lvl="0" rtl="0"/>
            <a:r>
              <a:rPr lang="fr-CA" noProof="0"/>
              <a:t>Modifiez les styles du texte</a:t>
            </a:r>
          </a:p>
          <a:p>
            <a:pPr lvl="1" rtl="0"/>
            <a:r>
              <a:rPr lang="fr-CA" noProof="0"/>
              <a:t>Deuxième niveau</a:t>
            </a:r>
          </a:p>
          <a:p>
            <a:pPr lvl="2" rtl="0"/>
            <a:r>
              <a:rPr lang="fr-CA" noProof="0"/>
              <a:t>Troisième niveau</a:t>
            </a:r>
          </a:p>
          <a:p>
            <a:pPr lvl="3" rtl="0"/>
            <a:r>
              <a:rPr lang="fr-CA" noProof="0"/>
              <a:t>Quatrième niveau</a:t>
            </a:r>
          </a:p>
          <a:p>
            <a:pPr lvl="4" rtl="0"/>
            <a:r>
              <a:rPr lang="fr-CA" noProof="0"/>
              <a:t>Cinquième niveau</a:t>
            </a:r>
          </a:p>
        </p:txBody>
      </p:sp>
      <p:sp>
        <p:nvSpPr>
          <p:cNvPr id="21" name="Espace réservé au texte 2">
            <a:extLst>
              <a:ext uri="{FF2B5EF4-FFF2-40B4-BE49-F238E27FC236}">
                <a16:creationId xmlns:a16="http://schemas.microsoft.com/office/drawing/2014/main" id="{1F60A771-8BBC-4565-AB09-402DA7CB2780}"/>
              </a:ext>
            </a:extLst>
          </p:cNvPr>
          <p:cNvSpPr>
            <a:spLocks noGrp="1"/>
          </p:cNvSpPr>
          <p:nvPr>
            <p:ph type="body" idx="13" hasCustomPrompt="1"/>
          </p:nvPr>
        </p:nvSpPr>
        <p:spPr>
          <a:xfrm>
            <a:off x="8066421" y="2776936"/>
            <a:ext cx="2882475" cy="823912"/>
          </a:xfrm>
        </p:spPr>
        <p:txBody>
          <a:bodyPr rtlCol="0" anchor="b">
            <a:noAutofit/>
          </a:bodyPr>
          <a:lstStyle>
            <a:lvl1pPr marL="0" indent="0">
              <a:buNone/>
              <a:defRPr lang="en-US" sz="2000" kern="1200" cap="all" spc="150" baseline="0" dirty="0" smtClean="0">
                <a:solidFill>
                  <a:schemeClr val="tx1">
                    <a:lumMod val="75000"/>
                    <a:lumOff val="25000"/>
                  </a:schemeClr>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rtl="0"/>
            <a:r>
              <a:rPr lang="fr-CA" noProof="0"/>
              <a:t>CLIQUEZ POUR MODIFIER LE TEXTE PRINCIPAL</a:t>
            </a:r>
          </a:p>
        </p:txBody>
      </p:sp>
      <p:sp>
        <p:nvSpPr>
          <p:cNvPr id="22" name="Espace réservé du contenu 3">
            <a:extLst>
              <a:ext uri="{FF2B5EF4-FFF2-40B4-BE49-F238E27FC236}">
                <a16:creationId xmlns:a16="http://schemas.microsoft.com/office/drawing/2014/main" id="{C464A9BD-B815-4632-8F54-6EB70E48BAFF}"/>
              </a:ext>
            </a:extLst>
          </p:cNvPr>
          <p:cNvSpPr>
            <a:spLocks noGrp="1"/>
          </p:cNvSpPr>
          <p:nvPr>
            <p:ph sz="half" idx="14" hasCustomPrompt="1"/>
          </p:nvPr>
        </p:nvSpPr>
        <p:spPr>
          <a:xfrm>
            <a:off x="8066421" y="3834606"/>
            <a:ext cx="2882475" cy="1997867"/>
          </a:xfrm>
        </p:spPr>
        <p:txBody>
          <a:bodyPr rtlCol="0">
            <a:normAutofit/>
          </a:bodyPr>
          <a:lstStyle>
            <a:lvl1pPr marL="0" indent="0">
              <a:lnSpc>
                <a:spcPct val="100000"/>
              </a:lnSpc>
              <a:buNone/>
              <a:defRPr sz="1400" spc="50" baseline="0">
                <a:solidFill>
                  <a:schemeClr val="tx1">
                    <a:lumMod val="75000"/>
                    <a:lumOff val="25000"/>
                  </a:schemeClr>
                </a:solidFill>
              </a:defRPr>
            </a:lvl1pPr>
            <a:lvl2pPr marL="457200" indent="0">
              <a:lnSpc>
                <a:spcPct val="100000"/>
              </a:lnSpc>
              <a:buNone/>
              <a:defRPr sz="1400" spc="50" baseline="0">
                <a:solidFill>
                  <a:schemeClr val="tx1">
                    <a:lumMod val="75000"/>
                    <a:lumOff val="25000"/>
                  </a:schemeClr>
                </a:solidFill>
              </a:defRPr>
            </a:lvl2pPr>
            <a:lvl3pPr marL="914400" indent="0">
              <a:lnSpc>
                <a:spcPct val="100000"/>
              </a:lnSpc>
              <a:buNone/>
              <a:defRPr sz="1400" spc="50" baseline="0">
                <a:solidFill>
                  <a:schemeClr val="tx1">
                    <a:lumMod val="75000"/>
                    <a:lumOff val="25000"/>
                  </a:schemeClr>
                </a:solidFill>
              </a:defRPr>
            </a:lvl3pPr>
            <a:lvl4pPr marL="1371600" indent="0">
              <a:lnSpc>
                <a:spcPct val="100000"/>
              </a:lnSpc>
              <a:buNone/>
              <a:defRPr sz="1400" spc="50" baseline="0">
                <a:solidFill>
                  <a:schemeClr val="tx1">
                    <a:lumMod val="75000"/>
                    <a:lumOff val="25000"/>
                  </a:schemeClr>
                </a:solidFill>
              </a:defRPr>
            </a:lvl4pPr>
            <a:lvl5pPr marL="1828800" indent="0">
              <a:lnSpc>
                <a:spcPct val="100000"/>
              </a:lnSpc>
              <a:buNone/>
              <a:defRPr sz="1400" spc="50" baseline="0">
                <a:solidFill>
                  <a:schemeClr val="tx1">
                    <a:lumMod val="75000"/>
                    <a:lumOff val="25000"/>
                  </a:schemeClr>
                </a:solidFill>
              </a:defRPr>
            </a:lvl5pPr>
          </a:lstStyle>
          <a:p>
            <a:pPr lvl="0" rtl="0"/>
            <a:r>
              <a:rPr lang="fr-CA" noProof="0"/>
              <a:t>Modifiez les styles du texte</a:t>
            </a:r>
          </a:p>
          <a:p>
            <a:pPr lvl="1" rtl="0"/>
            <a:r>
              <a:rPr lang="fr-CA" noProof="0"/>
              <a:t>Deuxième niveau</a:t>
            </a:r>
          </a:p>
          <a:p>
            <a:pPr lvl="2" rtl="0"/>
            <a:r>
              <a:rPr lang="fr-CA" noProof="0"/>
              <a:t>Troisième niveau</a:t>
            </a:r>
          </a:p>
          <a:p>
            <a:pPr lvl="3" rtl="0"/>
            <a:r>
              <a:rPr lang="fr-CA" noProof="0"/>
              <a:t>Quatrième niveau</a:t>
            </a:r>
          </a:p>
          <a:p>
            <a:pPr lvl="4" rtl="0"/>
            <a:r>
              <a:rPr lang="fr-CA" noProof="0"/>
              <a:t>Cinquième niveau</a:t>
            </a:r>
          </a:p>
        </p:txBody>
      </p:sp>
      <p:sp>
        <p:nvSpPr>
          <p:cNvPr id="7" name="Espace réservé de la date 6">
            <a:extLst>
              <a:ext uri="{FF2B5EF4-FFF2-40B4-BE49-F238E27FC236}">
                <a16:creationId xmlns:a16="http://schemas.microsoft.com/office/drawing/2014/main" id="{F255C16C-AA88-4BBF-8040-11ECFED618E0}"/>
              </a:ext>
            </a:extLst>
          </p:cNvPr>
          <p:cNvSpPr>
            <a:spLocks noGrp="1"/>
          </p:cNvSpPr>
          <p:nvPr>
            <p:ph type="dt" sz="half" idx="10"/>
          </p:nvPr>
        </p:nvSpPr>
        <p:spPr/>
        <p:txBody>
          <a:bodyPr rtlCol="0"/>
          <a:lstStyle>
            <a:lvl1pPr>
              <a:defRPr sz="900"/>
            </a:lvl1pPr>
          </a:lstStyle>
          <a:p>
            <a:pPr rtl="0"/>
            <a:r>
              <a:rPr lang="fr-FR" noProof="0"/>
              <a:t>2023</a:t>
            </a:r>
            <a:endParaRPr lang="fr-CA" noProof="0"/>
          </a:p>
        </p:txBody>
      </p:sp>
      <p:sp>
        <p:nvSpPr>
          <p:cNvPr id="8" name="Espace réservé au pied de page 7">
            <a:extLst>
              <a:ext uri="{FF2B5EF4-FFF2-40B4-BE49-F238E27FC236}">
                <a16:creationId xmlns:a16="http://schemas.microsoft.com/office/drawing/2014/main" id="{CBE560E3-F935-488F-8F0E-191D7B6B54B8}"/>
              </a:ext>
            </a:extLst>
          </p:cNvPr>
          <p:cNvSpPr>
            <a:spLocks noGrp="1"/>
          </p:cNvSpPr>
          <p:nvPr>
            <p:ph type="ftr" sz="quarter" idx="11"/>
          </p:nvPr>
        </p:nvSpPr>
        <p:spPr/>
        <p:txBody>
          <a:bodyPr rtlCol="0"/>
          <a:lstStyle>
            <a:lvl1pPr>
              <a:defRPr sz="900"/>
            </a:lvl1pPr>
          </a:lstStyle>
          <a:p>
            <a:pPr rtl="0"/>
            <a:r>
              <a:rPr lang="fr-CA" noProof="0"/>
              <a:t>420-06A-FX</a:t>
            </a:r>
          </a:p>
        </p:txBody>
      </p:sp>
      <p:sp>
        <p:nvSpPr>
          <p:cNvPr id="9" name="Espace réservé à la diapositive 8">
            <a:extLst>
              <a:ext uri="{FF2B5EF4-FFF2-40B4-BE49-F238E27FC236}">
                <a16:creationId xmlns:a16="http://schemas.microsoft.com/office/drawing/2014/main" id="{9B9CD8B2-CC23-467F-B0EE-2CC06D6308BD}"/>
              </a:ext>
            </a:extLst>
          </p:cNvPr>
          <p:cNvSpPr>
            <a:spLocks noGrp="1"/>
          </p:cNvSpPr>
          <p:nvPr>
            <p:ph type="sldNum" sz="quarter" idx="12"/>
          </p:nvPr>
        </p:nvSpPr>
        <p:spPr/>
        <p:txBody>
          <a:bodyPr rtlCol="0"/>
          <a:lstStyle>
            <a:lvl1pPr>
              <a:defRPr sz="900"/>
            </a:lvl1pPr>
          </a:lstStyle>
          <a:p>
            <a:pPr rtl="0"/>
            <a:fld id="{B5CEABB6-07DC-46E8-9B57-56EC44A396E5}" type="slidenum">
              <a:rPr lang="fr-CA" noProof="0" smtClean="0"/>
              <a:t>‹#›</a:t>
            </a:fld>
            <a:endParaRPr lang="fr-CA" noProof="0"/>
          </a:p>
        </p:txBody>
      </p:sp>
      <p:cxnSp>
        <p:nvCxnSpPr>
          <p:cNvPr id="16" name="Connecteur droit 15">
            <a:extLst>
              <a:ext uri="{FF2B5EF4-FFF2-40B4-BE49-F238E27FC236}">
                <a16:creationId xmlns:a16="http://schemas.microsoft.com/office/drawing/2014/main" id="{463D7850-C2A6-43CE-BBE4-8E81A0A593BF}"/>
              </a:ext>
              <a:ext uri="{C183D7F6-B498-43B3-948B-1728B52AA6E4}">
                <adec:decorative xmlns:adec="http://schemas.microsoft.com/office/drawing/2017/decorative" val="1"/>
              </a:ext>
            </a:extLst>
          </p:cNvPr>
          <p:cNvCxnSpPr>
            <a:cxnSpLocks/>
          </p:cNvCxnSpPr>
          <p:nvPr/>
        </p:nvCxnSpPr>
        <p:spPr>
          <a:xfrm flipH="1">
            <a:off x="0" y="0"/>
            <a:ext cx="1238250" cy="3105150"/>
          </a:xfrm>
          <a:prstGeom prst="line">
            <a:avLst/>
          </a:prstGeom>
          <a:ln w="3175">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cxnSp>
        <p:nvCxnSpPr>
          <p:cNvPr id="20" name="Connecteur droit 19">
            <a:extLst>
              <a:ext uri="{FF2B5EF4-FFF2-40B4-BE49-F238E27FC236}">
                <a16:creationId xmlns:a16="http://schemas.microsoft.com/office/drawing/2014/main" id="{EBAD3E03-2E3B-440C-9105-6F9D33006D66}"/>
              </a:ext>
              <a:ext uri="{C183D7F6-B498-43B3-948B-1728B52AA6E4}">
                <adec:decorative xmlns:adec="http://schemas.microsoft.com/office/drawing/2017/decorative" val="1"/>
              </a:ext>
            </a:extLst>
          </p:cNvPr>
          <p:cNvCxnSpPr>
            <a:cxnSpLocks/>
          </p:cNvCxnSpPr>
          <p:nvPr/>
        </p:nvCxnSpPr>
        <p:spPr>
          <a:xfrm flipH="1">
            <a:off x="0" y="0"/>
            <a:ext cx="2238376" cy="2476500"/>
          </a:xfrm>
          <a:prstGeom prst="line">
            <a:avLst/>
          </a:prstGeom>
          <a:ln>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203189534"/>
      </p:ext>
    </p:extLst>
  </p:cSld>
  <p:clrMapOvr>
    <a:overrideClrMapping bg1="lt1" tx1="dk1" bg2="lt2" tx2="dk2" accent1="accent1" accent2="accent2" accent3="accent3" accent4="accent4" accent5="accent5" accent6="accent6" hlink="hlink" folHlink="folHlink"/>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Comparaison des marchés">
    <p:bg>
      <p:bgPr>
        <a:solidFill>
          <a:schemeClr val="accent2"/>
        </a:solidFill>
        <a:effectLst/>
      </p:bgPr>
    </p:bg>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81CF3B5C-31C4-46BA-9FAD-72DF917A84DA}"/>
              </a:ext>
            </a:extLst>
          </p:cNvPr>
          <p:cNvSpPr>
            <a:spLocks noGrp="1"/>
          </p:cNvSpPr>
          <p:nvPr>
            <p:ph type="title" hasCustomPrompt="1"/>
          </p:nvPr>
        </p:nvSpPr>
        <p:spPr>
          <a:xfrm>
            <a:off x="1885156" y="892177"/>
            <a:ext cx="8421688" cy="1325563"/>
          </a:xfrm>
        </p:spPr>
        <p:txBody>
          <a:bodyPr rtlCol="0">
            <a:normAutofit/>
          </a:bodyPr>
          <a:lstStyle>
            <a:lvl1pPr algn="ctr">
              <a:defRPr lang="en-US" sz="2800" kern="1200" cap="all" spc="150" baseline="0" dirty="0">
                <a:solidFill>
                  <a:schemeClr val="tx1">
                    <a:lumMod val="75000"/>
                    <a:lumOff val="25000"/>
                  </a:schemeClr>
                </a:solidFill>
                <a:latin typeface="+mj-lt"/>
                <a:ea typeface="+mj-ea"/>
                <a:cs typeface="+mj-cs"/>
              </a:defRPr>
            </a:lvl1pPr>
          </a:lstStyle>
          <a:p>
            <a:pPr rtl="0"/>
            <a:r>
              <a:rPr lang="fr-CA" noProof="0"/>
              <a:t>CLIQUEZ POUR MODIFIER LE STYLE DU TITRE DU MASQUE</a:t>
            </a:r>
          </a:p>
        </p:txBody>
      </p:sp>
      <p:sp>
        <p:nvSpPr>
          <p:cNvPr id="3" name="Espace réservé au texte 2">
            <a:extLst>
              <a:ext uri="{FF2B5EF4-FFF2-40B4-BE49-F238E27FC236}">
                <a16:creationId xmlns:a16="http://schemas.microsoft.com/office/drawing/2014/main" id="{B659CD1F-9DFB-4048-9B9B-2BD7D4EC6400}"/>
              </a:ext>
            </a:extLst>
          </p:cNvPr>
          <p:cNvSpPr>
            <a:spLocks noGrp="1"/>
          </p:cNvSpPr>
          <p:nvPr>
            <p:ph type="body" idx="1" hasCustomPrompt="1"/>
          </p:nvPr>
        </p:nvSpPr>
        <p:spPr>
          <a:xfrm>
            <a:off x="2063855" y="3064615"/>
            <a:ext cx="1240971" cy="823912"/>
          </a:xfrm>
        </p:spPr>
        <p:txBody>
          <a:bodyPr rtlCol="0" anchor="ctr">
            <a:noAutofit/>
          </a:bodyPr>
          <a:lstStyle>
            <a:lvl1pPr marL="0" indent="0" algn="ctr">
              <a:buNone/>
              <a:defRPr lang="en-US" sz="4000" kern="1200" cap="all" spc="150" baseline="0" dirty="0" smtClean="0">
                <a:solidFill>
                  <a:schemeClr val="tx1">
                    <a:lumMod val="75000"/>
                    <a:lumOff val="25000"/>
                  </a:schemeClr>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rtl="0"/>
            <a:r>
              <a:rPr lang="fr-CA" noProof="0"/>
              <a:t>#</a:t>
            </a:r>
          </a:p>
        </p:txBody>
      </p:sp>
      <p:sp>
        <p:nvSpPr>
          <p:cNvPr id="23" name="Espace réservé au texte 2">
            <a:extLst>
              <a:ext uri="{FF2B5EF4-FFF2-40B4-BE49-F238E27FC236}">
                <a16:creationId xmlns:a16="http://schemas.microsoft.com/office/drawing/2014/main" id="{A066E2EA-C6EA-4A02-818E-33BD582D92E7}"/>
              </a:ext>
            </a:extLst>
          </p:cNvPr>
          <p:cNvSpPr>
            <a:spLocks noGrp="1"/>
          </p:cNvSpPr>
          <p:nvPr>
            <p:ph type="body" idx="15" hasCustomPrompt="1"/>
          </p:nvPr>
        </p:nvSpPr>
        <p:spPr>
          <a:xfrm>
            <a:off x="5475514" y="3064615"/>
            <a:ext cx="1240971" cy="823912"/>
          </a:xfrm>
        </p:spPr>
        <p:txBody>
          <a:bodyPr rtlCol="0" anchor="ctr">
            <a:noAutofit/>
          </a:bodyPr>
          <a:lstStyle>
            <a:lvl1pPr marL="0" indent="0" algn="ctr">
              <a:buNone/>
              <a:defRPr lang="en-US" sz="4000" kern="1200" cap="all" spc="150" baseline="0" dirty="0" smtClean="0">
                <a:solidFill>
                  <a:schemeClr val="tx1">
                    <a:lumMod val="75000"/>
                    <a:lumOff val="25000"/>
                  </a:schemeClr>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rtl="0"/>
            <a:r>
              <a:rPr lang="fr-CA" noProof="0"/>
              <a:t>#</a:t>
            </a:r>
          </a:p>
        </p:txBody>
      </p:sp>
      <p:sp>
        <p:nvSpPr>
          <p:cNvPr id="24" name="Espace réservé au texte 2">
            <a:extLst>
              <a:ext uri="{FF2B5EF4-FFF2-40B4-BE49-F238E27FC236}">
                <a16:creationId xmlns:a16="http://schemas.microsoft.com/office/drawing/2014/main" id="{97B9C3B0-3522-407C-B662-631E19ECC95F}"/>
              </a:ext>
            </a:extLst>
          </p:cNvPr>
          <p:cNvSpPr>
            <a:spLocks noGrp="1"/>
          </p:cNvSpPr>
          <p:nvPr>
            <p:ph type="body" idx="16" hasCustomPrompt="1"/>
          </p:nvPr>
        </p:nvSpPr>
        <p:spPr>
          <a:xfrm>
            <a:off x="8887174" y="3064615"/>
            <a:ext cx="1240971" cy="823912"/>
          </a:xfrm>
        </p:spPr>
        <p:txBody>
          <a:bodyPr rtlCol="0" anchor="ctr">
            <a:noAutofit/>
          </a:bodyPr>
          <a:lstStyle>
            <a:lvl1pPr marL="0" indent="0" algn="ctr">
              <a:buNone/>
              <a:defRPr lang="en-US" sz="4000" kern="1200" cap="all" spc="150" baseline="0" dirty="0" smtClean="0">
                <a:solidFill>
                  <a:schemeClr val="tx1">
                    <a:lumMod val="75000"/>
                    <a:lumOff val="25000"/>
                  </a:schemeClr>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rtl="0"/>
            <a:r>
              <a:rPr lang="fr-CA" noProof="0"/>
              <a:t>#</a:t>
            </a:r>
          </a:p>
        </p:txBody>
      </p:sp>
      <p:sp>
        <p:nvSpPr>
          <p:cNvPr id="4" name="Espace réservé au contenu 3">
            <a:extLst>
              <a:ext uri="{FF2B5EF4-FFF2-40B4-BE49-F238E27FC236}">
                <a16:creationId xmlns:a16="http://schemas.microsoft.com/office/drawing/2014/main" id="{AC9B20CF-6B91-4562-B799-0ABDAEBC0D2A}"/>
              </a:ext>
            </a:extLst>
          </p:cNvPr>
          <p:cNvSpPr>
            <a:spLocks noGrp="1"/>
          </p:cNvSpPr>
          <p:nvPr>
            <p:ph sz="half" idx="2"/>
          </p:nvPr>
        </p:nvSpPr>
        <p:spPr>
          <a:xfrm>
            <a:off x="1129698" y="4824188"/>
            <a:ext cx="3124093" cy="462927"/>
          </a:xfrm>
        </p:spPr>
        <p:txBody>
          <a:bodyPr rtlCol="0">
            <a:noAutofit/>
          </a:bodyPr>
          <a:lstStyle>
            <a:lvl1pPr marL="0" indent="0" algn="ctr">
              <a:lnSpc>
                <a:spcPct val="100000"/>
              </a:lnSpc>
              <a:buNone/>
              <a:defRPr sz="2000" cap="all" spc="50" baseline="0">
                <a:solidFill>
                  <a:schemeClr val="tx1">
                    <a:lumMod val="75000"/>
                    <a:lumOff val="25000"/>
                  </a:schemeClr>
                </a:solidFill>
              </a:defRPr>
            </a:lvl1pPr>
            <a:lvl2pPr marL="457200" indent="0">
              <a:lnSpc>
                <a:spcPct val="100000"/>
              </a:lnSpc>
              <a:buNone/>
              <a:defRPr sz="1400" spc="50" baseline="0">
                <a:solidFill>
                  <a:schemeClr val="bg1"/>
                </a:solidFill>
              </a:defRPr>
            </a:lvl2pPr>
            <a:lvl3pPr marL="914400" indent="0">
              <a:lnSpc>
                <a:spcPct val="100000"/>
              </a:lnSpc>
              <a:buNone/>
              <a:defRPr sz="1400" spc="50" baseline="0">
                <a:solidFill>
                  <a:schemeClr val="bg1"/>
                </a:solidFill>
              </a:defRPr>
            </a:lvl3pPr>
            <a:lvl4pPr marL="1371600" indent="0">
              <a:lnSpc>
                <a:spcPct val="100000"/>
              </a:lnSpc>
              <a:buNone/>
              <a:defRPr sz="1400" spc="50" baseline="0">
                <a:solidFill>
                  <a:schemeClr val="bg1"/>
                </a:solidFill>
              </a:defRPr>
            </a:lvl4pPr>
            <a:lvl5pPr marL="1828800" indent="0">
              <a:lnSpc>
                <a:spcPct val="100000"/>
              </a:lnSpc>
              <a:buNone/>
              <a:defRPr sz="1400" spc="50" baseline="0">
                <a:solidFill>
                  <a:schemeClr val="bg1"/>
                </a:solidFill>
              </a:defRPr>
            </a:lvl5pPr>
          </a:lstStyle>
          <a:p>
            <a:pPr lvl="0" rtl="0"/>
            <a:r>
              <a:rPr lang="fr-FR" noProof="0"/>
              <a:t>Cliquez pour modifier les styles du texte du masque</a:t>
            </a:r>
          </a:p>
        </p:txBody>
      </p:sp>
      <p:sp>
        <p:nvSpPr>
          <p:cNvPr id="6" name="Espace réservé au contenu 5">
            <a:extLst>
              <a:ext uri="{FF2B5EF4-FFF2-40B4-BE49-F238E27FC236}">
                <a16:creationId xmlns:a16="http://schemas.microsoft.com/office/drawing/2014/main" id="{B36EE64B-44BF-4634-97BC-5ED74C6DF280}"/>
              </a:ext>
            </a:extLst>
          </p:cNvPr>
          <p:cNvSpPr>
            <a:spLocks noGrp="1"/>
          </p:cNvSpPr>
          <p:nvPr>
            <p:ph sz="quarter" idx="4"/>
          </p:nvPr>
        </p:nvSpPr>
        <p:spPr>
          <a:xfrm>
            <a:off x="4526261" y="4824188"/>
            <a:ext cx="3139479" cy="462927"/>
          </a:xfrm>
        </p:spPr>
        <p:txBody>
          <a:bodyPr rtlCol="0">
            <a:normAutofit/>
          </a:bodyPr>
          <a:lstStyle>
            <a:lvl1pPr marL="0" indent="0" algn="ctr">
              <a:lnSpc>
                <a:spcPct val="100000"/>
              </a:lnSpc>
              <a:buNone/>
              <a:defRPr sz="2000" cap="all" spc="50" baseline="0">
                <a:solidFill>
                  <a:schemeClr val="tx1">
                    <a:lumMod val="75000"/>
                    <a:lumOff val="25000"/>
                  </a:schemeClr>
                </a:solidFill>
              </a:defRPr>
            </a:lvl1pPr>
            <a:lvl2pPr marL="457200" indent="0">
              <a:lnSpc>
                <a:spcPct val="100000"/>
              </a:lnSpc>
              <a:buNone/>
              <a:defRPr sz="2000" cap="all" spc="50" baseline="0">
                <a:solidFill>
                  <a:schemeClr val="bg1"/>
                </a:solidFill>
              </a:defRPr>
            </a:lvl2pPr>
            <a:lvl3pPr marL="914400" indent="0">
              <a:lnSpc>
                <a:spcPct val="100000"/>
              </a:lnSpc>
              <a:buNone/>
              <a:defRPr sz="1400" spc="50" baseline="0">
                <a:solidFill>
                  <a:schemeClr val="bg1"/>
                </a:solidFill>
              </a:defRPr>
            </a:lvl3pPr>
            <a:lvl4pPr marL="1371600" indent="0">
              <a:lnSpc>
                <a:spcPct val="100000"/>
              </a:lnSpc>
              <a:buNone/>
              <a:defRPr sz="1400" spc="50" baseline="0">
                <a:solidFill>
                  <a:schemeClr val="bg1"/>
                </a:solidFill>
              </a:defRPr>
            </a:lvl4pPr>
            <a:lvl5pPr marL="1828800" indent="0">
              <a:lnSpc>
                <a:spcPct val="100000"/>
              </a:lnSpc>
              <a:buNone/>
              <a:defRPr sz="1400" spc="50" baseline="0">
                <a:solidFill>
                  <a:schemeClr val="bg1"/>
                </a:solidFill>
              </a:defRPr>
            </a:lvl5pPr>
          </a:lstStyle>
          <a:p>
            <a:pPr lvl="0" rtl="0"/>
            <a:r>
              <a:rPr lang="fr-FR" noProof="0"/>
              <a:t>Cliquez pour modifier les styles du texte du masque</a:t>
            </a:r>
          </a:p>
        </p:txBody>
      </p:sp>
      <p:sp>
        <p:nvSpPr>
          <p:cNvPr id="22" name="Espace réservé du contenu 3">
            <a:extLst>
              <a:ext uri="{FF2B5EF4-FFF2-40B4-BE49-F238E27FC236}">
                <a16:creationId xmlns:a16="http://schemas.microsoft.com/office/drawing/2014/main" id="{C464A9BD-B815-4632-8F54-6EB70E48BAFF}"/>
              </a:ext>
            </a:extLst>
          </p:cNvPr>
          <p:cNvSpPr>
            <a:spLocks noGrp="1"/>
          </p:cNvSpPr>
          <p:nvPr>
            <p:ph sz="half" idx="14"/>
          </p:nvPr>
        </p:nvSpPr>
        <p:spPr>
          <a:xfrm>
            <a:off x="7938210" y="4824188"/>
            <a:ext cx="3124093" cy="462927"/>
          </a:xfrm>
        </p:spPr>
        <p:txBody>
          <a:bodyPr rtlCol="0">
            <a:noAutofit/>
          </a:bodyPr>
          <a:lstStyle>
            <a:lvl1pPr marL="0" indent="0" algn="ctr">
              <a:lnSpc>
                <a:spcPct val="100000"/>
              </a:lnSpc>
              <a:buNone/>
              <a:defRPr sz="2000" cap="all" spc="50" baseline="0">
                <a:solidFill>
                  <a:schemeClr val="tx1">
                    <a:lumMod val="75000"/>
                    <a:lumOff val="25000"/>
                  </a:schemeClr>
                </a:solidFill>
              </a:defRPr>
            </a:lvl1pPr>
            <a:lvl2pPr marL="457200" indent="0">
              <a:lnSpc>
                <a:spcPct val="100000"/>
              </a:lnSpc>
              <a:buNone/>
              <a:defRPr sz="1400" spc="50" baseline="0">
                <a:solidFill>
                  <a:schemeClr val="bg1"/>
                </a:solidFill>
              </a:defRPr>
            </a:lvl2pPr>
            <a:lvl3pPr marL="914400" indent="0">
              <a:lnSpc>
                <a:spcPct val="100000"/>
              </a:lnSpc>
              <a:buNone/>
              <a:defRPr sz="1400" spc="50" baseline="0">
                <a:solidFill>
                  <a:schemeClr val="bg1"/>
                </a:solidFill>
              </a:defRPr>
            </a:lvl3pPr>
            <a:lvl4pPr marL="1371600" indent="0">
              <a:lnSpc>
                <a:spcPct val="100000"/>
              </a:lnSpc>
              <a:buNone/>
              <a:defRPr sz="1400" spc="50" baseline="0">
                <a:solidFill>
                  <a:schemeClr val="bg1"/>
                </a:solidFill>
              </a:defRPr>
            </a:lvl4pPr>
            <a:lvl5pPr marL="1828800" indent="0">
              <a:lnSpc>
                <a:spcPct val="100000"/>
              </a:lnSpc>
              <a:buNone/>
              <a:defRPr sz="1400" spc="50" baseline="0">
                <a:solidFill>
                  <a:schemeClr val="bg1"/>
                </a:solidFill>
              </a:defRPr>
            </a:lvl5pPr>
          </a:lstStyle>
          <a:p>
            <a:pPr lvl="0" rtl="0"/>
            <a:r>
              <a:rPr lang="fr-FR" noProof="0"/>
              <a:t>Cliquez pour modifier les styles du texte du masque</a:t>
            </a:r>
          </a:p>
        </p:txBody>
      </p:sp>
      <p:pic>
        <p:nvPicPr>
          <p:cNvPr id="11" name="Graphisme 10">
            <a:extLst>
              <a:ext uri="{FF2B5EF4-FFF2-40B4-BE49-F238E27FC236}">
                <a16:creationId xmlns:a16="http://schemas.microsoft.com/office/drawing/2014/main" id="{B38B0D13-BD5F-460B-B337-F4A9342026D0}"/>
              </a:ext>
              <a:ext uri="{C183D7F6-B498-43B3-948B-1728B52AA6E4}">
                <adec:decorative xmlns:adec="http://schemas.microsoft.com/office/drawing/2017/decorative" val="1"/>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1465141" y="2358007"/>
            <a:ext cx="2438400" cy="2019300"/>
          </a:xfrm>
          <a:prstGeom prst="rect">
            <a:avLst/>
          </a:prstGeom>
        </p:spPr>
      </p:pic>
      <p:pic>
        <p:nvPicPr>
          <p:cNvPr id="13" name="Graphisme 12">
            <a:extLst>
              <a:ext uri="{FF2B5EF4-FFF2-40B4-BE49-F238E27FC236}">
                <a16:creationId xmlns:a16="http://schemas.microsoft.com/office/drawing/2014/main" id="{BE72876B-D3DA-4462-9E24-3354D8D02A27}"/>
              </a:ext>
              <a:ext uri="{C183D7F6-B498-43B3-948B-1728B52AA6E4}">
                <adec:decorative xmlns:adec="http://schemas.microsoft.com/office/drawing/2017/decorative" val="1"/>
              </a:ext>
            </a:extLst>
          </p:cNvPr>
          <p:cNvPicPr>
            <a:picLocks noChangeAspect="1"/>
          </p:cNvPicPr>
          <p:nvPr userDrawn="1"/>
        </p:nvPicPr>
        <p:blipFill>
          <a:blip r:embed="rId4">
            <a:extLst>
              <a:ext uri="{96DAC541-7B7A-43D3-8B79-37D633B846F1}">
                <asvg:svgBlip xmlns:asvg="http://schemas.microsoft.com/office/drawing/2016/SVG/main" r:embed="rId5"/>
              </a:ext>
            </a:extLst>
          </a:blip>
          <a:stretch>
            <a:fillRect/>
          </a:stretch>
        </p:blipFill>
        <p:spPr>
          <a:xfrm>
            <a:off x="5000625" y="2531837"/>
            <a:ext cx="2190750" cy="1943100"/>
          </a:xfrm>
          <a:prstGeom prst="rect">
            <a:avLst/>
          </a:prstGeom>
        </p:spPr>
      </p:pic>
      <p:pic>
        <p:nvPicPr>
          <p:cNvPr id="15" name="Graphisme 14">
            <a:extLst>
              <a:ext uri="{FF2B5EF4-FFF2-40B4-BE49-F238E27FC236}">
                <a16:creationId xmlns:a16="http://schemas.microsoft.com/office/drawing/2014/main" id="{14A539B6-6E3F-41BA-ACE2-76E8BB651636}"/>
              </a:ext>
              <a:ext uri="{C183D7F6-B498-43B3-948B-1728B52AA6E4}">
                <adec:decorative xmlns:adec="http://schemas.microsoft.com/office/drawing/2017/decorative" val="1"/>
              </a:ext>
            </a:extLst>
          </p:cNvPr>
          <p:cNvPicPr>
            <a:picLocks noChangeAspect="1"/>
          </p:cNvPicPr>
          <p:nvPr userDrawn="1"/>
        </p:nvPicPr>
        <p:blipFill>
          <a:blip r:embed="rId6">
            <a:extLst>
              <a:ext uri="{96DAC541-7B7A-43D3-8B79-37D633B846F1}">
                <asvg:svgBlip xmlns:asvg="http://schemas.microsoft.com/office/drawing/2016/SVG/main" r:embed="rId7"/>
              </a:ext>
            </a:extLst>
          </a:blip>
          <a:stretch>
            <a:fillRect/>
          </a:stretch>
        </p:blipFill>
        <p:spPr>
          <a:xfrm>
            <a:off x="8345608" y="2421056"/>
            <a:ext cx="2324100" cy="2057400"/>
          </a:xfrm>
          <a:prstGeom prst="rect">
            <a:avLst/>
          </a:prstGeom>
        </p:spPr>
      </p:pic>
      <p:sp>
        <p:nvSpPr>
          <p:cNvPr id="25" name="Espace réservé du contenu 3">
            <a:extLst>
              <a:ext uri="{FF2B5EF4-FFF2-40B4-BE49-F238E27FC236}">
                <a16:creationId xmlns:a16="http://schemas.microsoft.com/office/drawing/2014/main" id="{82D8880F-3EAC-45C9-91F2-19A193791A18}"/>
              </a:ext>
            </a:extLst>
          </p:cNvPr>
          <p:cNvSpPr>
            <a:spLocks noGrp="1"/>
          </p:cNvSpPr>
          <p:nvPr>
            <p:ph sz="half" idx="17" hasCustomPrompt="1"/>
          </p:nvPr>
        </p:nvSpPr>
        <p:spPr>
          <a:xfrm>
            <a:off x="1129698" y="5280763"/>
            <a:ext cx="3124093" cy="462927"/>
          </a:xfrm>
        </p:spPr>
        <p:txBody>
          <a:bodyPr rtlCol="0">
            <a:normAutofit/>
          </a:bodyPr>
          <a:lstStyle>
            <a:lvl1pPr marL="0" indent="0" algn="ctr">
              <a:lnSpc>
                <a:spcPct val="100000"/>
              </a:lnSpc>
              <a:buNone/>
              <a:defRPr sz="1400" cap="none" spc="50" baseline="0">
                <a:solidFill>
                  <a:schemeClr val="tx1">
                    <a:lumMod val="75000"/>
                    <a:lumOff val="25000"/>
                  </a:schemeClr>
                </a:solidFill>
              </a:defRPr>
            </a:lvl1pPr>
            <a:lvl2pPr marL="457200" indent="0">
              <a:lnSpc>
                <a:spcPct val="100000"/>
              </a:lnSpc>
              <a:buNone/>
              <a:defRPr sz="1400" spc="50" baseline="0">
                <a:solidFill>
                  <a:schemeClr val="bg1"/>
                </a:solidFill>
              </a:defRPr>
            </a:lvl2pPr>
            <a:lvl3pPr marL="914400" indent="0">
              <a:lnSpc>
                <a:spcPct val="100000"/>
              </a:lnSpc>
              <a:buNone/>
              <a:defRPr sz="1400" spc="50" baseline="0">
                <a:solidFill>
                  <a:schemeClr val="bg1"/>
                </a:solidFill>
              </a:defRPr>
            </a:lvl3pPr>
            <a:lvl4pPr marL="1371600" indent="0">
              <a:lnSpc>
                <a:spcPct val="100000"/>
              </a:lnSpc>
              <a:buNone/>
              <a:defRPr sz="1400" spc="50" baseline="0">
                <a:solidFill>
                  <a:schemeClr val="bg1"/>
                </a:solidFill>
              </a:defRPr>
            </a:lvl4pPr>
            <a:lvl5pPr marL="1828800" indent="0">
              <a:lnSpc>
                <a:spcPct val="100000"/>
              </a:lnSpc>
              <a:buNone/>
              <a:defRPr sz="1400" spc="50" baseline="0">
                <a:solidFill>
                  <a:schemeClr val="bg1"/>
                </a:solidFill>
              </a:defRPr>
            </a:lvl5pPr>
          </a:lstStyle>
          <a:p>
            <a:pPr lvl="0" rtl="0"/>
            <a:r>
              <a:rPr lang="fr-CA" noProof="0"/>
              <a:t>Modifiez les styles du texte</a:t>
            </a:r>
          </a:p>
        </p:txBody>
      </p:sp>
      <p:sp>
        <p:nvSpPr>
          <p:cNvPr id="26" name="Espace réservé du contenu 5">
            <a:extLst>
              <a:ext uri="{FF2B5EF4-FFF2-40B4-BE49-F238E27FC236}">
                <a16:creationId xmlns:a16="http://schemas.microsoft.com/office/drawing/2014/main" id="{9019518E-E850-403D-A5B5-4B53F8C4A56B}"/>
              </a:ext>
            </a:extLst>
          </p:cNvPr>
          <p:cNvSpPr>
            <a:spLocks noGrp="1"/>
          </p:cNvSpPr>
          <p:nvPr>
            <p:ph sz="quarter" idx="18" hasCustomPrompt="1"/>
          </p:nvPr>
        </p:nvSpPr>
        <p:spPr>
          <a:xfrm>
            <a:off x="4526261" y="5280763"/>
            <a:ext cx="3139479" cy="462927"/>
          </a:xfrm>
        </p:spPr>
        <p:txBody>
          <a:bodyPr rtlCol="0">
            <a:normAutofit/>
          </a:bodyPr>
          <a:lstStyle>
            <a:lvl1pPr marL="0" indent="0" algn="ctr">
              <a:lnSpc>
                <a:spcPct val="100000"/>
              </a:lnSpc>
              <a:buNone/>
              <a:defRPr sz="1400" cap="none" spc="50" baseline="0">
                <a:solidFill>
                  <a:schemeClr val="tx1">
                    <a:lumMod val="75000"/>
                    <a:lumOff val="25000"/>
                  </a:schemeClr>
                </a:solidFill>
              </a:defRPr>
            </a:lvl1pPr>
            <a:lvl2pPr marL="457200" indent="0" algn="ctr">
              <a:lnSpc>
                <a:spcPct val="100000"/>
              </a:lnSpc>
              <a:buNone/>
              <a:defRPr sz="1400" cap="none" spc="50" baseline="0">
                <a:solidFill>
                  <a:schemeClr val="tx1">
                    <a:lumMod val="75000"/>
                    <a:lumOff val="25000"/>
                  </a:schemeClr>
                </a:solidFill>
              </a:defRPr>
            </a:lvl2pPr>
            <a:lvl3pPr marL="914400" indent="0">
              <a:lnSpc>
                <a:spcPct val="100000"/>
              </a:lnSpc>
              <a:buNone/>
              <a:defRPr sz="1400" spc="50" baseline="0">
                <a:solidFill>
                  <a:schemeClr val="bg1"/>
                </a:solidFill>
              </a:defRPr>
            </a:lvl3pPr>
            <a:lvl4pPr marL="1371600" indent="0">
              <a:lnSpc>
                <a:spcPct val="100000"/>
              </a:lnSpc>
              <a:buNone/>
              <a:defRPr sz="1400" spc="50" baseline="0">
                <a:solidFill>
                  <a:schemeClr val="bg1"/>
                </a:solidFill>
              </a:defRPr>
            </a:lvl4pPr>
            <a:lvl5pPr marL="1828800" indent="0">
              <a:lnSpc>
                <a:spcPct val="100000"/>
              </a:lnSpc>
              <a:buNone/>
              <a:defRPr sz="1400" spc="50" baseline="0">
                <a:solidFill>
                  <a:schemeClr val="bg1"/>
                </a:solidFill>
              </a:defRPr>
            </a:lvl5pPr>
          </a:lstStyle>
          <a:p>
            <a:pPr lvl="0" rtl="0"/>
            <a:r>
              <a:rPr lang="fr-CA" noProof="0"/>
              <a:t>Modifiez les styles du texte</a:t>
            </a:r>
          </a:p>
          <a:p>
            <a:pPr lvl="1" rtl="0"/>
            <a:endParaRPr lang="fr-CA" noProof="0"/>
          </a:p>
        </p:txBody>
      </p:sp>
      <p:sp>
        <p:nvSpPr>
          <p:cNvPr id="27" name="Espace réservé du contenu 3">
            <a:extLst>
              <a:ext uri="{FF2B5EF4-FFF2-40B4-BE49-F238E27FC236}">
                <a16:creationId xmlns:a16="http://schemas.microsoft.com/office/drawing/2014/main" id="{A8058154-45E5-403E-B714-AC85774F391F}"/>
              </a:ext>
            </a:extLst>
          </p:cNvPr>
          <p:cNvSpPr>
            <a:spLocks noGrp="1"/>
          </p:cNvSpPr>
          <p:nvPr>
            <p:ph sz="half" idx="19" hasCustomPrompt="1"/>
          </p:nvPr>
        </p:nvSpPr>
        <p:spPr>
          <a:xfrm>
            <a:off x="7938210" y="5280763"/>
            <a:ext cx="3124093" cy="462927"/>
          </a:xfrm>
        </p:spPr>
        <p:txBody>
          <a:bodyPr rtlCol="0">
            <a:normAutofit/>
          </a:bodyPr>
          <a:lstStyle>
            <a:lvl1pPr marL="0" indent="0" algn="ctr">
              <a:lnSpc>
                <a:spcPct val="100000"/>
              </a:lnSpc>
              <a:buNone/>
              <a:defRPr sz="1400" cap="none" spc="50" baseline="0">
                <a:solidFill>
                  <a:schemeClr val="tx1">
                    <a:lumMod val="75000"/>
                    <a:lumOff val="25000"/>
                  </a:schemeClr>
                </a:solidFill>
              </a:defRPr>
            </a:lvl1pPr>
            <a:lvl2pPr marL="457200" indent="0">
              <a:lnSpc>
                <a:spcPct val="100000"/>
              </a:lnSpc>
              <a:buNone/>
              <a:defRPr sz="1400" spc="50" baseline="0">
                <a:solidFill>
                  <a:schemeClr val="bg1"/>
                </a:solidFill>
              </a:defRPr>
            </a:lvl2pPr>
            <a:lvl3pPr marL="914400" indent="0">
              <a:lnSpc>
                <a:spcPct val="100000"/>
              </a:lnSpc>
              <a:buNone/>
              <a:defRPr sz="1400" spc="50" baseline="0">
                <a:solidFill>
                  <a:schemeClr val="bg1"/>
                </a:solidFill>
              </a:defRPr>
            </a:lvl3pPr>
            <a:lvl4pPr marL="1371600" indent="0">
              <a:lnSpc>
                <a:spcPct val="100000"/>
              </a:lnSpc>
              <a:buNone/>
              <a:defRPr sz="1400" spc="50" baseline="0">
                <a:solidFill>
                  <a:schemeClr val="bg1"/>
                </a:solidFill>
              </a:defRPr>
            </a:lvl4pPr>
            <a:lvl5pPr marL="1828800" indent="0">
              <a:lnSpc>
                <a:spcPct val="100000"/>
              </a:lnSpc>
              <a:buNone/>
              <a:defRPr sz="1400" spc="50" baseline="0">
                <a:solidFill>
                  <a:schemeClr val="bg1"/>
                </a:solidFill>
              </a:defRPr>
            </a:lvl5pPr>
          </a:lstStyle>
          <a:p>
            <a:pPr lvl="0" rtl="0"/>
            <a:r>
              <a:rPr lang="fr-CA" noProof="0"/>
              <a:t>Modifiez les styles du texte principal</a:t>
            </a:r>
          </a:p>
        </p:txBody>
      </p:sp>
      <p:sp>
        <p:nvSpPr>
          <p:cNvPr id="7" name="Espace réservé à la date 6">
            <a:extLst>
              <a:ext uri="{FF2B5EF4-FFF2-40B4-BE49-F238E27FC236}">
                <a16:creationId xmlns:a16="http://schemas.microsoft.com/office/drawing/2014/main" id="{F255C16C-AA88-4BBF-8040-11ECFED618E0}"/>
              </a:ext>
            </a:extLst>
          </p:cNvPr>
          <p:cNvSpPr>
            <a:spLocks noGrp="1"/>
          </p:cNvSpPr>
          <p:nvPr>
            <p:ph type="dt" sz="half" idx="10"/>
          </p:nvPr>
        </p:nvSpPr>
        <p:spPr/>
        <p:txBody>
          <a:bodyPr rtlCol="0"/>
          <a:lstStyle>
            <a:lvl1pPr>
              <a:defRPr sz="900"/>
            </a:lvl1pPr>
          </a:lstStyle>
          <a:p>
            <a:pPr rtl="0"/>
            <a:r>
              <a:rPr lang="fr-FR" noProof="0"/>
              <a:t>2023</a:t>
            </a:r>
            <a:endParaRPr lang="fr-CA" noProof="0"/>
          </a:p>
        </p:txBody>
      </p:sp>
      <p:sp>
        <p:nvSpPr>
          <p:cNvPr id="8" name="Espace réservé au pied de page 7">
            <a:extLst>
              <a:ext uri="{FF2B5EF4-FFF2-40B4-BE49-F238E27FC236}">
                <a16:creationId xmlns:a16="http://schemas.microsoft.com/office/drawing/2014/main" id="{CBE560E3-F935-488F-8F0E-191D7B6B54B8}"/>
              </a:ext>
            </a:extLst>
          </p:cNvPr>
          <p:cNvSpPr>
            <a:spLocks noGrp="1"/>
          </p:cNvSpPr>
          <p:nvPr>
            <p:ph type="ftr" sz="quarter" idx="11"/>
          </p:nvPr>
        </p:nvSpPr>
        <p:spPr/>
        <p:txBody>
          <a:bodyPr rtlCol="0"/>
          <a:lstStyle>
            <a:lvl1pPr>
              <a:defRPr sz="900"/>
            </a:lvl1pPr>
          </a:lstStyle>
          <a:p>
            <a:pPr rtl="0"/>
            <a:r>
              <a:rPr lang="fr-CA" noProof="0"/>
              <a:t>420-06A-FX</a:t>
            </a:r>
          </a:p>
        </p:txBody>
      </p:sp>
      <p:sp>
        <p:nvSpPr>
          <p:cNvPr id="9" name="Espace réservé à la diapositive 8">
            <a:extLst>
              <a:ext uri="{FF2B5EF4-FFF2-40B4-BE49-F238E27FC236}">
                <a16:creationId xmlns:a16="http://schemas.microsoft.com/office/drawing/2014/main" id="{9B9CD8B2-CC23-467F-B0EE-2CC06D6308BD}"/>
              </a:ext>
            </a:extLst>
          </p:cNvPr>
          <p:cNvSpPr>
            <a:spLocks noGrp="1"/>
          </p:cNvSpPr>
          <p:nvPr>
            <p:ph type="sldNum" sz="quarter" idx="12"/>
          </p:nvPr>
        </p:nvSpPr>
        <p:spPr/>
        <p:txBody>
          <a:bodyPr rtlCol="0"/>
          <a:lstStyle>
            <a:lvl1pPr>
              <a:defRPr sz="900"/>
            </a:lvl1pPr>
          </a:lstStyle>
          <a:p>
            <a:pPr rtl="0"/>
            <a:fld id="{B5CEABB6-07DC-46E8-9B57-56EC44A396E5}" type="slidenum">
              <a:rPr lang="fr-CA" noProof="0" smtClean="0"/>
              <a:t>‹#›</a:t>
            </a:fld>
            <a:endParaRPr lang="fr-CA" noProof="0"/>
          </a:p>
        </p:txBody>
      </p:sp>
    </p:spTree>
    <p:extLst>
      <p:ext uri="{BB962C8B-B14F-4D97-AF65-F5344CB8AC3E}">
        <p14:creationId xmlns:p14="http://schemas.microsoft.com/office/powerpoint/2010/main" val="1442619314"/>
      </p:ext>
    </p:extLst>
  </p:cSld>
  <p:clrMapOvr>
    <a:overrideClrMapping bg1="lt1" tx1="dk1" bg2="lt2" tx2="dk2" accent1="accent1" accent2="accent2" accent3="accent3" accent4="accent4" accent5="accent5" accent6="accent6" hlink="hlink" folHlink="folHlink"/>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twoTxTwoObj" preserve="1">
  <p:cSld name="Deux contenus">
    <p:bg>
      <p:bgPr>
        <a:solidFill>
          <a:schemeClr val="accent1"/>
        </a:solidFill>
        <a:effectLst/>
      </p:bgPr>
    </p:bg>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81CF3B5C-31C4-46BA-9FAD-72DF917A84DA}"/>
              </a:ext>
            </a:extLst>
          </p:cNvPr>
          <p:cNvSpPr>
            <a:spLocks noGrp="1"/>
          </p:cNvSpPr>
          <p:nvPr>
            <p:ph type="title" hasCustomPrompt="1"/>
          </p:nvPr>
        </p:nvSpPr>
        <p:spPr>
          <a:xfrm>
            <a:off x="2933700" y="892177"/>
            <a:ext cx="8421688" cy="1325563"/>
          </a:xfrm>
        </p:spPr>
        <p:txBody>
          <a:bodyPr rtlCol="0">
            <a:normAutofit/>
          </a:bodyPr>
          <a:lstStyle>
            <a:lvl1pPr>
              <a:defRPr lang="en-US" sz="2800" kern="1200" spc="150" baseline="0" dirty="0">
                <a:solidFill>
                  <a:schemeClr val="tx1">
                    <a:lumMod val="75000"/>
                    <a:lumOff val="25000"/>
                  </a:schemeClr>
                </a:solidFill>
                <a:latin typeface="+mj-lt"/>
                <a:ea typeface="+mj-ea"/>
                <a:cs typeface="+mj-cs"/>
              </a:defRPr>
            </a:lvl1pPr>
          </a:lstStyle>
          <a:p>
            <a:pPr rtl="0"/>
            <a:r>
              <a:rPr lang="fr-CA" noProof="0"/>
              <a:t>CLIQUEZ POUR MODIFIER LE STYLE DU TITRE DU MASQUE</a:t>
            </a:r>
          </a:p>
        </p:txBody>
      </p:sp>
      <p:sp>
        <p:nvSpPr>
          <p:cNvPr id="3" name="Espace réservé au texte 2">
            <a:extLst>
              <a:ext uri="{FF2B5EF4-FFF2-40B4-BE49-F238E27FC236}">
                <a16:creationId xmlns:a16="http://schemas.microsoft.com/office/drawing/2014/main" id="{B659CD1F-9DFB-4048-9B9B-2BD7D4EC6400}"/>
              </a:ext>
            </a:extLst>
          </p:cNvPr>
          <p:cNvSpPr>
            <a:spLocks noGrp="1"/>
          </p:cNvSpPr>
          <p:nvPr>
            <p:ph type="body" idx="1" hasCustomPrompt="1"/>
          </p:nvPr>
        </p:nvSpPr>
        <p:spPr>
          <a:xfrm>
            <a:off x="2933700" y="2776936"/>
            <a:ext cx="3924300" cy="823912"/>
          </a:xfrm>
        </p:spPr>
        <p:txBody>
          <a:bodyPr rtlCol="0" anchor="b">
            <a:noAutofit/>
          </a:bodyPr>
          <a:lstStyle>
            <a:lvl1pPr marL="0" indent="0">
              <a:buNone/>
              <a:defRPr lang="en-US" sz="2000" kern="1200" spc="150" baseline="0" dirty="0" smtClean="0">
                <a:solidFill>
                  <a:schemeClr val="tx1">
                    <a:lumMod val="75000"/>
                    <a:lumOff val="25000"/>
                  </a:schemeClr>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rtl="0"/>
            <a:r>
              <a:rPr lang="fr-CA" noProof="0"/>
              <a:t>CLIQUEZ POUR MODIFIER LE TEXTE PRINCIPAL</a:t>
            </a:r>
          </a:p>
        </p:txBody>
      </p:sp>
      <p:sp>
        <p:nvSpPr>
          <p:cNvPr id="4" name="Espace réservé au contenu 3">
            <a:extLst>
              <a:ext uri="{FF2B5EF4-FFF2-40B4-BE49-F238E27FC236}">
                <a16:creationId xmlns:a16="http://schemas.microsoft.com/office/drawing/2014/main" id="{AC9B20CF-6B91-4562-B799-0ABDAEBC0D2A}"/>
              </a:ext>
            </a:extLst>
          </p:cNvPr>
          <p:cNvSpPr>
            <a:spLocks noGrp="1"/>
          </p:cNvSpPr>
          <p:nvPr>
            <p:ph sz="half" idx="2" hasCustomPrompt="1"/>
          </p:nvPr>
        </p:nvSpPr>
        <p:spPr>
          <a:xfrm>
            <a:off x="2933700" y="3834606"/>
            <a:ext cx="3924300" cy="1997867"/>
          </a:xfrm>
        </p:spPr>
        <p:txBody>
          <a:bodyPr rtlCol="0">
            <a:normAutofit/>
          </a:bodyPr>
          <a:lstStyle>
            <a:lvl1pPr marL="0" indent="0">
              <a:lnSpc>
                <a:spcPct val="100000"/>
              </a:lnSpc>
              <a:buNone/>
              <a:defRPr sz="1400" spc="50" baseline="0">
                <a:solidFill>
                  <a:schemeClr val="tx1">
                    <a:lumMod val="75000"/>
                    <a:lumOff val="25000"/>
                  </a:schemeClr>
                </a:solidFill>
              </a:defRPr>
            </a:lvl1pPr>
            <a:lvl2pPr marL="457200" indent="0">
              <a:lnSpc>
                <a:spcPct val="100000"/>
              </a:lnSpc>
              <a:buNone/>
              <a:defRPr sz="1400" spc="50" baseline="0">
                <a:solidFill>
                  <a:schemeClr val="tx1">
                    <a:lumMod val="75000"/>
                    <a:lumOff val="25000"/>
                  </a:schemeClr>
                </a:solidFill>
              </a:defRPr>
            </a:lvl2pPr>
            <a:lvl3pPr marL="914400" indent="0">
              <a:lnSpc>
                <a:spcPct val="100000"/>
              </a:lnSpc>
              <a:buNone/>
              <a:defRPr sz="1400" spc="50" baseline="0">
                <a:solidFill>
                  <a:schemeClr val="tx1">
                    <a:lumMod val="75000"/>
                    <a:lumOff val="25000"/>
                  </a:schemeClr>
                </a:solidFill>
              </a:defRPr>
            </a:lvl3pPr>
            <a:lvl4pPr marL="1371600" indent="0">
              <a:lnSpc>
                <a:spcPct val="100000"/>
              </a:lnSpc>
              <a:buNone/>
              <a:defRPr sz="1400" spc="50" baseline="0">
                <a:solidFill>
                  <a:schemeClr val="tx1">
                    <a:lumMod val="75000"/>
                    <a:lumOff val="25000"/>
                  </a:schemeClr>
                </a:solidFill>
              </a:defRPr>
            </a:lvl4pPr>
            <a:lvl5pPr marL="1828800" indent="0">
              <a:lnSpc>
                <a:spcPct val="100000"/>
              </a:lnSpc>
              <a:buNone/>
              <a:defRPr sz="1400" spc="50" baseline="0">
                <a:solidFill>
                  <a:schemeClr val="tx1">
                    <a:lumMod val="75000"/>
                    <a:lumOff val="25000"/>
                  </a:schemeClr>
                </a:solidFill>
              </a:defRPr>
            </a:lvl5pPr>
          </a:lstStyle>
          <a:p>
            <a:pPr lvl="0" rtl="0"/>
            <a:r>
              <a:rPr lang="fr-CA" noProof="0"/>
              <a:t>Modifiez les styles du texte</a:t>
            </a:r>
          </a:p>
          <a:p>
            <a:pPr lvl="1" rtl="0"/>
            <a:r>
              <a:rPr lang="fr-CA" noProof="0"/>
              <a:t>Deuxième niveau</a:t>
            </a:r>
          </a:p>
          <a:p>
            <a:pPr lvl="2" rtl="0"/>
            <a:r>
              <a:rPr lang="fr-CA" noProof="0"/>
              <a:t>Troisième niveau</a:t>
            </a:r>
          </a:p>
          <a:p>
            <a:pPr lvl="3" rtl="0"/>
            <a:r>
              <a:rPr lang="fr-CA" noProof="0"/>
              <a:t>Quatrième niveau</a:t>
            </a:r>
          </a:p>
          <a:p>
            <a:pPr lvl="4" rtl="0"/>
            <a:r>
              <a:rPr lang="fr-CA" noProof="0"/>
              <a:t>Cinquième niveau</a:t>
            </a:r>
          </a:p>
        </p:txBody>
      </p:sp>
      <p:sp>
        <p:nvSpPr>
          <p:cNvPr id="5" name="Espace réservé au texte 4">
            <a:extLst>
              <a:ext uri="{FF2B5EF4-FFF2-40B4-BE49-F238E27FC236}">
                <a16:creationId xmlns:a16="http://schemas.microsoft.com/office/drawing/2014/main" id="{B374FC39-67F6-42EA-BCD1-F69AE2F0F22D}"/>
              </a:ext>
            </a:extLst>
          </p:cNvPr>
          <p:cNvSpPr>
            <a:spLocks noGrp="1"/>
          </p:cNvSpPr>
          <p:nvPr>
            <p:ph type="body" sz="quarter" idx="3" hasCustomPrompt="1"/>
          </p:nvPr>
        </p:nvSpPr>
        <p:spPr>
          <a:xfrm>
            <a:off x="7410173" y="2776936"/>
            <a:ext cx="3943627" cy="823912"/>
          </a:xfrm>
        </p:spPr>
        <p:txBody>
          <a:bodyPr rtlCol="0" anchor="b">
            <a:noAutofit/>
          </a:bodyPr>
          <a:lstStyle>
            <a:lvl1pPr marL="0" indent="0">
              <a:buNone/>
              <a:defRPr lang="en-US" sz="2000" kern="1200" spc="150" baseline="0" dirty="0" smtClean="0">
                <a:solidFill>
                  <a:schemeClr val="tx1">
                    <a:lumMod val="75000"/>
                    <a:lumOff val="25000"/>
                  </a:schemeClr>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marL="0" lvl="0" indent="0" algn="l" defTabSz="914400" rtl="0" eaLnBrk="1" latinLnBrk="0" hangingPunct="1">
              <a:lnSpc>
                <a:spcPct val="90000"/>
              </a:lnSpc>
              <a:spcBef>
                <a:spcPts val="1000"/>
              </a:spcBef>
              <a:buFont typeface="Arial" panose="020B0604020202020204" pitchFamily="34" charset="0"/>
              <a:buNone/>
            </a:pPr>
            <a:r>
              <a:rPr lang="fr-CA" noProof="0"/>
              <a:t>CLIQUEZ POUR MODIFIER LE TEXTE PRINCIPAL</a:t>
            </a:r>
          </a:p>
        </p:txBody>
      </p:sp>
      <p:sp>
        <p:nvSpPr>
          <p:cNvPr id="6" name="Espace réservé du contenu 5">
            <a:extLst>
              <a:ext uri="{FF2B5EF4-FFF2-40B4-BE49-F238E27FC236}">
                <a16:creationId xmlns:a16="http://schemas.microsoft.com/office/drawing/2014/main" id="{B36EE64B-44BF-4634-97BC-5ED74C6DF280}"/>
              </a:ext>
            </a:extLst>
          </p:cNvPr>
          <p:cNvSpPr>
            <a:spLocks noGrp="1"/>
          </p:cNvSpPr>
          <p:nvPr>
            <p:ph sz="quarter" idx="4" hasCustomPrompt="1"/>
          </p:nvPr>
        </p:nvSpPr>
        <p:spPr>
          <a:xfrm>
            <a:off x="7410173" y="3834606"/>
            <a:ext cx="3943627" cy="1997867"/>
          </a:xfrm>
        </p:spPr>
        <p:txBody>
          <a:bodyPr rtlCol="0">
            <a:normAutofit/>
          </a:bodyPr>
          <a:lstStyle>
            <a:lvl1pPr marL="0" indent="0">
              <a:lnSpc>
                <a:spcPct val="100000"/>
              </a:lnSpc>
              <a:buNone/>
              <a:defRPr sz="1400" spc="50" baseline="0">
                <a:solidFill>
                  <a:schemeClr val="tx1">
                    <a:lumMod val="75000"/>
                    <a:lumOff val="25000"/>
                  </a:schemeClr>
                </a:solidFill>
              </a:defRPr>
            </a:lvl1pPr>
            <a:lvl2pPr marL="457200" indent="0">
              <a:lnSpc>
                <a:spcPct val="100000"/>
              </a:lnSpc>
              <a:buNone/>
              <a:defRPr sz="1400" spc="50" baseline="0">
                <a:solidFill>
                  <a:schemeClr val="tx1">
                    <a:lumMod val="75000"/>
                    <a:lumOff val="25000"/>
                  </a:schemeClr>
                </a:solidFill>
              </a:defRPr>
            </a:lvl2pPr>
            <a:lvl3pPr marL="914400" indent="0">
              <a:lnSpc>
                <a:spcPct val="100000"/>
              </a:lnSpc>
              <a:buNone/>
              <a:defRPr sz="1400" spc="50" baseline="0">
                <a:solidFill>
                  <a:schemeClr val="tx1">
                    <a:lumMod val="75000"/>
                    <a:lumOff val="25000"/>
                  </a:schemeClr>
                </a:solidFill>
              </a:defRPr>
            </a:lvl3pPr>
            <a:lvl4pPr marL="1371600" indent="0">
              <a:lnSpc>
                <a:spcPct val="100000"/>
              </a:lnSpc>
              <a:buNone/>
              <a:defRPr sz="1400" spc="50" baseline="0">
                <a:solidFill>
                  <a:schemeClr val="tx1">
                    <a:lumMod val="75000"/>
                    <a:lumOff val="25000"/>
                  </a:schemeClr>
                </a:solidFill>
              </a:defRPr>
            </a:lvl4pPr>
            <a:lvl5pPr marL="1828800" indent="0">
              <a:lnSpc>
                <a:spcPct val="100000"/>
              </a:lnSpc>
              <a:buNone/>
              <a:defRPr sz="1400" spc="50" baseline="0">
                <a:solidFill>
                  <a:schemeClr val="tx1">
                    <a:lumMod val="75000"/>
                    <a:lumOff val="25000"/>
                  </a:schemeClr>
                </a:solidFill>
              </a:defRPr>
            </a:lvl5pPr>
          </a:lstStyle>
          <a:p>
            <a:pPr lvl="0" rtl="0"/>
            <a:r>
              <a:rPr lang="fr-CA" noProof="0"/>
              <a:t>Modifiez les styles du texte</a:t>
            </a:r>
          </a:p>
          <a:p>
            <a:pPr lvl="1" rtl="0"/>
            <a:r>
              <a:rPr lang="fr-CA" noProof="0"/>
              <a:t>Deuxième niveau</a:t>
            </a:r>
          </a:p>
          <a:p>
            <a:pPr lvl="2" rtl="0"/>
            <a:r>
              <a:rPr lang="fr-CA" noProof="0"/>
              <a:t>Troisième niveau</a:t>
            </a:r>
          </a:p>
          <a:p>
            <a:pPr lvl="3" rtl="0"/>
            <a:r>
              <a:rPr lang="fr-CA" noProof="0"/>
              <a:t>Quatrième niveau</a:t>
            </a:r>
          </a:p>
          <a:p>
            <a:pPr lvl="4" rtl="0"/>
            <a:r>
              <a:rPr lang="fr-CA" noProof="0"/>
              <a:t>Cinquième niveau</a:t>
            </a:r>
          </a:p>
        </p:txBody>
      </p:sp>
      <p:sp>
        <p:nvSpPr>
          <p:cNvPr id="7" name="Espace réservé à la date 6">
            <a:extLst>
              <a:ext uri="{FF2B5EF4-FFF2-40B4-BE49-F238E27FC236}">
                <a16:creationId xmlns:a16="http://schemas.microsoft.com/office/drawing/2014/main" id="{F255C16C-AA88-4BBF-8040-11ECFED618E0}"/>
              </a:ext>
            </a:extLst>
          </p:cNvPr>
          <p:cNvSpPr>
            <a:spLocks noGrp="1"/>
          </p:cNvSpPr>
          <p:nvPr>
            <p:ph type="dt" sz="half" idx="10"/>
          </p:nvPr>
        </p:nvSpPr>
        <p:spPr/>
        <p:txBody>
          <a:bodyPr rtlCol="0"/>
          <a:lstStyle>
            <a:lvl1pPr>
              <a:defRPr sz="900"/>
            </a:lvl1pPr>
          </a:lstStyle>
          <a:p>
            <a:pPr rtl="0"/>
            <a:r>
              <a:rPr lang="fr-FR" noProof="0"/>
              <a:t>2023</a:t>
            </a:r>
            <a:endParaRPr lang="fr-CA" noProof="0"/>
          </a:p>
        </p:txBody>
      </p:sp>
      <p:sp>
        <p:nvSpPr>
          <p:cNvPr id="8" name="Espace réservé au pied de page 7">
            <a:extLst>
              <a:ext uri="{FF2B5EF4-FFF2-40B4-BE49-F238E27FC236}">
                <a16:creationId xmlns:a16="http://schemas.microsoft.com/office/drawing/2014/main" id="{CBE560E3-F935-488F-8F0E-191D7B6B54B8}"/>
              </a:ext>
            </a:extLst>
          </p:cNvPr>
          <p:cNvSpPr>
            <a:spLocks noGrp="1"/>
          </p:cNvSpPr>
          <p:nvPr>
            <p:ph type="ftr" sz="quarter" idx="11"/>
          </p:nvPr>
        </p:nvSpPr>
        <p:spPr/>
        <p:txBody>
          <a:bodyPr rtlCol="0"/>
          <a:lstStyle>
            <a:lvl1pPr>
              <a:defRPr sz="900"/>
            </a:lvl1pPr>
          </a:lstStyle>
          <a:p>
            <a:pPr rtl="0"/>
            <a:r>
              <a:rPr lang="fr-CA" noProof="0"/>
              <a:t>420-06A-FX</a:t>
            </a:r>
          </a:p>
        </p:txBody>
      </p:sp>
      <p:sp>
        <p:nvSpPr>
          <p:cNvPr id="9" name="Espace réservé à la diapositive 8">
            <a:extLst>
              <a:ext uri="{FF2B5EF4-FFF2-40B4-BE49-F238E27FC236}">
                <a16:creationId xmlns:a16="http://schemas.microsoft.com/office/drawing/2014/main" id="{9B9CD8B2-CC23-467F-B0EE-2CC06D6308BD}"/>
              </a:ext>
            </a:extLst>
          </p:cNvPr>
          <p:cNvSpPr>
            <a:spLocks noGrp="1"/>
          </p:cNvSpPr>
          <p:nvPr>
            <p:ph type="sldNum" sz="quarter" idx="12"/>
          </p:nvPr>
        </p:nvSpPr>
        <p:spPr/>
        <p:txBody>
          <a:bodyPr rtlCol="0"/>
          <a:lstStyle>
            <a:lvl1pPr>
              <a:defRPr sz="900"/>
            </a:lvl1pPr>
          </a:lstStyle>
          <a:p>
            <a:pPr rtl="0"/>
            <a:fld id="{B5CEABB6-07DC-46E8-9B57-56EC44A396E5}" type="slidenum">
              <a:rPr lang="fr-CA" noProof="0" smtClean="0"/>
              <a:t>‹#›</a:t>
            </a:fld>
            <a:endParaRPr lang="fr-CA" noProof="0"/>
          </a:p>
        </p:txBody>
      </p:sp>
      <p:pic>
        <p:nvPicPr>
          <p:cNvPr id="11" name="Graphisme 10">
            <a:extLst>
              <a:ext uri="{FF2B5EF4-FFF2-40B4-BE49-F238E27FC236}">
                <a16:creationId xmlns:a16="http://schemas.microsoft.com/office/drawing/2014/main" id="{EE24E1DB-1F20-4C28-8069-D9219D1F8BBD}"/>
              </a:ext>
            </a:extLst>
          </p:cNvPr>
          <p:cNvPicPr>
            <a:picLocks noChangeAspect="1"/>
          </p:cNvPicPr>
          <p:nvPr/>
        </p:nvPicPr>
        <p:blipFill rotWithShape="1">
          <a:blip r:embed="rId2">
            <a:extLst>
              <a:ext uri="{96DAC541-7B7A-43D3-8B79-37D633B846F1}">
                <asvg:svgBlip xmlns:asvg="http://schemas.microsoft.com/office/drawing/2016/SVG/main" r:embed="rId3"/>
              </a:ext>
            </a:extLst>
          </a:blip>
          <a:srcRect l="39434" t="20278" b="22673"/>
          <a:stretch/>
        </p:blipFill>
        <p:spPr>
          <a:xfrm>
            <a:off x="25785" y="0"/>
            <a:ext cx="4368030" cy="3912394"/>
          </a:xfrm>
          <a:prstGeom prst="rect">
            <a:avLst/>
          </a:prstGeom>
        </p:spPr>
      </p:pic>
    </p:spTree>
    <p:extLst>
      <p:ext uri="{BB962C8B-B14F-4D97-AF65-F5344CB8AC3E}">
        <p14:creationId xmlns:p14="http://schemas.microsoft.com/office/powerpoint/2010/main" val="3021740900"/>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Contenu">
    <p:spTree>
      <p:nvGrpSpPr>
        <p:cNvPr id="1" name=""/>
        <p:cNvGrpSpPr/>
        <p:nvPr/>
      </p:nvGrpSpPr>
      <p:grpSpPr>
        <a:xfrm>
          <a:off x="0" y="0"/>
          <a:ext cx="0" cy="0"/>
          <a:chOff x="0" y="0"/>
          <a:chExt cx="0" cy="0"/>
        </a:xfrm>
      </p:grpSpPr>
      <p:pic>
        <p:nvPicPr>
          <p:cNvPr id="14" name="Graphisme 13">
            <a:extLst>
              <a:ext uri="{FF2B5EF4-FFF2-40B4-BE49-F238E27FC236}">
                <a16:creationId xmlns:a16="http://schemas.microsoft.com/office/drawing/2014/main" id="{AE202E03-5C65-4305-B969-65220AD41002}"/>
              </a:ext>
              <a:ext uri="{C183D7F6-B498-43B3-948B-1728B52AA6E4}">
                <adec:decorative xmlns:adec="http://schemas.microsoft.com/office/drawing/2017/decorative" val="1"/>
              </a:ext>
            </a:extLst>
          </p:cNvPr>
          <p:cNvPicPr>
            <a:picLocks noChangeAspect="1"/>
          </p:cNvPicPr>
          <p:nvPr userDrawn="1"/>
        </p:nvPicPr>
        <p:blipFill rotWithShape="1">
          <a:blip r:embed="rId2">
            <a:extLst>
              <a:ext uri="{96DAC541-7B7A-43D3-8B79-37D633B846F1}">
                <asvg:svgBlip xmlns:asvg="http://schemas.microsoft.com/office/drawing/2016/SVG/main" r:embed="rId3"/>
              </a:ext>
            </a:extLst>
          </a:blip>
          <a:srcRect t="18301" r="41825" b="23071"/>
          <a:stretch/>
        </p:blipFill>
        <p:spPr>
          <a:xfrm flipH="1">
            <a:off x="0" y="0"/>
            <a:ext cx="5441888" cy="6858000"/>
          </a:xfrm>
          <a:custGeom>
            <a:avLst/>
            <a:gdLst>
              <a:gd name="connsiteX0" fmla="*/ 5441888 w 5441888"/>
              <a:gd name="connsiteY0" fmla="*/ 0 h 6858000"/>
              <a:gd name="connsiteX1" fmla="*/ 0 w 5441888"/>
              <a:gd name="connsiteY1" fmla="*/ 0 h 6858000"/>
              <a:gd name="connsiteX2" fmla="*/ 0 w 5441888"/>
              <a:gd name="connsiteY2" fmla="*/ 6858000 h 6858000"/>
              <a:gd name="connsiteX3" fmla="*/ 5441888 w 5441888"/>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5441888" h="6858000">
                <a:moveTo>
                  <a:pt x="5441888" y="0"/>
                </a:moveTo>
                <a:lnTo>
                  <a:pt x="0" y="0"/>
                </a:lnTo>
                <a:lnTo>
                  <a:pt x="0" y="6858000"/>
                </a:lnTo>
                <a:lnTo>
                  <a:pt x="5441888" y="6858000"/>
                </a:lnTo>
                <a:close/>
              </a:path>
            </a:pathLst>
          </a:custGeom>
        </p:spPr>
      </p:pic>
      <p:sp>
        <p:nvSpPr>
          <p:cNvPr id="19" name="Titre 1">
            <a:extLst>
              <a:ext uri="{FF2B5EF4-FFF2-40B4-BE49-F238E27FC236}">
                <a16:creationId xmlns:a16="http://schemas.microsoft.com/office/drawing/2014/main" id="{1E1C8C6D-0530-475B-A7F7-0E00C33ACFEB}"/>
              </a:ext>
            </a:extLst>
          </p:cNvPr>
          <p:cNvSpPr>
            <a:spLocks noGrp="1"/>
          </p:cNvSpPr>
          <p:nvPr>
            <p:ph type="title" hasCustomPrompt="1"/>
          </p:nvPr>
        </p:nvSpPr>
        <p:spPr>
          <a:xfrm>
            <a:off x="5920169" y="1152771"/>
            <a:ext cx="5431971" cy="846301"/>
          </a:xfrm>
        </p:spPr>
        <p:txBody>
          <a:bodyPr rtlCol="0" anchor="t">
            <a:normAutofit/>
          </a:bodyPr>
          <a:lstStyle>
            <a:lvl1pPr>
              <a:defRPr lang="en-US" sz="2800" kern="1200" cap="all" spc="150" baseline="0" dirty="0">
                <a:solidFill>
                  <a:schemeClr val="tx1">
                    <a:lumMod val="75000"/>
                    <a:lumOff val="25000"/>
                  </a:schemeClr>
                </a:solidFill>
                <a:latin typeface="+mj-lt"/>
                <a:ea typeface="+mj-ea"/>
                <a:cs typeface="+mj-cs"/>
              </a:defRPr>
            </a:lvl1pPr>
          </a:lstStyle>
          <a:p>
            <a:pPr rtl="0"/>
            <a:r>
              <a:rPr lang="fr-CA" noProof="0"/>
              <a:t>MODIFIEZ LE STYLE DU TITRE PRINCIPAL</a:t>
            </a:r>
          </a:p>
        </p:txBody>
      </p:sp>
      <p:sp>
        <p:nvSpPr>
          <p:cNvPr id="20" name="Espace réservé au texte 15">
            <a:extLst>
              <a:ext uri="{FF2B5EF4-FFF2-40B4-BE49-F238E27FC236}">
                <a16:creationId xmlns:a16="http://schemas.microsoft.com/office/drawing/2014/main" id="{3D2778A3-7084-4333-8349-03B1FEB5FE75}"/>
              </a:ext>
            </a:extLst>
          </p:cNvPr>
          <p:cNvSpPr>
            <a:spLocks noGrp="1"/>
          </p:cNvSpPr>
          <p:nvPr>
            <p:ph type="body" sz="quarter" idx="13" hasCustomPrompt="1"/>
          </p:nvPr>
        </p:nvSpPr>
        <p:spPr>
          <a:xfrm>
            <a:off x="5922254" y="2469515"/>
            <a:ext cx="5433204" cy="365125"/>
          </a:xfrm>
        </p:spPr>
        <p:txBody>
          <a:bodyPr rtlCol="0">
            <a:normAutofit/>
          </a:bodyPr>
          <a:lstStyle>
            <a:lvl1pPr marL="0" indent="0">
              <a:buNone/>
              <a:defRPr lang="en-US" sz="2000" kern="1200" cap="all" spc="150" baseline="0" dirty="0">
                <a:solidFill>
                  <a:schemeClr val="tx1">
                    <a:lumMod val="75000"/>
                    <a:lumOff val="25000"/>
                  </a:schemeClr>
                </a:solidFill>
                <a:latin typeface="+mj-lt"/>
                <a:ea typeface="+mj-ea"/>
                <a:cs typeface="+mj-cs"/>
              </a:defRPr>
            </a:lvl1pPr>
          </a:lstStyle>
          <a:p>
            <a:pPr lvl="0" rtl="0"/>
            <a:r>
              <a:rPr lang="fr-CA" noProof="0"/>
              <a:t>CLIQUEZ POUR AJOUTER UN SOUS-TITRE</a:t>
            </a:r>
          </a:p>
        </p:txBody>
      </p:sp>
      <p:sp>
        <p:nvSpPr>
          <p:cNvPr id="25" name="Espace réservé au texte 18">
            <a:extLst>
              <a:ext uri="{FF2B5EF4-FFF2-40B4-BE49-F238E27FC236}">
                <a16:creationId xmlns:a16="http://schemas.microsoft.com/office/drawing/2014/main" id="{70ED2545-F96B-400C-B6F4-F1D2D83B7243}"/>
              </a:ext>
            </a:extLst>
          </p:cNvPr>
          <p:cNvSpPr>
            <a:spLocks noGrp="1"/>
          </p:cNvSpPr>
          <p:nvPr>
            <p:ph type="body" sz="quarter" idx="15" hasCustomPrompt="1"/>
          </p:nvPr>
        </p:nvSpPr>
        <p:spPr>
          <a:xfrm>
            <a:off x="5921828" y="2798940"/>
            <a:ext cx="5431971" cy="3047678"/>
          </a:xfrm>
        </p:spPr>
        <p:txBody>
          <a:bodyPr rtlCol="0">
            <a:normAutofit/>
          </a:bodyPr>
          <a:lstStyle>
            <a:lvl1pPr marL="0" indent="0">
              <a:lnSpc>
                <a:spcPct val="100000"/>
              </a:lnSpc>
              <a:buFont typeface="Arial" panose="020B0604020202020204" pitchFamily="34" charset="0"/>
              <a:buNone/>
              <a:defRPr sz="1400">
                <a:solidFill>
                  <a:schemeClr val="tx1">
                    <a:lumMod val="75000"/>
                    <a:lumOff val="25000"/>
                  </a:schemeClr>
                </a:solidFill>
              </a:defRPr>
            </a:lvl1pPr>
          </a:lstStyle>
          <a:p>
            <a:pPr lvl="0" rtl="0"/>
            <a:r>
              <a:rPr lang="fr-CA" noProof="0"/>
              <a:t>Cliquez pour ajouter du texte</a:t>
            </a:r>
          </a:p>
        </p:txBody>
      </p:sp>
      <p:sp>
        <p:nvSpPr>
          <p:cNvPr id="21" name="Espace réservé à la date 6">
            <a:extLst>
              <a:ext uri="{FF2B5EF4-FFF2-40B4-BE49-F238E27FC236}">
                <a16:creationId xmlns:a16="http://schemas.microsoft.com/office/drawing/2014/main" id="{71F34533-9677-48AF-9374-976825F4BB7E}"/>
              </a:ext>
            </a:extLst>
          </p:cNvPr>
          <p:cNvSpPr>
            <a:spLocks noGrp="1"/>
          </p:cNvSpPr>
          <p:nvPr>
            <p:ph type="dt" sz="half" idx="10"/>
          </p:nvPr>
        </p:nvSpPr>
        <p:spPr>
          <a:xfrm>
            <a:off x="838200" y="6356350"/>
            <a:ext cx="2743200" cy="365125"/>
          </a:xfrm>
        </p:spPr>
        <p:txBody>
          <a:bodyPr rtlCol="0"/>
          <a:lstStyle>
            <a:lvl1pPr>
              <a:defRPr sz="900"/>
            </a:lvl1pPr>
          </a:lstStyle>
          <a:p>
            <a:pPr rtl="0"/>
            <a:r>
              <a:rPr lang="fr-FR" noProof="0"/>
              <a:t>2023</a:t>
            </a:r>
            <a:endParaRPr lang="fr-CA" noProof="0"/>
          </a:p>
        </p:txBody>
      </p:sp>
      <p:sp>
        <p:nvSpPr>
          <p:cNvPr id="22" name="Espace réservé au pied de page 7">
            <a:extLst>
              <a:ext uri="{FF2B5EF4-FFF2-40B4-BE49-F238E27FC236}">
                <a16:creationId xmlns:a16="http://schemas.microsoft.com/office/drawing/2014/main" id="{4FAB8A26-B99E-4F96-8327-A932A14F2C03}"/>
              </a:ext>
            </a:extLst>
          </p:cNvPr>
          <p:cNvSpPr>
            <a:spLocks noGrp="1"/>
          </p:cNvSpPr>
          <p:nvPr>
            <p:ph type="ftr" sz="quarter" idx="11"/>
          </p:nvPr>
        </p:nvSpPr>
        <p:spPr>
          <a:xfrm>
            <a:off x="4038600" y="6356350"/>
            <a:ext cx="4114800" cy="365125"/>
          </a:xfrm>
        </p:spPr>
        <p:txBody>
          <a:bodyPr rtlCol="0"/>
          <a:lstStyle>
            <a:lvl1pPr>
              <a:defRPr sz="900"/>
            </a:lvl1pPr>
          </a:lstStyle>
          <a:p>
            <a:pPr rtl="0"/>
            <a:r>
              <a:rPr lang="fr-CA" noProof="0"/>
              <a:t>420-06A-FX</a:t>
            </a:r>
          </a:p>
        </p:txBody>
      </p:sp>
      <p:sp>
        <p:nvSpPr>
          <p:cNvPr id="24" name="Espace réservé à la diapositive 8">
            <a:extLst>
              <a:ext uri="{FF2B5EF4-FFF2-40B4-BE49-F238E27FC236}">
                <a16:creationId xmlns:a16="http://schemas.microsoft.com/office/drawing/2014/main" id="{EB0962D2-BCC3-48AB-A769-2A7327D29191}"/>
              </a:ext>
            </a:extLst>
          </p:cNvPr>
          <p:cNvSpPr>
            <a:spLocks noGrp="1"/>
          </p:cNvSpPr>
          <p:nvPr>
            <p:ph type="sldNum" sz="quarter" idx="12"/>
          </p:nvPr>
        </p:nvSpPr>
        <p:spPr>
          <a:xfrm>
            <a:off x="8610600" y="6356350"/>
            <a:ext cx="2743200" cy="365125"/>
          </a:xfrm>
        </p:spPr>
        <p:txBody>
          <a:bodyPr rtlCol="0"/>
          <a:lstStyle>
            <a:lvl1pPr>
              <a:defRPr sz="900"/>
            </a:lvl1pPr>
          </a:lstStyle>
          <a:p>
            <a:pPr rtl="0"/>
            <a:fld id="{B5CEABB6-07DC-46E8-9B57-56EC44A396E5}" type="slidenum">
              <a:rPr lang="fr-CA" noProof="0" smtClean="0"/>
              <a:t>‹#›</a:t>
            </a:fld>
            <a:endParaRPr lang="fr-CA" noProof="0"/>
          </a:p>
        </p:txBody>
      </p:sp>
    </p:spTree>
    <p:extLst>
      <p:ext uri="{BB962C8B-B14F-4D97-AF65-F5344CB8AC3E}">
        <p14:creationId xmlns:p14="http://schemas.microsoft.com/office/powerpoint/2010/main" val="2376933483"/>
      </p:ext>
    </p:extLst>
  </p:cSld>
  <p:clrMapOvr>
    <a:masterClrMapping/>
  </p:clrMapOvr>
  <p:extLst>
    <p:ext uri="{DCECCB84-F9BA-43D5-87BE-67443E8EF086}">
      <p15:sldGuideLst xmlns:p15="http://schemas.microsoft.com/office/powerpoint/2012/main">
        <p15:guide id="1" pos="3000">
          <p15:clr>
            <a:srgbClr val="FBAE40"/>
          </p15:clr>
        </p15:guide>
      </p15:sldGuideLst>
    </p:ext>
  </p:extLst>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Chronologie 2">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7D46070C-E825-43D0-99F4-8B4614131131}"/>
              </a:ext>
            </a:extLst>
          </p:cNvPr>
          <p:cNvSpPr/>
          <p:nvPr userDrawn="1"/>
        </p:nvSpPr>
        <p:spPr>
          <a:xfrm>
            <a:off x="0" y="3057683"/>
            <a:ext cx="12191998" cy="201019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fr-CA" noProof="0">
              <a:solidFill>
                <a:schemeClr val="tx1">
                  <a:lumMod val="75000"/>
                  <a:lumOff val="25000"/>
                </a:schemeClr>
              </a:solidFill>
            </a:endParaRPr>
          </a:p>
        </p:txBody>
      </p:sp>
      <p:sp>
        <p:nvSpPr>
          <p:cNvPr id="2" name="Titre 1">
            <a:extLst>
              <a:ext uri="{FF2B5EF4-FFF2-40B4-BE49-F238E27FC236}">
                <a16:creationId xmlns:a16="http://schemas.microsoft.com/office/drawing/2014/main" id="{A1F8C642-49FB-4E16-A3A0-B2ACBEABFFD6}"/>
              </a:ext>
            </a:extLst>
          </p:cNvPr>
          <p:cNvSpPr>
            <a:spLocks noGrp="1"/>
          </p:cNvSpPr>
          <p:nvPr>
            <p:ph type="title" hasCustomPrompt="1"/>
          </p:nvPr>
        </p:nvSpPr>
        <p:spPr/>
        <p:txBody>
          <a:bodyPr rtlCol="0">
            <a:normAutofit/>
          </a:bodyPr>
          <a:lstStyle>
            <a:lvl1pPr algn="l">
              <a:defRPr lang="en-US" sz="2800" kern="1200" spc="150" baseline="0" dirty="0">
                <a:solidFill>
                  <a:schemeClr val="tx1">
                    <a:lumMod val="75000"/>
                    <a:lumOff val="25000"/>
                  </a:schemeClr>
                </a:solidFill>
                <a:latin typeface="+mj-lt"/>
                <a:ea typeface="+mj-ea"/>
                <a:cs typeface="+mj-cs"/>
              </a:defRPr>
            </a:lvl1pPr>
          </a:lstStyle>
          <a:p>
            <a:pPr rtl="0"/>
            <a:r>
              <a:rPr lang="fr-CA" noProof="0"/>
              <a:t>MODIFIEZ LE STYLE DU TITRE</a:t>
            </a:r>
          </a:p>
        </p:txBody>
      </p:sp>
      <p:sp>
        <p:nvSpPr>
          <p:cNvPr id="6" name="Espace réservé au texte 10">
            <a:extLst>
              <a:ext uri="{FF2B5EF4-FFF2-40B4-BE49-F238E27FC236}">
                <a16:creationId xmlns:a16="http://schemas.microsoft.com/office/drawing/2014/main" id="{E4E92FC5-6FC2-45C2-9200-3244F9EA69A0}"/>
              </a:ext>
            </a:extLst>
          </p:cNvPr>
          <p:cNvSpPr>
            <a:spLocks noGrp="1"/>
          </p:cNvSpPr>
          <p:nvPr>
            <p:ph type="body" sz="quarter" idx="33" hasCustomPrompt="1"/>
          </p:nvPr>
        </p:nvSpPr>
        <p:spPr>
          <a:xfrm>
            <a:off x="914399" y="3354712"/>
            <a:ext cx="731520" cy="457200"/>
          </a:xfrm>
        </p:spPr>
        <p:txBody>
          <a:bodyPr rtlCol="0" anchor="ctr"/>
          <a:lstStyle>
            <a:lvl1pPr marL="0" indent="0" algn="l">
              <a:buNone/>
              <a:defRPr sz="1400" b="1">
                <a:solidFill>
                  <a:schemeClr val="tx1">
                    <a:lumMod val="75000"/>
                    <a:lumOff val="25000"/>
                  </a:schemeClr>
                </a:solidFill>
                <a:latin typeface="+mj-lt"/>
              </a:defRPr>
            </a:lvl1pPr>
          </a:lstStyle>
          <a:p>
            <a:pPr lvl="0" rtl="0"/>
            <a:r>
              <a:rPr lang="fr-CA" noProof="0"/>
              <a:t>Année</a:t>
            </a:r>
          </a:p>
        </p:txBody>
      </p:sp>
      <p:sp>
        <p:nvSpPr>
          <p:cNvPr id="7" name="Espace réservé au texte 10">
            <a:extLst>
              <a:ext uri="{FF2B5EF4-FFF2-40B4-BE49-F238E27FC236}">
                <a16:creationId xmlns:a16="http://schemas.microsoft.com/office/drawing/2014/main" id="{4D75C136-D6C3-4431-8776-997070627AAB}"/>
              </a:ext>
            </a:extLst>
          </p:cNvPr>
          <p:cNvSpPr>
            <a:spLocks noGrp="1"/>
          </p:cNvSpPr>
          <p:nvPr>
            <p:ph type="body" sz="quarter" idx="34" hasCustomPrompt="1"/>
          </p:nvPr>
        </p:nvSpPr>
        <p:spPr>
          <a:xfrm>
            <a:off x="1965960" y="3502152"/>
            <a:ext cx="640080" cy="201776"/>
          </a:xfrm>
        </p:spPr>
        <p:txBody>
          <a:bodyPr rtlCol="0">
            <a:noAutofit/>
          </a:bodyPr>
          <a:lstStyle>
            <a:lvl1pPr marL="0" indent="0" algn="ctr">
              <a:buNone/>
              <a:defRPr sz="1000">
                <a:solidFill>
                  <a:schemeClr val="tx1">
                    <a:lumMod val="75000"/>
                    <a:lumOff val="25000"/>
                  </a:schemeClr>
                </a:solidFill>
              </a:defRPr>
            </a:lvl1pPr>
          </a:lstStyle>
          <a:p>
            <a:pPr lvl="0" rtl="0"/>
            <a:r>
              <a:rPr lang="fr-CA" noProof="0"/>
              <a:t>MM</a:t>
            </a:r>
          </a:p>
        </p:txBody>
      </p:sp>
      <p:sp>
        <p:nvSpPr>
          <p:cNvPr id="8" name="Espace réservé du texte 10">
            <a:extLst>
              <a:ext uri="{FF2B5EF4-FFF2-40B4-BE49-F238E27FC236}">
                <a16:creationId xmlns:a16="http://schemas.microsoft.com/office/drawing/2014/main" id="{FD15D323-BFE3-4ACE-9A2E-C9EB69458B12}"/>
              </a:ext>
            </a:extLst>
          </p:cNvPr>
          <p:cNvSpPr>
            <a:spLocks noGrp="1"/>
          </p:cNvSpPr>
          <p:nvPr>
            <p:ph type="body" sz="quarter" idx="35" hasCustomPrompt="1"/>
          </p:nvPr>
        </p:nvSpPr>
        <p:spPr>
          <a:xfrm>
            <a:off x="2753880" y="3502152"/>
            <a:ext cx="640080" cy="201776"/>
          </a:xfrm>
        </p:spPr>
        <p:txBody>
          <a:bodyPr rtlCol="0">
            <a:noAutofit/>
          </a:bodyPr>
          <a:lstStyle>
            <a:lvl1pPr marL="0" indent="0" algn="ctr">
              <a:buNone/>
              <a:defRPr sz="1000">
                <a:solidFill>
                  <a:schemeClr val="tx1">
                    <a:lumMod val="75000"/>
                    <a:lumOff val="25000"/>
                  </a:schemeClr>
                </a:solidFill>
              </a:defRPr>
            </a:lvl1pPr>
          </a:lstStyle>
          <a:p>
            <a:pPr lvl="0" rtl="0"/>
            <a:r>
              <a:rPr lang="fr-CA" noProof="0"/>
              <a:t>MM</a:t>
            </a:r>
          </a:p>
        </p:txBody>
      </p:sp>
      <p:sp>
        <p:nvSpPr>
          <p:cNvPr id="9" name="Espace réservé du texte 10">
            <a:extLst>
              <a:ext uri="{FF2B5EF4-FFF2-40B4-BE49-F238E27FC236}">
                <a16:creationId xmlns:a16="http://schemas.microsoft.com/office/drawing/2014/main" id="{3B520767-B49F-4503-8120-B66E411F33E4}"/>
              </a:ext>
            </a:extLst>
          </p:cNvPr>
          <p:cNvSpPr>
            <a:spLocks noGrp="1"/>
          </p:cNvSpPr>
          <p:nvPr>
            <p:ph type="body" sz="quarter" idx="36" hasCustomPrompt="1"/>
          </p:nvPr>
        </p:nvSpPr>
        <p:spPr>
          <a:xfrm>
            <a:off x="3541800" y="3502152"/>
            <a:ext cx="640080" cy="201776"/>
          </a:xfrm>
        </p:spPr>
        <p:txBody>
          <a:bodyPr rtlCol="0">
            <a:noAutofit/>
          </a:bodyPr>
          <a:lstStyle>
            <a:lvl1pPr marL="0" indent="0" algn="ctr">
              <a:buNone/>
              <a:defRPr sz="1000">
                <a:solidFill>
                  <a:schemeClr val="tx1">
                    <a:lumMod val="75000"/>
                    <a:lumOff val="25000"/>
                  </a:schemeClr>
                </a:solidFill>
              </a:defRPr>
            </a:lvl1pPr>
          </a:lstStyle>
          <a:p>
            <a:pPr lvl="0" rtl="0"/>
            <a:r>
              <a:rPr lang="fr-CA" noProof="0"/>
              <a:t>MM</a:t>
            </a:r>
          </a:p>
        </p:txBody>
      </p:sp>
      <p:sp>
        <p:nvSpPr>
          <p:cNvPr id="10" name="Espace réservé du texte 10">
            <a:extLst>
              <a:ext uri="{FF2B5EF4-FFF2-40B4-BE49-F238E27FC236}">
                <a16:creationId xmlns:a16="http://schemas.microsoft.com/office/drawing/2014/main" id="{30C2F5A0-E03E-4C89-B9EB-8D48889F5F91}"/>
              </a:ext>
            </a:extLst>
          </p:cNvPr>
          <p:cNvSpPr>
            <a:spLocks noGrp="1"/>
          </p:cNvSpPr>
          <p:nvPr>
            <p:ph type="body" sz="quarter" idx="37" hasCustomPrompt="1"/>
          </p:nvPr>
        </p:nvSpPr>
        <p:spPr>
          <a:xfrm>
            <a:off x="4329720" y="3502152"/>
            <a:ext cx="640080" cy="201776"/>
          </a:xfrm>
        </p:spPr>
        <p:txBody>
          <a:bodyPr rtlCol="0">
            <a:noAutofit/>
          </a:bodyPr>
          <a:lstStyle>
            <a:lvl1pPr marL="0" indent="0" algn="ctr">
              <a:buNone/>
              <a:defRPr sz="1000">
                <a:solidFill>
                  <a:schemeClr val="tx1">
                    <a:lumMod val="75000"/>
                    <a:lumOff val="25000"/>
                  </a:schemeClr>
                </a:solidFill>
              </a:defRPr>
            </a:lvl1pPr>
          </a:lstStyle>
          <a:p>
            <a:pPr lvl="0" rtl="0"/>
            <a:r>
              <a:rPr lang="fr-CA" noProof="0"/>
              <a:t>MM</a:t>
            </a:r>
          </a:p>
        </p:txBody>
      </p:sp>
      <p:sp>
        <p:nvSpPr>
          <p:cNvPr id="11" name="Espace réservé au texte 10">
            <a:extLst>
              <a:ext uri="{FF2B5EF4-FFF2-40B4-BE49-F238E27FC236}">
                <a16:creationId xmlns:a16="http://schemas.microsoft.com/office/drawing/2014/main" id="{AB3645A3-D681-45BF-B195-452D000802CA}"/>
              </a:ext>
            </a:extLst>
          </p:cNvPr>
          <p:cNvSpPr>
            <a:spLocks noGrp="1"/>
          </p:cNvSpPr>
          <p:nvPr>
            <p:ph type="body" sz="quarter" idx="38" hasCustomPrompt="1"/>
          </p:nvPr>
        </p:nvSpPr>
        <p:spPr>
          <a:xfrm>
            <a:off x="914400" y="4292468"/>
            <a:ext cx="731520" cy="457200"/>
          </a:xfrm>
        </p:spPr>
        <p:txBody>
          <a:bodyPr rtlCol="0" anchor="ctr"/>
          <a:lstStyle>
            <a:lvl1pPr marL="0" indent="0" algn="l">
              <a:buNone/>
              <a:defRPr sz="1400" b="1">
                <a:solidFill>
                  <a:schemeClr val="tx1">
                    <a:lumMod val="75000"/>
                    <a:lumOff val="25000"/>
                  </a:schemeClr>
                </a:solidFill>
                <a:latin typeface="+mj-lt"/>
              </a:defRPr>
            </a:lvl1pPr>
          </a:lstStyle>
          <a:p>
            <a:pPr lvl="0" rtl="0"/>
            <a:r>
              <a:rPr lang="fr-CA" noProof="0"/>
              <a:t>Année</a:t>
            </a:r>
          </a:p>
        </p:txBody>
      </p:sp>
      <p:sp>
        <p:nvSpPr>
          <p:cNvPr id="12" name="Espace réservé du texte 10">
            <a:extLst>
              <a:ext uri="{FF2B5EF4-FFF2-40B4-BE49-F238E27FC236}">
                <a16:creationId xmlns:a16="http://schemas.microsoft.com/office/drawing/2014/main" id="{59D3CBFE-13C8-4DB1-A831-9393264923E7}"/>
              </a:ext>
            </a:extLst>
          </p:cNvPr>
          <p:cNvSpPr>
            <a:spLocks noGrp="1"/>
          </p:cNvSpPr>
          <p:nvPr>
            <p:ph type="body" sz="quarter" idx="39" hasCustomPrompt="1"/>
          </p:nvPr>
        </p:nvSpPr>
        <p:spPr>
          <a:xfrm>
            <a:off x="5117640" y="3502152"/>
            <a:ext cx="640080" cy="201776"/>
          </a:xfrm>
        </p:spPr>
        <p:txBody>
          <a:bodyPr rtlCol="0">
            <a:noAutofit/>
          </a:bodyPr>
          <a:lstStyle>
            <a:lvl1pPr marL="0" indent="0" algn="ctr">
              <a:buNone/>
              <a:defRPr sz="1000">
                <a:solidFill>
                  <a:schemeClr val="tx1">
                    <a:lumMod val="75000"/>
                    <a:lumOff val="25000"/>
                  </a:schemeClr>
                </a:solidFill>
              </a:defRPr>
            </a:lvl1pPr>
          </a:lstStyle>
          <a:p>
            <a:pPr lvl="0" rtl="0"/>
            <a:r>
              <a:rPr lang="fr-CA" noProof="0"/>
              <a:t>MM</a:t>
            </a:r>
          </a:p>
        </p:txBody>
      </p:sp>
      <p:sp>
        <p:nvSpPr>
          <p:cNvPr id="13" name="Espace réservé du texte 10">
            <a:extLst>
              <a:ext uri="{FF2B5EF4-FFF2-40B4-BE49-F238E27FC236}">
                <a16:creationId xmlns:a16="http://schemas.microsoft.com/office/drawing/2014/main" id="{82385A0A-C61D-4BBD-AC77-D7642F895E22}"/>
              </a:ext>
            </a:extLst>
          </p:cNvPr>
          <p:cNvSpPr>
            <a:spLocks noGrp="1"/>
          </p:cNvSpPr>
          <p:nvPr>
            <p:ph type="body" sz="quarter" idx="40" hasCustomPrompt="1"/>
          </p:nvPr>
        </p:nvSpPr>
        <p:spPr>
          <a:xfrm>
            <a:off x="5905560" y="3502152"/>
            <a:ext cx="640080" cy="201776"/>
          </a:xfrm>
        </p:spPr>
        <p:txBody>
          <a:bodyPr rtlCol="0">
            <a:noAutofit/>
          </a:bodyPr>
          <a:lstStyle>
            <a:lvl1pPr marL="0" indent="0" algn="ctr">
              <a:buNone/>
              <a:defRPr sz="1000">
                <a:solidFill>
                  <a:schemeClr val="tx1">
                    <a:lumMod val="75000"/>
                    <a:lumOff val="25000"/>
                  </a:schemeClr>
                </a:solidFill>
              </a:defRPr>
            </a:lvl1pPr>
          </a:lstStyle>
          <a:p>
            <a:pPr lvl="0" rtl="0"/>
            <a:r>
              <a:rPr lang="fr-CA" noProof="0"/>
              <a:t>MM</a:t>
            </a:r>
          </a:p>
        </p:txBody>
      </p:sp>
      <p:sp>
        <p:nvSpPr>
          <p:cNvPr id="14" name="Espace réservé du texte 10">
            <a:extLst>
              <a:ext uri="{FF2B5EF4-FFF2-40B4-BE49-F238E27FC236}">
                <a16:creationId xmlns:a16="http://schemas.microsoft.com/office/drawing/2014/main" id="{FED89FCE-7507-4C8C-923F-922290589466}"/>
              </a:ext>
            </a:extLst>
          </p:cNvPr>
          <p:cNvSpPr>
            <a:spLocks noGrp="1"/>
          </p:cNvSpPr>
          <p:nvPr>
            <p:ph type="body" sz="quarter" idx="41" hasCustomPrompt="1"/>
          </p:nvPr>
        </p:nvSpPr>
        <p:spPr>
          <a:xfrm>
            <a:off x="6693480" y="3502152"/>
            <a:ext cx="640080" cy="201776"/>
          </a:xfrm>
        </p:spPr>
        <p:txBody>
          <a:bodyPr rtlCol="0">
            <a:noAutofit/>
          </a:bodyPr>
          <a:lstStyle>
            <a:lvl1pPr marL="0" indent="0" algn="ctr">
              <a:buNone/>
              <a:defRPr sz="1000">
                <a:solidFill>
                  <a:schemeClr val="tx1">
                    <a:lumMod val="75000"/>
                    <a:lumOff val="25000"/>
                  </a:schemeClr>
                </a:solidFill>
              </a:defRPr>
            </a:lvl1pPr>
          </a:lstStyle>
          <a:p>
            <a:pPr lvl="0" rtl="0"/>
            <a:r>
              <a:rPr lang="fr-CA" noProof="0"/>
              <a:t>MM</a:t>
            </a:r>
          </a:p>
        </p:txBody>
      </p:sp>
      <p:sp>
        <p:nvSpPr>
          <p:cNvPr id="15" name="Espace réservé du texte 10">
            <a:extLst>
              <a:ext uri="{FF2B5EF4-FFF2-40B4-BE49-F238E27FC236}">
                <a16:creationId xmlns:a16="http://schemas.microsoft.com/office/drawing/2014/main" id="{F2F73935-BF53-4510-8B8F-EDB1CD56A1BB}"/>
              </a:ext>
            </a:extLst>
          </p:cNvPr>
          <p:cNvSpPr>
            <a:spLocks noGrp="1"/>
          </p:cNvSpPr>
          <p:nvPr>
            <p:ph type="body" sz="quarter" idx="42" hasCustomPrompt="1"/>
          </p:nvPr>
        </p:nvSpPr>
        <p:spPr>
          <a:xfrm>
            <a:off x="9057240" y="3502152"/>
            <a:ext cx="640080" cy="201776"/>
          </a:xfrm>
        </p:spPr>
        <p:txBody>
          <a:bodyPr rtlCol="0">
            <a:noAutofit/>
          </a:bodyPr>
          <a:lstStyle>
            <a:lvl1pPr marL="0" indent="0" algn="ctr">
              <a:buNone/>
              <a:defRPr sz="1000">
                <a:solidFill>
                  <a:schemeClr val="tx1">
                    <a:lumMod val="75000"/>
                    <a:lumOff val="25000"/>
                  </a:schemeClr>
                </a:solidFill>
              </a:defRPr>
            </a:lvl1pPr>
          </a:lstStyle>
          <a:p>
            <a:pPr lvl="0" rtl="0"/>
            <a:r>
              <a:rPr lang="fr-CA" noProof="0"/>
              <a:t>MM</a:t>
            </a:r>
          </a:p>
        </p:txBody>
      </p:sp>
      <p:sp>
        <p:nvSpPr>
          <p:cNvPr id="16" name="Espace réservé du texte 10">
            <a:extLst>
              <a:ext uri="{FF2B5EF4-FFF2-40B4-BE49-F238E27FC236}">
                <a16:creationId xmlns:a16="http://schemas.microsoft.com/office/drawing/2014/main" id="{2A9276DB-F427-4F8E-8E4C-466600F390FD}"/>
              </a:ext>
            </a:extLst>
          </p:cNvPr>
          <p:cNvSpPr>
            <a:spLocks noGrp="1"/>
          </p:cNvSpPr>
          <p:nvPr>
            <p:ph type="body" sz="quarter" idx="43" hasCustomPrompt="1"/>
          </p:nvPr>
        </p:nvSpPr>
        <p:spPr>
          <a:xfrm>
            <a:off x="7481400" y="3502152"/>
            <a:ext cx="640080" cy="201776"/>
          </a:xfrm>
        </p:spPr>
        <p:txBody>
          <a:bodyPr rtlCol="0">
            <a:noAutofit/>
          </a:bodyPr>
          <a:lstStyle>
            <a:lvl1pPr marL="0" indent="0" algn="ctr">
              <a:buNone/>
              <a:defRPr sz="1000">
                <a:solidFill>
                  <a:schemeClr val="tx1">
                    <a:lumMod val="75000"/>
                    <a:lumOff val="25000"/>
                  </a:schemeClr>
                </a:solidFill>
              </a:defRPr>
            </a:lvl1pPr>
          </a:lstStyle>
          <a:p>
            <a:pPr lvl="0" rtl="0"/>
            <a:r>
              <a:rPr lang="fr-CA" noProof="0"/>
              <a:t>MM</a:t>
            </a:r>
          </a:p>
        </p:txBody>
      </p:sp>
      <p:sp>
        <p:nvSpPr>
          <p:cNvPr id="17" name="Espace réservé du texte 10">
            <a:extLst>
              <a:ext uri="{FF2B5EF4-FFF2-40B4-BE49-F238E27FC236}">
                <a16:creationId xmlns:a16="http://schemas.microsoft.com/office/drawing/2014/main" id="{79023948-0C1E-4DAB-B885-1C713409AA08}"/>
              </a:ext>
            </a:extLst>
          </p:cNvPr>
          <p:cNvSpPr>
            <a:spLocks noGrp="1"/>
          </p:cNvSpPr>
          <p:nvPr>
            <p:ph type="body" sz="quarter" idx="44" hasCustomPrompt="1"/>
          </p:nvPr>
        </p:nvSpPr>
        <p:spPr>
          <a:xfrm>
            <a:off x="8269320" y="3502152"/>
            <a:ext cx="640080" cy="201776"/>
          </a:xfrm>
        </p:spPr>
        <p:txBody>
          <a:bodyPr rtlCol="0">
            <a:noAutofit/>
          </a:bodyPr>
          <a:lstStyle>
            <a:lvl1pPr marL="0" indent="0" algn="ctr">
              <a:buNone/>
              <a:defRPr sz="1000">
                <a:solidFill>
                  <a:schemeClr val="tx1">
                    <a:lumMod val="75000"/>
                    <a:lumOff val="25000"/>
                  </a:schemeClr>
                </a:solidFill>
              </a:defRPr>
            </a:lvl1pPr>
          </a:lstStyle>
          <a:p>
            <a:pPr lvl="0" rtl="0"/>
            <a:r>
              <a:rPr lang="fr-CA" noProof="0"/>
              <a:t>MM</a:t>
            </a:r>
          </a:p>
        </p:txBody>
      </p:sp>
      <p:sp>
        <p:nvSpPr>
          <p:cNvPr id="18" name="Espace réservé du texte 10">
            <a:extLst>
              <a:ext uri="{FF2B5EF4-FFF2-40B4-BE49-F238E27FC236}">
                <a16:creationId xmlns:a16="http://schemas.microsoft.com/office/drawing/2014/main" id="{4AB6A03C-6180-41ED-A88D-ECBB80D160F2}"/>
              </a:ext>
            </a:extLst>
          </p:cNvPr>
          <p:cNvSpPr>
            <a:spLocks noGrp="1"/>
          </p:cNvSpPr>
          <p:nvPr>
            <p:ph type="body" sz="quarter" idx="45" hasCustomPrompt="1"/>
          </p:nvPr>
        </p:nvSpPr>
        <p:spPr>
          <a:xfrm>
            <a:off x="9845160" y="3502152"/>
            <a:ext cx="640080" cy="201776"/>
          </a:xfrm>
        </p:spPr>
        <p:txBody>
          <a:bodyPr rtlCol="0">
            <a:noAutofit/>
          </a:bodyPr>
          <a:lstStyle>
            <a:lvl1pPr marL="0" indent="0" algn="ctr">
              <a:buNone/>
              <a:defRPr sz="1000">
                <a:solidFill>
                  <a:schemeClr val="tx1">
                    <a:lumMod val="75000"/>
                    <a:lumOff val="25000"/>
                  </a:schemeClr>
                </a:solidFill>
              </a:defRPr>
            </a:lvl1pPr>
          </a:lstStyle>
          <a:p>
            <a:pPr lvl="0" rtl="0"/>
            <a:r>
              <a:rPr lang="fr-CA" noProof="0"/>
              <a:t>MM</a:t>
            </a:r>
          </a:p>
        </p:txBody>
      </p:sp>
      <p:sp>
        <p:nvSpPr>
          <p:cNvPr id="19" name="Espace réservé du texte 10">
            <a:extLst>
              <a:ext uri="{FF2B5EF4-FFF2-40B4-BE49-F238E27FC236}">
                <a16:creationId xmlns:a16="http://schemas.microsoft.com/office/drawing/2014/main" id="{145AD645-55F0-41A9-AC53-ED30BF1340BA}"/>
              </a:ext>
            </a:extLst>
          </p:cNvPr>
          <p:cNvSpPr>
            <a:spLocks noGrp="1"/>
          </p:cNvSpPr>
          <p:nvPr>
            <p:ph type="body" sz="quarter" idx="46" hasCustomPrompt="1"/>
          </p:nvPr>
        </p:nvSpPr>
        <p:spPr>
          <a:xfrm>
            <a:off x="10633085" y="3502152"/>
            <a:ext cx="640080" cy="201776"/>
          </a:xfrm>
        </p:spPr>
        <p:txBody>
          <a:bodyPr rtlCol="0">
            <a:noAutofit/>
          </a:bodyPr>
          <a:lstStyle>
            <a:lvl1pPr marL="0" indent="0" algn="ctr">
              <a:buNone/>
              <a:defRPr sz="1000">
                <a:solidFill>
                  <a:schemeClr val="tx1">
                    <a:lumMod val="75000"/>
                    <a:lumOff val="25000"/>
                  </a:schemeClr>
                </a:solidFill>
              </a:defRPr>
            </a:lvl1pPr>
          </a:lstStyle>
          <a:p>
            <a:pPr lvl="0" rtl="0"/>
            <a:r>
              <a:rPr lang="fr-CA" noProof="0"/>
              <a:t>MM</a:t>
            </a:r>
          </a:p>
        </p:txBody>
      </p:sp>
      <p:sp>
        <p:nvSpPr>
          <p:cNvPr id="20" name="Espace réservé au texte 10">
            <a:extLst>
              <a:ext uri="{FF2B5EF4-FFF2-40B4-BE49-F238E27FC236}">
                <a16:creationId xmlns:a16="http://schemas.microsoft.com/office/drawing/2014/main" id="{C39F248D-01B4-40EE-B483-E8E81806DFBE}"/>
              </a:ext>
            </a:extLst>
          </p:cNvPr>
          <p:cNvSpPr>
            <a:spLocks noGrp="1"/>
          </p:cNvSpPr>
          <p:nvPr>
            <p:ph type="body" sz="quarter" idx="47" hasCustomPrompt="1"/>
          </p:nvPr>
        </p:nvSpPr>
        <p:spPr>
          <a:xfrm>
            <a:off x="1969915" y="4425696"/>
            <a:ext cx="640080" cy="201776"/>
          </a:xfrm>
        </p:spPr>
        <p:txBody>
          <a:bodyPr rtlCol="0">
            <a:noAutofit/>
          </a:bodyPr>
          <a:lstStyle>
            <a:lvl1pPr marL="0" indent="0" algn="ctr">
              <a:buNone/>
              <a:defRPr sz="1000">
                <a:solidFill>
                  <a:schemeClr val="tx1">
                    <a:lumMod val="75000"/>
                    <a:lumOff val="25000"/>
                  </a:schemeClr>
                </a:solidFill>
              </a:defRPr>
            </a:lvl1pPr>
          </a:lstStyle>
          <a:p>
            <a:pPr lvl="0" rtl="0"/>
            <a:r>
              <a:rPr lang="fr-CA" noProof="0"/>
              <a:t>MM</a:t>
            </a:r>
          </a:p>
        </p:txBody>
      </p:sp>
      <p:sp>
        <p:nvSpPr>
          <p:cNvPr id="21" name="Espace réservé du texte 10">
            <a:extLst>
              <a:ext uri="{FF2B5EF4-FFF2-40B4-BE49-F238E27FC236}">
                <a16:creationId xmlns:a16="http://schemas.microsoft.com/office/drawing/2014/main" id="{1D0F1859-7A34-42DF-873E-2CF864E4C4BE}"/>
              </a:ext>
            </a:extLst>
          </p:cNvPr>
          <p:cNvSpPr>
            <a:spLocks noGrp="1"/>
          </p:cNvSpPr>
          <p:nvPr>
            <p:ph type="body" sz="quarter" idx="48" hasCustomPrompt="1"/>
          </p:nvPr>
        </p:nvSpPr>
        <p:spPr>
          <a:xfrm>
            <a:off x="2757602" y="4425696"/>
            <a:ext cx="640080" cy="201776"/>
          </a:xfrm>
        </p:spPr>
        <p:txBody>
          <a:bodyPr rtlCol="0">
            <a:noAutofit/>
          </a:bodyPr>
          <a:lstStyle>
            <a:lvl1pPr marL="0" indent="0" algn="ctr">
              <a:buNone/>
              <a:defRPr sz="1000">
                <a:solidFill>
                  <a:schemeClr val="tx1">
                    <a:lumMod val="75000"/>
                    <a:lumOff val="25000"/>
                  </a:schemeClr>
                </a:solidFill>
              </a:defRPr>
            </a:lvl1pPr>
          </a:lstStyle>
          <a:p>
            <a:pPr lvl="0" rtl="0"/>
            <a:r>
              <a:rPr lang="fr-CA" noProof="0"/>
              <a:t>MM</a:t>
            </a:r>
          </a:p>
        </p:txBody>
      </p:sp>
      <p:sp>
        <p:nvSpPr>
          <p:cNvPr id="22" name="Espace réservé du texte 10">
            <a:extLst>
              <a:ext uri="{FF2B5EF4-FFF2-40B4-BE49-F238E27FC236}">
                <a16:creationId xmlns:a16="http://schemas.microsoft.com/office/drawing/2014/main" id="{6EB397AF-B5C1-40FE-86D4-BA660E4C6E46}"/>
              </a:ext>
            </a:extLst>
          </p:cNvPr>
          <p:cNvSpPr>
            <a:spLocks noGrp="1"/>
          </p:cNvSpPr>
          <p:nvPr>
            <p:ph type="body" sz="quarter" idx="49" hasCustomPrompt="1"/>
          </p:nvPr>
        </p:nvSpPr>
        <p:spPr>
          <a:xfrm>
            <a:off x="3545289" y="4425696"/>
            <a:ext cx="640080" cy="201776"/>
          </a:xfrm>
        </p:spPr>
        <p:txBody>
          <a:bodyPr rtlCol="0">
            <a:noAutofit/>
          </a:bodyPr>
          <a:lstStyle>
            <a:lvl1pPr marL="0" indent="0" algn="ctr">
              <a:buNone/>
              <a:defRPr sz="1000">
                <a:solidFill>
                  <a:schemeClr val="tx1">
                    <a:lumMod val="75000"/>
                    <a:lumOff val="25000"/>
                  </a:schemeClr>
                </a:solidFill>
              </a:defRPr>
            </a:lvl1pPr>
          </a:lstStyle>
          <a:p>
            <a:pPr lvl="0" rtl="0"/>
            <a:r>
              <a:rPr lang="fr-CA" noProof="0"/>
              <a:t>MM</a:t>
            </a:r>
          </a:p>
        </p:txBody>
      </p:sp>
      <p:sp>
        <p:nvSpPr>
          <p:cNvPr id="23" name="Espace réservé du texte 10">
            <a:extLst>
              <a:ext uri="{FF2B5EF4-FFF2-40B4-BE49-F238E27FC236}">
                <a16:creationId xmlns:a16="http://schemas.microsoft.com/office/drawing/2014/main" id="{AF1343D5-DC0F-4C7E-967F-CFC300A2C807}"/>
              </a:ext>
            </a:extLst>
          </p:cNvPr>
          <p:cNvSpPr>
            <a:spLocks noGrp="1"/>
          </p:cNvSpPr>
          <p:nvPr>
            <p:ph type="body" sz="quarter" idx="50" hasCustomPrompt="1"/>
          </p:nvPr>
        </p:nvSpPr>
        <p:spPr>
          <a:xfrm>
            <a:off x="4332976" y="4425696"/>
            <a:ext cx="640080" cy="201776"/>
          </a:xfrm>
        </p:spPr>
        <p:txBody>
          <a:bodyPr rtlCol="0">
            <a:noAutofit/>
          </a:bodyPr>
          <a:lstStyle>
            <a:lvl1pPr marL="0" indent="0" algn="ctr">
              <a:buNone/>
              <a:defRPr sz="1000">
                <a:solidFill>
                  <a:schemeClr val="tx1">
                    <a:lumMod val="75000"/>
                    <a:lumOff val="25000"/>
                  </a:schemeClr>
                </a:solidFill>
              </a:defRPr>
            </a:lvl1pPr>
          </a:lstStyle>
          <a:p>
            <a:pPr lvl="0" rtl="0"/>
            <a:r>
              <a:rPr lang="fr-CA" noProof="0"/>
              <a:t>MM</a:t>
            </a:r>
          </a:p>
        </p:txBody>
      </p:sp>
      <p:sp>
        <p:nvSpPr>
          <p:cNvPr id="24" name="Espace réservé du texte 10">
            <a:extLst>
              <a:ext uri="{FF2B5EF4-FFF2-40B4-BE49-F238E27FC236}">
                <a16:creationId xmlns:a16="http://schemas.microsoft.com/office/drawing/2014/main" id="{9AD688A5-D2DF-4FC3-8171-FAEA8C4F5566}"/>
              </a:ext>
            </a:extLst>
          </p:cNvPr>
          <p:cNvSpPr>
            <a:spLocks noGrp="1"/>
          </p:cNvSpPr>
          <p:nvPr>
            <p:ph type="body" sz="quarter" idx="51" hasCustomPrompt="1"/>
          </p:nvPr>
        </p:nvSpPr>
        <p:spPr>
          <a:xfrm>
            <a:off x="5120663" y="4425696"/>
            <a:ext cx="640080" cy="201776"/>
          </a:xfrm>
        </p:spPr>
        <p:txBody>
          <a:bodyPr rtlCol="0">
            <a:noAutofit/>
          </a:bodyPr>
          <a:lstStyle>
            <a:lvl1pPr marL="0" indent="0" algn="ctr">
              <a:buNone/>
              <a:defRPr sz="1000">
                <a:solidFill>
                  <a:schemeClr val="tx1">
                    <a:lumMod val="75000"/>
                    <a:lumOff val="25000"/>
                  </a:schemeClr>
                </a:solidFill>
              </a:defRPr>
            </a:lvl1pPr>
          </a:lstStyle>
          <a:p>
            <a:pPr lvl="0" rtl="0"/>
            <a:r>
              <a:rPr lang="fr-CA" noProof="0"/>
              <a:t>MM</a:t>
            </a:r>
          </a:p>
        </p:txBody>
      </p:sp>
      <p:sp>
        <p:nvSpPr>
          <p:cNvPr id="25" name="Espace réservé du texte 10">
            <a:extLst>
              <a:ext uri="{FF2B5EF4-FFF2-40B4-BE49-F238E27FC236}">
                <a16:creationId xmlns:a16="http://schemas.microsoft.com/office/drawing/2014/main" id="{EA05A5D4-01B0-4932-B03E-571986E282EA}"/>
              </a:ext>
            </a:extLst>
          </p:cNvPr>
          <p:cNvSpPr>
            <a:spLocks noGrp="1"/>
          </p:cNvSpPr>
          <p:nvPr>
            <p:ph type="body" sz="quarter" idx="52" hasCustomPrompt="1"/>
          </p:nvPr>
        </p:nvSpPr>
        <p:spPr>
          <a:xfrm>
            <a:off x="5908350" y="4425696"/>
            <a:ext cx="640080" cy="201776"/>
          </a:xfrm>
        </p:spPr>
        <p:txBody>
          <a:bodyPr rtlCol="0">
            <a:noAutofit/>
          </a:bodyPr>
          <a:lstStyle>
            <a:lvl1pPr marL="0" indent="0" algn="ctr">
              <a:buNone/>
              <a:defRPr sz="1000">
                <a:solidFill>
                  <a:schemeClr val="tx1">
                    <a:lumMod val="75000"/>
                    <a:lumOff val="25000"/>
                  </a:schemeClr>
                </a:solidFill>
              </a:defRPr>
            </a:lvl1pPr>
          </a:lstStyle>
          <a:p>
            <a:pPr lvl="0" rtl="0"/>
            <a:r>
              <a:rPr lang="fr-CA" noProof="0"/>
              <a:t>MM</a:t>
            </a:r>
          </a:p>
        </p:txBody>
      </p:sp>
      <p:sp>
        <p:nvSpPr>
          <p:cNvPr id="26" name="Espace réservé du texte 10">
            <a:extLst>
              <a:ext uri="{FF2B5EF4-FFF2-40B4-BE49-F238E27FC236}">
                <a16:creationId xmlns:a16="http://schemas.microsoft.com/office/drawing/2014/main" id="{72A84601-CD4F-49ED-8D51-CEF032363058}"/>
              </a:ext>
            </a:extLst>
          </p:cNvPr>
          <p:cNvSpPr>
            <a:spLocks noGrp="1"/>
          </p:cNvSpPr>
          <p:nvPr>
            <p:ph type="body" sz="quarter" idx="53" hasCustomPrompt="1"/>
          </p:nvPr>
        </p:nvSpPr>
        <p:spPr>
          <a:xfrm>
            <a:off x="6696037" y="4425696"/>
            <a:ext cx="640080" cy="201776"/>
          </a:xfrm>
        </p:spPr>
        <p:txBody>
          <a:bodyPr rtlCol="0">
            <a:noAutofit/>
          </a:bodyPr>
          <a:lstStyle>
            <a:lvl1pPr marL="0" indent="0" algn="ctr">
              <a:buNone/>
              <a:defRPr sz="1000">
                <a:solidFill>
                  <a:schemeClr val="tx1">
                    <a:lumMod val="75000"/>
                    <a:lumOff val="25000"/>
                  </a:schemeClr>
                </a:solidFill>
              </a:defRPr>
            </a:lvl1pPr>
          </a:lstStyle>
          <a:p>
            <a:pPr lvl="0" rtl="0"/>
            <a:r>
              <a:rPr lang="fr-CA" noProof="0"/>
              <a:t>MM</a:t>
            </a:r>
          </a:p>
        </p:txBody>
      </p:sp>
      <p:sp>
        <p:nvSpPr>
          <p:cNvPr id="27" name="Espace réservé du texte 10">
            <a:extLst>
              <a:ext uri="{FF2B5EF4-FFF2-40B4-BE49-F238E27FC236}">
                <a16:creationId xmlns:a16="http://schemas.microsoft.com/office/drawing/2014/main" id="{C49FB196-753D-4A12-9460-57D8AB4B540B}"/>
              </a:ext>
            </a:extLst>
          </p:cNvPr>
          <p:cNvSpPr>
            <a:spLocks noGrp="1"/>
          </p:cNvSpPr>
          <p:nvPr>
            <p:ph type="body" sz="quarter" idx="54" hasCustomPrompt="1"/>
          </p:nvPr>
        </p:nvSpPr>
        <p:spPr>
          <a:xfrm>
            <a:off x="9059098" y="4425696"/>
            <a:ext cx="640080" cy="201776"/>
          </a:xfrm>
        </p:spPr>
        <p:txBody>
          <a:bodyPr rtlCol="0">
            <a:noAutofit/>
          </a:bodyPr>
          <a:lstStyle>
            <a:lvl1pPr marL="0" indent="0" algn="ctr">
              <a:buNone/>
              <a:defRPr sz="1000">
                <a:solidFill>
                  <a:schemeClr val="tx1">
                    <a:lumMod val="75000"/>
                    <a:lumOff val="25000"/>
                  </a:schemeClr>
                </a:solidFill>
              </a:defRPr>
            </a:lvl1pPr>
          </a:lstStyle>
          <a:p>
            <a:pPr lvl="0" rtl="0"/>
            <a:r>
              <a:rPr lang="fr-CA" noProof="0"/>
              <a:t>MM</a:t>
            </a:r>
          </a:p>
        </p:txBody>
      </p:sp>
      <p:sp>
        <p:nvSpPr>
          <p:cNvPr id="28" name="Espace réservé du texte 10">
            <a:extLst>
              <a:ext uri="{FF2B5EF4-FFF2-40B4-BE49-F238E27FC236}">
                <a16:creationId xmlns:a16="http://schemas.microsoft.com/office/drawing/2014/main" id="{DFC05EC7-9D6C-486B-9E2F-D3612013C0A1}"/>
              </a:ext>
            </a:extLst>
          </p:cNvPr>
          <p:cNvSpPr>
            <a:spLocks noGrp="1"/>
          </p:cNvSpPr>
          <p:nvPr>
            <p:ph type="body" sz="quarter" idx="55" hasCustomPrompt="1"/>
          </p:nvPr>
        </p:nvSpPr>
        <p:spPr>
          <a:xfrm>
            <a:off x="7483724" y="4425696"/>
            <a:ext cx="640080" cy="201776"/>
          </a:xfrm>
        </p:spPr>
        <p:txBody>
          <a:bodyPr rtlCol="0">
            <a:noAutofit/>
          </a:bodyPr>
          <a:lstStyle>
            <a:lvl1pPr marL="0" indent="0" algn="ctr">
              <a:buNone/>
              <a:defRPr sz="1000">
                <a:solidFill>
                  <a:schemeClr val="tx1">
                    <a:lumMod val="75000"/>
                    <a:lumOff val="25000"/>
                  </a:schemeClr>
                </a:solidFill>
              </a:defRPr>
            </a:lvl1pPr>
          </a:lstStyle>
          <a:p>
            <a:pPr lvl="0" rtl="0"/>
            <a:r>
              <a:rPr lang="fr-CA" noProof="0"/>
              <a:t>MM</a:t>
            </a:r>
          </a:p>
        </p:txBody>
      </p:sp>
      <p:sp>
        <p:nvSpPr>
          <p:cNvPr id="29" name="Espace réservé du texte 10">
            <a:extLst>
              <a:ext uri="{FF2B5EF4-FFF2-40B4-BE49-F238E27FC236}">
                <a16:creationId xmlns:a16="http://schemas.microsoft.com/office/drawing/2014/main" id="{98F455FB-241B-4E1F-B581-FA6CBA239545}"/>
              </a:ext>
            </a:extLst>
          </p:cNvPr>
          <p:cNvSpPr>
            <a:spLocks noGrp="1"/>
          </p:cNvSpPr>
          <p:nvPr>
            <p:ph type="body" sz="quarter" idx="56" hasCustomPrompt="1"/>
          </p:nvPr>
        </p:nvSpPr>
        <p:spPr>
          <a:xfrm>
            <a:off x="8271411" y="4425696"/>
            <a:ext cx="640080" cy="201776"/>
          </a:xfrm>
        </p:spPr>
        <p:txBody>
          <a:bodyPr rtlCol="0">
            <a:noAutofit/>
          </a:bodyPr>
          <a:lstStyle>
            <a:lvl1pPr marL="0" indent="0" algn="ctr">
              <a:buNone/>
              <a:defRPr sz="1000">
                <a:solidFill>
                  <a:schemeClr val="tx1">
                    <a:lumMod val="75000"/>
                    <a:lumOff val="25000"/>
                  </a:schemeClr>
                </a:solidFill>
              </a:defRPr>
            </a:lvl1pPr>
          </a:lstStyle>
          <a:p>
            <a:pPr lvl="0" rtl="0"/>
            <a:r>
              <a:rPr lang="fr-CA" noProof="0"/>
              <a:t>MM</a:t>
            </a:r>
          </a:p>
        </p:txBody>
      </p:sp>
      <p:sp>
        <p:nvSpPr>
          <p:cNvPr id="30" name="Espace réservé du texte 10">
            <a:extLst>
              <a:ext uri="{FF2B5EF4-FFF2-40B4-BE49-F238E27FC236}">
                <a16:creationId xmlns:a16="http://schemas.microsoft.com/office/drawing/2014/main" id="{9E38664A-8108-4E24-800B-3C32ADA43978}"/>
              </a:ext>
            </a:extLst>
          </p:cNvPr>
          <p:cNvSpPr>
            <a:spLocks noGrp="1"/>
          </p:cNvSpPr>
          <p:nvPr>
            <p:ph type="body" sz="quarter" idx="57" hasCustomPrompt="1"/>
          </p:nvPr>
        </p:nvSpPr>
        <p:spPr>
          <a:xfrm>
            <a:off x="9846785" y="4425696"/>
            <a:ext cx="640080" cy="201776"/>
          </a:xfrm>
        </p:spPr>
        <p:txBody>
          <a:bodyPr rtlCol="0">
            <a:noAutofit/>
          </a:bodyPr>
          <a:lstStyle>
            <a:lvl1pPr marL="0" indent="0" algn="ctr">
              <a:buNone/>
              <a:defRPr sz="1000">
                <a:solidFill>
                  <a:schemeClr val="tx1">
                    <a:lumMod val="75000"/>
                    <a:lumOff val="25000"/>
                  </a:schemeClr>
                </a:solidFill>
              </a:defRPr>
            </a:lvl1pPr>
          </a:lstStyle>
          <a:p>
            <a:pPr lvl="0" rtl="0"/>
            <a:r>
              <a:rPr lang="fr-CA" noProof="0"/>
              <a:t>MM</a:t>
            </a:r>
          </a:p>
        </p:txBody>
      </p:sp>
      <p:sp>
        <p:nvSpPr>
          <p:cNvPr id="31" name="Espace réservé du texte 10">
            <a:extLst>
              <a:ext uri="{FF2B5EF4-FFF2-40B4-BE49-F238E27FC236}">
                <a16:creationId xmlns:a16="http://schemas.microsoft.com/office/drawing/2014/main" id="{2908458B-A3ED-4855-9E08-108D7C4A8D36}"/>
              </a:ext>
            </a:extLst>
          </p:cNvPr>
          <p:cNvSpPr>
            <a:spLocks noGrp="1"/>
          </p:cNvSpPr>
          <p:nvPr>
            <p:ph type="body" sz="quarter" idx="58" hasCustomPrompt="1"/>
          </p:nvPr>
        </p:nvSpPr>
        <p:spPr>
          <a:xfrm>
            <a:off x="10634472" y="4425696"/>
            <a:ext cx="640080" cy="201776"/>
          </a:xfrm>
        </p:spPr>
        <p:txBody>
          <a:bodyPr rtlCol="0">
            <a:noAutofit/>
          </a:bodyPr>
          <a:lstStyle>
            <a:lvl1pPr marL="0" indent="0" algn="ctr">
              <a:buNone/>
              <a:defRPr sz="1000">
                <a:solidFill>
                  <a:schemeClr val="tx1">
                    <a:lumMod val="75000"/>
                    <a:lumOff val="25000"/>
                  </a:schemeClr>
                </a:solidFill>
              </a:defRPr>
            </a:lvl1pPr>
          </a:lstStyle>
          <a:p>
            <a:pPr lvl="0" rtl="0"/>
            <a:r>
              <a:rPr lang="fr-CA" noProof="0"/>
              <a:t>MM</a:t>
            </a:r>
          </a:p>
        </p:txBody>
      </p:sp>
      <p:sp>
        <p:nvSpPr>
          <p:cNvPr id="32" name="Rectangle 31">
            <a:extLst>
              <a:ext uri="{FF2B5EF4-FFF2-40B4-BE49-F238E27FC236}">
                <a16:creationId xmlns:a16="http://schemas.microsoft.com/office/drawing/2014/main" id="{FFA35437-CCDE-4D92-B879-F23B329C8EC3}"/>
              </a:ext>
            </a:extLst>
          </p:cNvPr>
          <p:cNvSpPr/>
          <p:nvPr userDrawn="1"/>
        </p:nvSpPr>
        <p:spPr>
          <a:xfrm>
            <a:off x="929640" y="4034785"/>
            <a:ext cx="10332720" cy="45719"/>
          </a:xfrm>
          <a:prstGeom prst="rect">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fr-CA" noProof="0">
              <a:solidFill>
                <a:schemeClr val="tx1">
                  <a:lumMod val="75000"/>
                  <a:lumOff val="25000"/>
                </a:schemeClr>
              </a:solidFill>
            </a:endParaRPr>
          </a:p>
        </p:txBody>
      </p:sp>
      <p:sp>
        <p:nvSpPr>
          <p:cNvPr id="36" name="Espace réservé à la date 2">
            <a:extLst>
              <a:ext uri="{FF2B5EF4-FFF2-40B4-BE49-F238E27FC236}">
                <a16:creationId xmlns:a16="http://schemas.microsoft.com/office/drawing/2014/main" id="{1CDC588F-73BC-4108-974B-0EAAB8213CE0}"/>
              </a:ext>
            </a:extLst>
          </p:cNvPr>
          <p:cNvSpPr>
            <a:spLocks noGrp="1"/>
          </p:cNvSpPr>
          <p:nvPr>
            <p:ph type="dt" sz="half" idx="10"/>
          </p:nvPr>
        </p:nvSpPr>
        <p:spPr>
          <a:xfrm>
            <a:off x="838200" y="6356350"/>
            <a:ext cx="2743200" cy="365125"/>
          </a:xfrm>
        </p:spPr>
        <p:txBody>
          <a:bodyPr rtlCol="0"/>
          <a:lstStyle>
            <a:lvl1pPr>
              <a:defRPr sz="900"/>
            </a:lvl1pPr>
          </a:lstStyle>
          <a:p>
            <a:pPr rtl="0"/>
            <a:r>
              <a:rPr lang="fr-FR" noProof="0"/>
              <a:t>2023</a:t>
            </a:r>
            <a:endParaRPr lang="fr-CA" noProof="0"/>
          </a:p>
        </p:txBody>
      </p:sp>
      <p:sp>
        <p:nvSpPr>
          <p:cNvPr id="37" name="Espace réservé au pied de page 3">
            <a:extLst>
              <a:ext uri="{FF2B5EF4-FFF2-40B4-BE49-F238E27FC236}">
                <a16:creationId xmlns:a16="http://schemas.microsoft.com/office/drawing/2014/main" id="{B2AC1EB2-9B8F-4077-8B66-64F9549F2C99}"/>
              </a:ext>
            </a:extLst>
          </p:cNvPr>
          <p:cNvSpPr>
            <a:spLocks noGrp="1"/>
          </p:cNvSpPr>
          <p:nvPr>
            <p:ph type="ftr" sz="quarter" idx="11"/>
          </p:nvPr>
        </p:nvSpPr>
        <p:spPr>
          <a:xfrm>
            <a:off x="4038600" y="6356350"/>
            <a:ext cx="4114800" cy="365125"/>
          </a:xfrm>
        </p:spPr>
        <p:txBody>
          <a:bodyPr rtlCol="0"/>
          <a:lstStyle>
            <a:lvl1pPr>
              <a:defRPr sz="900"/>
            </a:lvl1pPr>
          </a:lstStyle>
          <a:p>
            <a:pPr rtl="0"/>
            <a:r>
              <a:rPr lang="fr-CA" noProof="0"/>
              <a:t>420-06A-FX</a:t>
            </a:r>
          </a:p>
        </p:txBody>
      </p:sp>
      <p:sp>
        <p:nvSpPr>
          <p:cNvPr id="38" name="Espace réservé à la diapositive 4">
            <a:extLst>
              <a:ext uri="{FF2B5EF4-FFF2-40B4-BE49-F238E27FC236}">
                <a16:creationId xmlns:a16="http://schemas.microsoft.com/office/drawing/2014/main" id="{28DE3E33-346A-45AF-B164-CB5DF04FAE6D}"/>
              </a:ext>
            </a:extLst>
          </p:cNvPr>
          <p:cNvSpPr>
            <a:spLocks noGrp="1"/>
          </p:cNvSpPr>
          <p:nvPr>
            <p:ph type="sldNum" sz="quarter" idx="12"/>
          </p:nvPr>
        </p:nvSpPr>
        <p:spPr>
          <a:xfrm>
            <a:off x="8610600" y="6356350"/>
            <a:ext cx="2743200" cy="365125"/>
          </a:xfrm>
        </p:spPr>
        <p:txBody>
          <a:bodyPr rtlCol="0"/>
          <a:lstStyle>
            <a:lvl1pPr>
              <a:defRPr sz="900"/>
            </a:lvl1pPr>
          </a:lstStyle>
          <a:p>
            <a:pPr rtl="0"/>
            <a:fld id="{B5CEABB6-07DC-46E8-9B57-56EC44A396E5}" type="slidenum">
              <a:rPr lang="fr-CA" noProof="0" smtClean="0"/>
              <a:t>‹#›</a:t>
            </a:fld>
            <a:endParaRPr lang="fr-CA" noProof="0"/>
          </a:p>
        </p:txBody>
      </p:sp>
    </p:spTree>
    <p:extLst>
      <p:ext uri="{BB962C8B-B14F-4D97-AF65-F5344CB8AC3E}">
        <p14:creationId xmlns:p14="http://schemas.microsoft.com/office/powerpoint/2010/main" val="2056323463"/>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Smart Art">
    <p:bg>
      <p:bgRef idx="1001">
        <a:schemeClr val="bg1"/>
      </p:bgRef>
    </p:bg>
    <p:spTree>
      <p:nvGrpSpPr>
        <p:cNvPr id="1" name=""/>
        <p:cNvGrpSpPr/>
        <p:nvPr/>
      </p:nvGrpSpPr>
      <p:grpSpPr>
        <a:xfrm>
          <a:off x="0" y="0"/>
          <a:ext cx="0" cy="0"/>
          <a:chOff x="0" y="0"/>
          <a:chExt cx="0" cy="0"/>
        </a:xfrm>
      </p:grpSpPr>
      <p:sp>
        <p:nvSpPr>
          <p:cNvPr id="7" name="Espace réservé SmartArt 6">
            <a:extLst>
              <a:ext uri="{FF2B5EF4-FFF2-40B4-BE49-F238E27FC236}">
                <a16:creationId xmlns:a16="http://schemas.microsoft.com/office/drawing/2014/main" id="{156CA116-0F6E-4EE9-B34F-03BA07161A7A}"/>
              </a:ext>
            </a:extLst>
          </p:cNvPr>
          <p:cNvSpPr>
            <a:spLocks noGrp="1"/>
          </p:cNvSpPr>
          <p:nvPr>
            <p:ph type="dgm" sz="quarter" idx="15" hasCustomPrompt="1"/>
          </p:nvPr>
        </p:nvSpPr>
        <p:spPr>
          <a:xfrm>
            <a:off x="838200" y="2136776"/>
            <a:ext cx="10515600" cy="3697645"/>
          </a:xfrm>
        </p:spPr>
        <p:txBody>
          <a:bodyPr rtlCol="0"/>
          <a:lstStyle>
            <a:lvl1pPr>
              <a:defRPr>
                <a:solidFill>
                  <a:schemeClr val="tx1">
                    <a:lumMod val="75000"/>
                    <a:lumOff val="25000"/>
                  </a:schemeClr>
                </a:solidFill>
              </a:defRPr>
            </a:lvl1pPr>
          </a:lstStyle>
          <a:p>
            <a:pPr rtl="0"/>
            <a:r>
              <a:rPr lang="fr-CA" noProof="0"/>
              <a:t>Cliquez sur l’icône pour ajouter un graphique SmartArt</a:t>
            </a:r>
          </a:p>
        </p:txBody>
      </p:sp>
      <p:sp>
        <p:nvSpPr>
          <p:cNvPr id="2" name="Titre 1">
            <a:extLst>
              <a:ext uri="{FF2B5EF4-FFF2-40B4-BE49-F238E27FC236}">
                <a16:creationId xmlns:a16="http://schemas.microsoft.com/office/drawing/2014/main" id="{EE5C4E19-B78B-4E39-B661-7E6A2E6C5002}"/>
              </a:ext>
            </a:extLst>
          </p:cNvPr>
          <p:cNvSpPr>
            <a:spLocks noGrp="1"/>
          </p:cNvSpPr>
          <p:nvPr>
            <p:ph type="title" hasCustomPrompt="1"/>
          </p:nvPr>
        </p:nvSpPr>
        <p:spPr/>
        <p:txBody>
          <a:bodyPr rtlCol="0">
            <a:normAutofit/>
          </a:bodyPr>
          <a:lstStyle>
            <a:lvl1pPr algn="ctr">
              <a:defRPr lang="en-US" sz="2800" kern="1200" spc="150" baseline="0" dirty="0">
                <a:solidFill>
                  <a:schemeClr val="tx1">
                    <a:lumMod val="75000"/>
                    <a:lumOff val="25000"/>
                  </a:schemeClr>
                </a:solidFill>
                <a:latin typeface="+mj-lt"/>
                <a:ea typeface="+mj-ea"/>
                <a:cs typeface="+mj-cs"/>
              </a:defRPr>
            </a:lvl1pPr>
          </a:lstStyle>
          <a:p>
            <a:pPr rtl="0"/>
            <a:r>
              <a:rPr lang="fr-CA" noProof="0"/>
              <a:t>MODIFIEZ LE STYLE DU TITRE PRINCIPAL</a:t>
            </a:r>
          </a:p>
        </p:txBody>
      </p:sp>
      <p:sp>
        <p:nvSpPr>
          <p:cNvPr id="3" name="Espace réservé à la date 2">
            <a:extLst>
              <a:ext uri="{FF2B5EF4-FFF2-40B4-BE49-F238E27FC236}">
                <a16:creationId xmlns:a16="http://schemas.microsoft.com/office/drawing/2014/main" id="{7E085D26-FA83-4414-959E-98936A772670}"/>
              </a:ext>
            </a:extLst>
          </p:cNvPr>
          <p:cNvSpPr>
            <a:spLocks noGrp="1"/>
          </p:cNvSpPr>
          <p:nvPr>
            <p:ph type="dt" sz="half" idx="10"/>
          </p:nvPr>
        </p:nvSpPr>
        <p:spPr/>
        <p:txBody>
          <a:bodyPr rtlCol="0"/>
          <a:lstStyle>
            <a:lvl1pPr>
              <a:defRPr sz="900"/>
            </a:lvl1pPr>
          </a:lstStyle>
          <a:p>
            <a:pPr rtl="0"/>
            <a:r>
              <a:rPr lang="fr-FR" noProof="0"/>
              <a:t>2023</a:t>
            </a:r>
            <a:endParaRPr lang="fr-CA" noProof="0"/>
          </a:p>
        </p:txBody>
      </p:sp>
      <p:sp>
        <p:nvSpPr>
          <p:cNvPr id="4" name="Espace réservé au pied de page 3">
            <a:extLst>
              <a:ext uri="{FF2B5EF4-FFF2-40B4-BE49-F238E27FC236}">
                <a16:creationId xmlns:a16="http://schemas.microsoft.com/office/drawing/2014/main" id="{1FB52E93-DE4C-4341-8D83-F0230E38B1A1}"/>
              </a:ext>
            </a:extLst>
          </p:cNvPr>
          <p:cNvSpPr>
            <a:spLocks noGrp="1"/>
          </p:cNvSpPr>
          <p:nvPr>
            <p:ph type="ftr" sz="quarter" idx="11"/>
          </p:nvPr>
        </p:nvSpPr>
        <p:spPr/>
        <p:txBody>
          <a:bodyPr rtlCol="0"/>
          <a:lstStyle>
            <a:lvl1pPr>
              <a:defRPr sz="900"/>
            </a:lvl1pPr>
          </a:lstStyle>
          <a:p>
            <a:pPr rtl="0"/>
            <a:r>
              <a:rPr lang="fr-CA" noProof="0"/>
              <a:t>420-06A-FX</a:t>
            </a:r>
          </a:p>
        </p:txBody>
      </p:sp>
      <p:cxnSp>
        <p:nvCxnSpPr>
          <p:cNvPr id="10" name="Connecteur droit 9">
            <a:extLst>
              <a:ext uri="{FF2B5EF4-FFF2-40B4-BE49-F238E27FC236}">
                <a16:creationId xmlns:a16="http://schemas.microsoft.com/office/drawing/2014/main" id="{66988B2D-0240-4256-8268-4B9FF1E72363}"/>
              </a:ext>
            </a:extLst>
          </p:cNvPr>
          <p:cNvCxnSpPr>
            <a:cxnSpLocks/>
          </p:cNvCxnSpPr>
          <p:nvPr/>
        </p:nvCxnSpPr>
        <p:spPr>
          <a:xfrm flipV="1">
            <a:off x="0" y="0"/>
            <a:ext cx="2590800" cy="762000"/>
          </a:xfrm>
          <a:prstGeom prst="line">
            <a:avLst/>
          </a:prstGeom>
          <a:ln>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2" name="Connecteur droit 11">
            <a:extLst>
              <a:ext uri="{FF2B5EF4-FFF2-40B4-BE49-F238E27FC236}">
                <a16:creationId xmlns:a16="http://schemas.microsoft.com/office/drawing/2014/main" id="{D8EEAAE1-3D04-41C3-B2D2-B3BEF34C3B27}"/>
              </a:ext>
            </a:extLst>
          </p:cNvPr>
          <p:cNvCxnSpPr>
            <a:cxnSpLocks/>
          </p:cNvCxnSpPr>
          <p:nvPr/>
        </p:nvCxnSpPr>
        <p:spPr>
          <a:xfrm flipH="1">
            <a:off x="0" y="0"/>
            <a:ext cx="704850" cy="1027906"/>
          </a:xfrm>
          <a:prstGeom prst="line">
            <a:avLst/>
          </a:prstGeom>
          <a:ln>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sp>
        <p:nvSpPr>
          <p:cNvPr id="5" name="Espace réservé à la diapositive 4">
            <a:extLst>
              <a:ext uri="{FF2B5EF4-FFF2-40B4-BE49-F238E27FC236}">
                <a16:creationId xmlns:a16="http://schemas.microsoft.com/office/drawing/2014/main" id="{AC467230-4A0F-4B18-8BA9-C3B2FDD59CB0}"/>
              </a:ext>
            </a:extLst>
          </p:cNvPr>
          <p:cNvSpPr>
            <a:spLocks noGrp="1"/>
          </p:cNvSpPr>
          <p:nvPr>
            <p:ph type="sldNum" sz="quarter" idx="12"/>
          </p:nvPr>
        </p:nvSpPr>
        <p:spPr/>
        <p:txBody>
          <a:bodyPr rtlCol="0"/>
          <a:lstStyle>
            <a:lvl1pPr>
              <a:defRPr sz="900"/>
            </a:lvl1pPr>
          </a:lstStyle>
          <a:p>
            <a:pPr rtl="0"/>
            <a:fld id="{B5CEABB6-07DC-46E8-9B57-56EC44A396E5}" type="slidenum">
              <a:rPr lang="fr-CA" noProof="0" smtClean="0"/>
              <a:t>‹#›</a:t>
            </a:fld>
            <a:endParaRPr lang="fr-CA" noProof="0"/>
          </a:p>
        </p:txBody>
      </p:sp>
    </p:spTree>
    <p:extLst>
      <p:ext uri="{BB962C8B-B14F-4D97-AF65-F5344CB8AC3E}">
        <p14:creationId xmlns:p14="http://schemas.microsoft.com/office/powerpoint/2010/main" val="23543133"/>
      </p:ext>
    </p:extLst>
  </p:cSld>
  <p:clrMapOvr>
    <a:overrideClrMapping bg1="lt1" tx1="dk1" bg2="lt2" tx2="dk2" accent1="accent1" accent2="accent2" accent3="accent3" accent4="accent4" accent5="accent5" accent6="accent6" hlink="hlink" folHlink="folHlink"/>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p:cSld name="Diapositive équipe 4 personnes">
    <p:bg>
      <p:bgRef idx="1001">
        <a:schemeClr val="bg1"/>
      </p:bgRef>
    </p:bg>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81CF3B5C-31C4-46BA-9FAD-72DF917A84DA}"/>
              </a:ext>
            </a:extLst>
          </p:cNvPr>
          <p:cNvSpPr>
            <a:spLocks noGrp="1"/>
          </p:cNvSpPr>
          <p:nvPr>
            <p:ph type="title" hasCustomPrompt="1"/>
          </p:nvPr>
        </p:nvSpPr>
        <p:spPr>
          <a:xfrm>
            <a:off x="1885156" y="892177"/>
            <a:ext cx="8421688" cy="1325563"/>
          </a:xfrm>
        </p:spPr>
        <p:txBody>
          <a:bodyPr rtlCol="0">
            <a:normAutofit/>
          </a:bodyPr>
          <a:lstStyle>
            <a:lvl1pPr algn="ctr">
              <a:defRPr lang="en-US" sz="2800" kern="1200" spc="150" baseline="0" dirty="0">
                <a:solidFill>
                  <a:schemeClr val="tx1">
                    <a:lumMod val="75000"/>
                    <a:lumOff val="25000"/>
                  </a:schemeClr>
                </a:solidFill>
                <a:latin typeface="+mj-lt"/>
                <a:ea typeface="+mj-ea"/>
                <a:cs typeface="+mj-cs"/>
              </a:defRPr>
            </a:lvl1pPr>
          </a:lstStyle>
          <a:p>
            <a:pPr rtl="0"/>
            <a:r>
              <a:rPr lang="fr-CA" noProof="0"/>
              <a:t>MODIFIEZ LE STYLE DU TITRE PRINCIPAL</a:t>
            </a:r>
          </a:p>
        </p:txBody>
      </p:sp>
      <p:sp>
        <p:nvSpPr>
          <p:cNvPr id="11" name="Espace réservé à l’image 10">
            <a:extLst>
              <a:ext uri="{FF2B5EF4-FFF2-40B4-BE49-F238E27FC236}">
                <a16:creationId xmlns:a16="http://schemas.microsoft.com/office/drawing/2014/main" id="{B0BDE76A-30A6-4268-9656-28A484C3DCC9}"/>
              </a:ext>
            </a:extLst>
          </p:cNvPr>
          <p:cNvSpPr>
            <a:spLocks noGrp="1"/>
          </p:cNvSpPr>
          <p:nvPr>
            <p:ph type="pic" sz="quarter" idx="14" hasCustomPrompt="1"/>
          </p:nvPr>
        </p:nvSpPr>
        <p:spPr>
          <a:xfrm>
            <a:off x="1487181" y="2886074"/>
            <a:ext cx="1845511" cy="1845511"/>
          </a:xfrm>
          <a:solidFill>
            <a:schemeClr val="bg1">
              <a:lumMod val="95000"/>
            </a:schemeClr>
          </a:solidFill>
        </p:spPr>
        <p:txBody>
          <a:bodyPr rtlCol="0">
            <a:normAutofit/>
          </a:bodyPr>
          <a:lstStyle>
            <a:lvl1pPr marL="0" indent="0" algn="l">
              <a:lnSpc>
                <a:spcPct val="100000"/>
              </a:lnSpc>
              <a:buNone/>
              <a:defRPr sz="1400">
                <a:solidFill>
                  <a:schemeClr val="tx1">
                    <a:lumMod val="75000"/>
                    <a:lumOff val="25000"/>
                  </a:schemeClr>
                </a:solidFill>
              </a:defRPr>
            </a:lvl1pPr>
          </a:lstStyle>
          <a:p>
            <a:pPr rtl="0"/>
            <a:r>
              <a:rPr lang="fr-CA" noProof="0"/>
              <a:t>Cliquez sur l’icône pour ajouter une image</a:t>
            </a:r>
          </a:p>
        </p:txBody>
      </p:sp>
      <p:sp>
        <p:nvSpPr>
          <p:cNvPr id="17" name="Espace réservé d’image 10">
            <a:extLst>
              <a:ext uri="{FF2B5EF4-FFF2-40B4-BE49-F238E27FC236}">
                <a16:creationId xmlns:a16="http://schemas.microsoft.com/office/drawing/2014/main" id="{C4CA5C9C-91D5-44B1-A82A-A49732B4691A}"/>
              </a:ext>
            </a:extLst>
          </p:cNvPr>
          <p:cNvSpPr>
            <a:spLocks noGrp="1"/>
          </p:cNvSpPr>
          <p:nvPr>
            <p:ph type="pic" sz="quarter" idx="15" hasCustomPrompt="1"/>
          </p:nvPr>
        </p:nvSpPr>
        <p:spPr>
          <a:xfrm>
            <a:off x="3836914" y="2886074"/>
            <a:ext cx="1845511" cy="1845511"/>
          </a:xfrm>
          <a:solidFill>
            <a:schemeClr val="bg1">
              <a:lumMod val="95000"/>
            </a:schemeClr>
          </a:solidFill>
        </p:spPr>
        <p:txBody>
          <a:bodyPr rtlCol="0">
            <a:normAutofit/>
          </a:bodyPr>
          <a:lstStyle>
            <a:lvl1pPr marL="0" indent="0" algn="l">
              <a:lnSpc>
                <a:spcPct val="100000"/>
              </a:lnSpc>
              <a:buNone/>
              <a:defRPr sz="1400">
                <a:solidFill>
                  <a:schemeClr val="tx1">
                    <a:lumMod val="75000"/>
                    <a:lumOff val="25000"/>
                  </a:schemeClr>
                </a:solidFill>
              </a:defRPr>
            </a:lvl1pPr>
          </a:lstStyle>
          <a:p>
            <a:pPr rtl="0"/>
            <a:r>
              <a:rPr lang="fr-CA" noProof="0"/>
              <a:t>Cliquez sur l’icône pour ajouter une image</a:t>
            </a:r>
          </a:p>
        </p:txBody>
      </p:sp>
      <p:sp>
        <p:nvSpPr>
          <p:cNvPr id="18" name="Espace réservé d’image 10">
            <a:extLst>
              <a:ext uri="{FF2B5EF4-FFF2-40B4-BE49-F238E27FC236}">
                <a16:creationId xmlns:a16="http://schemas.microsoft.com/office/drawing/2014/main" id="{4EBC7D6F-397D-4C5A-AA62-F683F88531A2}"/>
              </a:ext>
            </a:extLst>
          </p:cNvPr>
          <p:cNvSpPr>
            <a:spLocks noGrp="1"/>
          </p:cNvSpPr>
          <p:nvPr>
            <p:ph type="pic" sz="quarter" idx="16" hasCustomPrompt="1"/>
          </p:nvPr>
        </p:nvSpPr>
        <p:spPr>
          <a:xfrm>
            <a:off x="6327578" y="2886074"/>
            <a:ext cx="1845511" cy="1845511"/>
          </a:xfrm>
          <a:solidFill>
            <a:schemeClr val="bg1">
              <a:lumMod val="95000"/>
            </a:schemeClr>
          </a:solidFill>
        </p:spPr>
        <p:txBody>
          <a:bodyPr rtlCol="0">
            <a:normAutofit/>
          </a:bodyPr>
          <a:lstStyle>
            <a:lvl1pPr marL="0" indent="0">
              <a:buNone/>
              <a:defRPr sz="1400"/>
            </a:lvl1pPr>
            <a:lvl2pPr marL="457200" indent="0" algn="l">
              <a:lnSpc>
                <a:spcPct val="100000"/>
              </a:lnSpc>
              <a:buNone/>
              <a:defRPr sz="1400">
                <a:solidFill>
                  <a:schemeClr val="tx1">
                    <a:lumMod val="75000"/>
                    <a:lumOff val="25000"/>
                  </a:schemeClr>
                </a:solidFill>
              </a:defRPr>
            </a:lvl2pPr>
          </a:lstStyle>
          <a:p>
            <a:pPr lvl="0" rtl="0"/>
            <a:r>
              <a:rPr lang="fr-CA" noProof="0"/>
              <a:t>Cliquez sur l’icône pour ajouter une image</a:t>
            </a:r>
          </a:p>
        </p:txBody>
      </p:sp>
      <p:sp>
        <p:nvSpPr>
          <p:cNvPr id="19" name="Espace réservé d’image 10">
            <a:extLst>
              <a:ext uri="{FF2B5EF4-FFF2-40B4-BE49-F238E27FC236}">
                <a16:creationId xmlns:a16="http://schemas.microsoft.com/office/drawing/2014/main" id="{92E6B581-A522-4758-A9A4-8B9C7B860CF2}"/>
              </a:ext>
            </a:extLst>
          </p:cNvPr>
          <p:cNvSpPr>
            <a:spLocks noGrp="1"/>
          </p:cNvSpPr>
          <p:nvPr>
            <p:ph type="pic" sz="quarter" idx="17" hasCustomPrompt="1"/>
          </p:nvPr>
        </p:nvSpPr>
        <p:spPr>
          <a:xfrm>
            <a:off x="8747458" y="2886074"/>
            <a:ext cx="1845511" cy="1845511"/>
          </a:xfrm>
          <a:solidFill>
            <a:schemeClr val="bg1">
              <a:lumMod val="95000"/>
            </a:schemeClr>
          </a:solidFill>
        </p:spPr>
        <p:txBody>
          <a:bodyPr rtlCol="0">
            <a:normAutofit/>
          </a:bodyPr>
          <a:lstStyle>
            <a:lvl1pPr marL="0" indent="0" algn="l">
              <a:lnSpc>
                <a:spcPct val="100000"/>
              </a:lnSpc>
              <a:buNone/>
              <a:defRPr sz="1400">
                <a:solidFill>
                  <a:schemeClr val="tx1">
                    <a:lumMod val="75000"/>
                    <a:lumOff val="25000"/>
                  </a:schemeClr>
                </a:solidFill>
              </a:defRPr>
            </a:lvl1pPr>
          </a:lstStyle>
          <a:p>
            <a:pPr rtl="0"/>
            <a:r>
              <a:rPr lang="fr-CA" noProof="0"/>
              <a:t>Cliquez sur l’icône pour ajouter une image</a:t>
            </a:r>
          </a:p>
        </p:txBody>
      </p:sp>
      <p:sp>
        <p:nvSpPr>
          <p:cNvPr id="3" name="Espace réservé au texte 2">
            <a:extLst>
              <a:ext uri="{FF2B5EF4-FFF2-40B4-BE49-F238E27FC236}">
                <a16:creationId xmlns:a16="http://schemas.microsoft.com/office/drawing/2014/main" id="{B659CD1F-9DFB-4048-9B9B-2BD7D4EC6400}"/>
              </a:ext>
            </a:extLst>
          </p:cNvPr>
          <p:cNvSpPr>
            <a:spLocks noGrp="1"/>
          </p:cNvSpPr>
          <p:nvPr>
            <p:ph type="body" idx="1" hasCustomPrompt="1"/>
          </p:nvPr>
        </p:nvSpPr>
        <p:spPr>
          <a:xfrm>
            <a:off x="1343248" y="5084524"/>
            <a:ext cx="2123743" cy="343061"/>
          </a:xfrm>
        </p:spPr>
        <p:txBody>
          <a:bodyPr rtlCol="0" anchor="ctr">
            <a:noAutofit/>
          </a:bodyPr>
          <a:lstStyle>
            <a:lvl1pPr marL="0" indent="0" algn="ctr">
              <a:buNone/>
              <a:defRPr lang="en-US" sz="1400" kern="1200" spc="150" baseline="0" dirty="0" smtClean="0">
                <a:solidFill>
                  <a:schemeClr val="tx1">
                    <a:lumMod val="75000"/>
                    <a:lumOff val="25000"/>
                  </a:schemeClr>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rtl="0"/>
            <a:r>
              <a:rPr lang="fr-CA" noProof="0"/>
              <a:t>CLIQUEZ POUR MODIFIER</a:t>
            </a:r>
          </a:p>
        </p:txBody>
      </p:sp>
      <p:sp>
        <p:nvSpPr>
          <p:cNvPr id="23" name="Espace réservé au texte 2">
            <a:extLst>
              <a:ext uri="{FF2B5EF4-FFF2-40B4-BE49-F238E27FC236}">
                <a16:creationId xmlns:a16="http://schemas.microsoft.com/office/drawing/2014/main" id="{572D0301-10F1-41B4-BEF8-C53FA4D66214}"/>
              </a:ext>
            </a:extLst>
          </p:cNvPr>
          <p:cNvSpPr>
            <a:spLocks noGrp="1"/>
          </p:cNvSpPr>
          <p:nvPr>
            <p:ph type="body" idx="18" hasCustomPrompt="1"/>
          </p:nvPr>
        </p:nvSpPr>
        <p:spPr>
          <a:xfrm>
            <a:off x="3692980" y="5099206"/>
            <a:ext cx="2135755" cy="343061"/>
          </a:xfrm>
        </p:spPr>
        <p:txBody>
          <a:bodyPr rtlCol="0" anchor="ctr">
            <a:noAutofit/>
          </a:bodyPr>
          <a:lstStyle>
            <a:lvl1pPr marL="0" indent="0" algn="ctr">
              <a:buNone/>
              <a:defRPr lang="en-US" sz="1400" kern="1200" spc="150" baseline="0" dirty="0" smtClean="0">
                <a:solidFill>
                  <a:schemeClr val="tx1">
                    <a:lumMod val="75000"/>
                    <a:lumOff val="25000"/>
                  </a:schemeClr>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rtl="0"/>
            <a:r>
              <a:rPr lang="fr-CA" noProof="0"/>
              <a:t>CLIQUEZ POUR MODIFIER</a:t>
            </a:r>
          </a:p>
        </p:txBody>
      </p:sp>
      <p:sp>
        <p:nvSpPr>
          <p:cNvPr id="24" name="Espace réservé au texte 2">
            <a:extLst>
              <a:ext uri="{FF2B5EF4-FFF2-40B4-BE49-F238E27FC236}">
                <a16:creationId xmlns:a16="http://schemas.microsoft.com/office/drawing/2014/main" id="{E767B9DE-7410-43CC-90CF-52D67EF03D48}"/>
              </a:ext>
            </a:extLst>
          </p:cNvPr>
          <p:cNvSpPr>
            <a:spLocks noGrp="1"/>
          </p:cNvSpPr>
          <p:nvPr>
            <p:ph type="body" idx="19" hasCustomPrompt="1"/>
          </p:nvPr>
        </p:nvSpPr>
        <p:spPr>
          <a:xfrm>
            <a:off x="6183644" y="5099206"/>
            <a:ext cx="2123743" cy="343061"/>
          </a:xfrm>
        </p:spPr>
        <p:txBody>
          <a:bodyPr rtlCol="0" anchor="ctr">
            <a:noAutofit/>
          </a:bodyPr>
          <a:lstStyle>
            <a:lvl1pPr marL="0" indent="0" algn="ctr">
              <a:buNone/>
              <a:defRPr lang="en-US" sz="1400" kern="1200" spc="150" baseline="0" dirty="0" smtClean="0">
                <a:solidFill>
                  <a:schemeClr val="tx1">
                    <a:lumMod val="75000"/>
                    <a:lumOff val="25000"/>
                  </a:schemeClr>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rtl="0"/>
            <a:r>
              <a:rPr lang="fr-CA" noProof="0"/>
              <a:t>CLIQUEZ POUR MODIFIER</a:t>
            </a:r>
          </a:p>
        </p:txBody>
      </p:sp>
      <p:sp>
        <p:nvSpPr>
          <p:cNvPr id="25" name="Espace réservé au texte 2">
            <a:extLst>
              <a:ext uri="{FF2B5EF4-FFF2-40B4-BE49-F238E27FC236}">
                <a16:creationId xmlns:a16="http://schemas.microsoft.com/office/drawing/2014/main" id="{E13DFE1F-4534-4828-990E-B052F51FC65C}"/>
              </a:ext>
            </a:extLst>
          </p:cNvPr>
          <p:cNvSpPr>
            <a:spLocks noGrp="1"/>
          </p:cNvSpPr>
          <p:nvPr>
            <p:ph type="body" idx="20" hasCustomPrompt="1"/>
          </p:nvPr>
        </p:nvSpPr>
        <p:spPr>
          <a:xfrm>
            <a:off x="8603525" y="5084524"/>
            <a:ext cx="2123742" cy="343061"/>
          </a:xfrm>
        </p:spPr>
        <p:txBody>
          <a:bodyPr rtlCol="0" anchor="ctr">
            <a:noAutofit/>
          </a:bodyPr>
          <a:lstStyle>
            <a:lvl1pPr marL="0" indent="0" algn="ctr">
              <a:buNone/>
              <a:defRPr lang="en-US" sz="1400" kern="1200" spc="150" baseline="0" dirty="0" smtClean="0">
                <a:solidFill>
                  <a:schemeClr val="tx1">
                    <a:lumMod val="75000"/>
                    <a:lumOff val="25000"/>
                  </a:schemeClr>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rtl="0"/>
            <a:r>
              <a:rPr lang="fr-CA" noProof="0"/>
              <a:t>CLIQUEZ POUR MODIFIER</a:t>
            </a:r>
          </a:p>
        </p:txBody>
      </p:sp>
      <p:sp>
        <p:nvSpPr>
          <p:cNvPr id="26" name="Espace réservé au texte 2">
            <a:extLst>
              <a:ext uri="{FF2B5EF4-FFF2-40B4-BE49-F238E27FC236}">
                <a16:creationId xmlns:a16="http://schemas.microsoft.com/office/drawing/2014/main" id="{A02C0876-23F7-41FA-9AC9-721097D1A3CD}"/>
              </a:ext>
            </a:extLst>
          </p:cNvPr>
          <p:cNvSpPr>
            <a:spLocks noGrp="1"/>
          </p:cNvSpPr>
          <p:nvPr>
            <p:ph type="body" idx="21" hasCustomPrompt="1"/>
          </p:nvPr>
        </p:nvSpPr>
        <p:spPr>
          <a:xfrm>
            <a:off x="1487181" y="5464114"/>
            <a:ext cx="1845511" cy="343061"/>
          </a:xfrm>
        </p:spPr>
        <p:txBody>
          <a:bodyPr rtlCol="0" anchor="t">
            <a:noAutofit/>
          </a:bodyPr>
          <a:lstStyle>
            <a:lvl1pPr marL="0" indent="0" algn="ctr">
              <a:buNone/>
              <a:defRPr lang="en-US" sz="1000" kern="1200" spc="150" baseline="0" dirty="0" smtClean="0">
                <a:solidFill>
                  <a:schemeClr val="tx1">
                    <a:lumMod val="75000"/>
                    <a:lumOff val="25000"/>
                  </a:schemeClr>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rtl="0"/>
            <a:r>
              <a:rPr lang="fr-CA" noProof="0"/>
              <a:t>CLIQUEZ POUR MODIFIER</a:t>
            </a:r>
          </a:p>
        </p:txBody>
      </p:sp>
      <p:sp>
        <p:nvSpPr>
          <p:cNvPr id="27" name="Espace réservé au texte 2">
            <a:extLst>
              <a:ext uri="{FF2B5EF4-FFF2-40B4-BE49-F238E27FC236}">
                <a16:creationId xmlns:a16="http://schemas.microsoft.com/office/drawing/2014/main" id="{7ADEB263-F204-4A78-A5E0-7361EFE0B921}"/>
              </a:ext>
            </a:extLst>
          </p:cNvPr>
          <p:cNvSpPr>
            <a:spLocks noGrp="1"/>
          </p:cNvSpPr>
          <p:nvPr>
            <p:ph type="body" idx="22" hasCustomPrompt="1"/>
          </p:nvPr>
        </p:nvSpPr>
        <p:spPr>
          <a:xfrm>
            <a:off x="3836913" y="5478796"/>
            <a:ext cx="1855949" cy="343061"/>
          </a:xfrm>
        </p:spPr>
        <p:txBody>
          <a:bodyPr rtlCol="0" anchor="t">
            <a:noAutofit/>
          </a:bodyPr>
          <a:lstStyle>
            <a:lvl1pPr marL="0" indent="0" algn="ctr">
              <a:buNone/>
              <a:defRPr lang="en-US" sz="1000" kern="1200" spc="150" baseline="0" dirty="0" smtClean="0">
                <a:solidFill>
                  <a:schemeClr val="tx1">
                    <a:lumMod val="75000"/>
                    <a:lumOff val="25000"/>
                  </a:schemeClr>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rtl="0"/>
            <a:r>
              <a:rPr lang="fr-CA" noProof="0"/>
              <a:t>CLIQUEZ POUR MODIFIER</a:t>
            </a:r>
          </a:p>
        </p:txBody>
      </p:sp>
      <p:sp>
        <p:nvSpPr>
          <p:cNvPr id="28" name="Espace réservé au texte 2">
            <a:extLst>
              <a:ext uri="{FF2B5EF4-FFF2-40B4-BE49-F238E27FC236}">
                <a16:creationId xmlns:a16="http://schemas.microsoft.com/office/drawing/2014/main" id="{103678F5-B025-46E2-BD45-E77861487165}"/>
              </a:ext>
            </a:extLst>
          </p:cNvPr>
          <p:cNvSpPr>
            <a:spLocks noGrp="1"/>
          </p:cNvSpPr>
          <p:nvPr>
            <p:ph type="body" idx="23" hasCustomPrompt="1"/>
          </p:nvPr>
        </p:nvSpPr>
        <p:spPr>
          <a:xfrm>
            <a:off x="6327577" y="5478796"/>
            <a:ext cx="1845511" cy="343061"/>
          </a:xfrm>
        </p:spPr>
        <p:txBody>
          <a:bodyPr rtlCol="0" anchor="t">
            <a:noAutofit/>
          </a:bodyPr>
          <a:lstStyle>
            <a:lvl1pPr marL="0" indent="0" algn="ctr">
              <a:buNone/>
              <a:defRPr lang="en-US" sz="1000" kern="1200" spc="150" baseline="0" dirty="0" smtClean="0">
                <a:solidFill>
                  <a:schemeClr val="tx1">
                    <a:lumMod val="75000"/>
                    <a:lumOff val="25000"/>
                  </a:schemeClr>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rtl="0"/>
            <a:r>
              <a:rPr lang="fr-CA" noProof="0"/>
              <a:t>CLIQUEZ POUR MODIFIER</a:t>
            </a:r>
          </a:p>
        </p:txBody>
      </p:sp>
      <p:sp>
        <p:nvSpPr>
          <p:cNvPr id="29" name="Espace réservé au texte 2">
            <a:extLst>
              <a:ext uri="{FF2B5EF4-FFF2-40B4-BE49-F238E27FC236}">
                <a16:creationId xmlns:a16="http://schemas.microsoft.com/office/drawing/2014/main" id="{7E3F385B-4DD9-4F3C-A02B-179B9FA61292}"/>
              </a:ext>
            </a:extLst>
          </p:cNvPr>
          <p:cNvSpPr>
            <a:spLocks noGrp="1"/>
          </p:cNvSpPr>
          <p:nvPr>
            <p:ph type="body" idx="24" hasCustomPrompt="1"/>
          </p:nvPr>
        </p:nvSpPr>
        <p:spPr>
          <a:xfrm>
            <a:off x="8747458" y="5464114"/>
            <a:ext cx="1845510" cy="343061"/>
          </a:xfrm>
        </p:spPr>
        <p:txBody>
          <a:bodyPr rtlCol="0" anchor="t">
            <a:noAutofit/>
          </a:bodyPr>
          <a:lstStyle>
            <a:lvl1pPr marL="0" indent="0" algn="ctr">
              <a:buNone/>
              <a:defRPr lang="en-US" sz="1000" kern="1200" spc="150" baseline="0" dirty="0" smtClean="0">
                <a:solidFill>
                  <a:schemeClr val="tx1">
                    <a:lumMod val="75000"/>
                    <a:lumOff val="25000"/>
                  </a:schemeClr>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rtl="0"/>
            <a:r>
              <a:rPr lang="fr-CA" noProof="0"/>
              <a:t>CLIQUEZ POUR MODIFIER</a:t>
            </a:r>
          </a:p>
        </p:txBody>
      </p:sp>
      <p:sp>
        <p:nvSpPr>
          <p:cNvPr id="7" name="Espace réservé à la date 6">
            <a:extLst>
              <a:ext uri="{FF2B5EF4-FFF2-40B4-BE49-F238E27FC236}">
                <a16:creationId xmlns:a16="http://schemas.microsoft.com/office/drawing/2014/main" id="{F255C16C-AA88-4BBF-8040-11ECFED618E0}"/>
              </a:ext>
            </a:extLst>
          </p:cNvPr>
          <p:cNvSpPr>
            <a:spLocks noGrp="1"/>
          </p:cNvSpPr>
          <p:nvPr>
            <p:ph type="dt" sz="half" idx="10"/>
          </p:nvPr>
        </p:nvSpPr>
        <p:spPr/>
        <p:txBody>
          <a:bodyPr rtlCol="0"/>
          <a:lstStyle>
            <a:lvl1pPr>
              <a:defRPr sz="900"/>
            </a:lvl1pPr>
          </a:lstStyle>
          <a:p>
            <a:pPr rtl="0"/>
            <a:r>
              <a:rPr lang="fr-FR" noProof="0"/>
              <a:t>2023</a:t>
            </a:r>
            <a:endParaRPr lang="fr-CA" noProof="0"/>
          </a:p>
        </p:txBody>
      </p:sp>
      <p:sp>
        <p:nvSpPr>
          <p:cNvPr id="8" name="Espace réservé au pied de page 7">
            <a:extLst>
              <a:ext uri="{FF2B5EF4-FFF2-40B4-BE49-F238E27FC236}">
                <a16:creationId xmlns:a16="http://schemas.microsoft.com/office/drawing/2014/main" id="{CBE560E3-F935-488F-8F0E-191D7B6B54B8}"/>
              </a:ext>
            </a:extLst>
          </p:cNvPr>
          <p:cNvSpPr>
            <a:spLocks noGrp="1"/>
          </p:cNvSpPr>
          <p:nvPr>
            <p:ph type="ftr" sz="quarter" idx="11"/>
          </p:nvPr>
        </p:nvSpPr>
        <p:spPr/>
        <p:txBody>
          <a:bodyPr rtlCol="0"/>
          <a:lstStyle>
            <a:lvl1pPr>
              <a:defRPr sz="900"/>
            </a:lvl1pPr>
          </a:lstStyle>
          <a:p>
            <a:pPr rtl="0"/>
            <a:r>
              <a:rPr lang="fr-CA" noProof="0"/>
              <a:t>420-06A-FX</a:t>
            </a:r>
          </a:p>
        </p:txBody>
      </p:sp>
      <p:sp>
        <p:nvSpPr>
          <p:cNvPr id="9" name="Espace réservé à la diapositive 8">
            <a:extLst>
              <a:ext uri="{FF2B5EF4-FFF2-40B4-BE49-F238E27FC236}">
                <a16:creationId xmlns:a16="http://schemas.microsoft.com/office/drawing/2014/main" id="{9B9CD8B2-CC23-467F-B0EE-2CC06D6308BD}"/>
              </a:ext>
            </a:extLst>
          </p:cNvPr>
          <p:cNvSpPr>
            <a:spLocks noGrp="1"/>
          </p:cNvSpPr>
          <p:nvPr>
            <p:ph type="sldNum" sz="quarter" idx="12"/>
          </p:nvPr>
        </p:nvSpPr>
        <p:spPr/>
        <p:txBody>
          <a:bodyPr rtlCol="0"/>
          <a:lstStyle>
            <a:lvl1pPr>
              <a:defRPr sz="900"/>
            </a:lvl1pPr>
          </a:lstStyle>
          <a:p>
            <a:pPr rtl="0"/>
            <a:fld id="{B5CEABB6-07DC-46E8-9B57-56EC44A396E5}" type="slidenum">
              <a:rPr lang="fr-CA" noProof="0" smtClean="0"/>
              <a:t>‹#›</a:t>
            </a:fld>
            <a:endParaRPr lang="fr-CA" noProof="0"/>
          </a:p>
        </p:txBody>
      </p:sp>
      <p:cxnSp>
        <p:nvCxnSpPr>
          <p:cNvPr id="10" name="Connecteur droit 9">
            <a:extLst>
              <a:ext uri="{FF2B5EF4-FFF2-40B4-BE49-F238E27FC236}">
                <a16:creationId xmlns:a16="http://schemas.microsoft.com/office/drawing/2014/main" id="{4E4B72DA-52CB-4D39-A342-8857B4D959B2}"/>
              </a:ext>
              <a:ext uri="{C183D7F6-B498-43B3-948B-1728B52AA6E4}">
                <adec:decorative xmlns:adec="http://schemas.microsoft.com/office/drawing/2017/decorative" val="1"/>
              </a:ext>
            </a:extLst>
          </p:cNvPr>
          <p:cNvCxnSpPr/>
          <p:nvPr/>
        </p:nvCxnSpPr>
        <p:spPr>
          <a:xfrm flipH="1" flipV="1">
            <a:off x="7334250" y="0"/>
            <a:ext cx="4857750" cy="762000"/>
          </a:xfrm>
          <a:prstGeom prst="line">
            <a:avLst/>
          </a:prstGeom>
          <a:ln>
            <a:solidFill>
              <a:schemeClr val="accent2">
                <a:lumMod val="75000"/>
              </a:schemeClr>
            </a:solidFill>
          </a:ln>
        </p:spPr>
        <p:style>
          <a:lnRef idx="1">
            <a:schemeClr val="accent1"/>
          </a:lnRef>
          <a:fillRef idx="0">
            <a:schemeClr val="accent1"/>
          </a:fillRef>
          <a:effectRef idx="0">
            <a:schemeClr val="accent1"/>
          </a:effectRef>
          <a:fontRef idx="minor">
            <a:schemeClr val="tx1"/>
          </a:fontRef>
        </p:style>
      </p:cxnSp>
      <p:cxnSp>
        <p:nvCxnSpPr>
          <p:cNvPr id="15" name="Connecteur droit 14">
            <a:extLst>
              <a:ext uri="{FF2B5EF4-FFF2-40B4-BE49-F238E27FC236}">
                <a16:creationId xmlns:a16="http://schemas.microsoft.com/office/drawing/2014/main" id="{21D9BCDA-DFB7-41A4-A7C7-CEE86CEDCBE5}"/>
              </a:ext>
              <a:ext uri="{C183D7F6-B498-43B3-948B-1728B52AA6E4}">
                <adec:decorative xmlns:adec="http://schemas.microsoft.com/office/drawing/2017/decorative" val="1"/>
              </a:ext>
            </a:extLst>
          </p:cNvPr>
          <p:cNvCxnSpPr>
            <a:cxnSpLocks/>
          </p:cNvCxnSpPr>
          <p:nvPr/>
        </p:nvCxnSpPr>
        <p:spPr>
          <a:xfrm>
            <a:off x="11487150" y="0"/>
            <a:ext cx="704850" cy="1724025"/>
          </a:xfrm>
          <a:prstGeom prst="line">
            <a:avLst/>
          </a:prstGeom>
          <a:ln>
            <a:solidFill>
              <a:schemeClr val="accent2">
                <a:lumMod val="7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562372833"/>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15:guide id="2" pos="936">
          <p15:clr>
            <a:srgbClr val="FBAE40"/>
          </p15:clr>
        </p15:guide>
      </p15:sldGuideLst>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p:cSld name="Diapositive équipe 8 personnes">
    <p:bg>
      <p:bgPr>
        <a:solidFill>
          <a:schemeClr val="accent2"/>
        </a:solidFill>
        <a:effectLst/>
      </p:bgPr>
    </p:bg>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81CF3B5C-31C4-46BA-9FAD-72DF917A84DA}"/>
              </a:ext>
            </a:extLst>
          </p:cNvPr>
          <p:cNvSpPr>
            <a:spLocks noGrp="1"/>
          </p:cNvSpPr>
          <p:nvPr>
            <p:ph type="title" hasCustomPrompt="1"/>
          </p:nvPr>
        </p:nvSpPr>
        <p:spPr>
          <a:xfrm>
            <a:off x="1885156" y="892177"/>
            <a:ext cx="8421688" cy="1325563"/>
          </a:xfrm>
        </p:spPr>
        <p:txBody>
          <a:bodyPr rtlCol="0">
            <a:normAutofit/>
          </a:bodyPr>
          <a:lstStyle>
            <a:lvl1pPr algn="ctr">
              <a:defRPr lang="en-US" sz="2800" kern="1200" spc="150" baseline="0" dirty="0">
                <a:solidFill>
                  <a:schemeClr val="bg1">
                    <a:lumMod val="75000"/>
                    <a:lumOff val="25000"/>
                  </a:schemeClr>
                </a:solidFill>
                <a:latin typeface="+mj-lt"/>
                <a:ea typeface="+mj-ea"/>
                <a:cs typeface="+mj-cs"/>
              </a:defRPr>
            </a:lvl1pPr>
          </a:lstStyle>
          <a:p>
            <a:pPr rtl="0"/>
            <a:r>
              <a:rPr lang="fr-CA" noProof="0"/>
              <a:t>MODIFIEZ LE STYLE DU TITRE PRINCIPAL</a:t>
            </a:r>
          </a:p>
        </p:txBody>
      </p:sp>
      <p:sp>
        <p:nvSpPr>
          <p:cNvPr id="11" name="Espace réservé à l’image 10">
            <a:extLst>
              <a:ext uri="{FF2B5EF4-FFF2-40B4-BE49-F238E27FC236}">
                <a16:creationId xmlns:a16="http://schemas.microsoft.com/office/drawing/2014/main" id="{B0BDE76A-30A6-4268-9656-28A484C3DCC9}"/>
              </a:ext>
            </a:extLst>
          </p:cNvPr>
          <p:cNvSpPr>
            <a:spLocks noGrp="1"/>
          </p:cNvSpPr>
          <p:nvPr>
            <p:ph type="pic" sz="quarter" idx="14" hasCustomPrompt="1"/>
          </p:nvPr>
        </p:nvSpPr>
        <p:spPr>
          <a:xfrm>
            <a:off x="1877176" y="2428875"/>
            <a:ext cx="1066800" cy="1066800"/>
          </a:xfrm>
          <a:solidFill>
            <a:schemeClr val="tx1"/>
          </a:solidFill>
        </p:spPr>
        <p:txBody>
          <a:bodyPr rtlCol="0">
            <a:normAutofit/>
          </a:bodyPr>
          <a:lstStyle>
            <a:lvl1pPr marL="0" indent="0">
              <a:lnSpc>
                <a:spcPct val="100000"/>
              </a:lnSpc>
              <a:buNone/>
              <a:defRPr sz="900">
                <a:solidFill>
                  <a:schemeClr val="bg1">
                    <a:lumMod val="75000"/>
                    <a:lumOff val="25000"/>
                  </a:schemeClr>
                </a:solidFill>
              </a:defRPr>
            </a:lvl1pPr>
          </a:lstStyle>
          <a:p>
            <a:pPr rtl="0"/>
            <a:r>
              <a:rPr lang="fr-CA" noProof="0"/>
              <a:t>Cliquez sur l’icône pour ajouter une image</a:t>
            </a:r>
          </a:p>
        </p:txBody>
      </p:sp>
      <p:sp>
        <p:nvSpPr>
          <p:cNvPr id="17" name="Espace réservé d’image 10">
            <a:extLst>
              <a:ext uri="{FF2B5EF4-FFF2-40B4-BE49-F238E27FC236}">
                <a16:creationId xmlns:a16="http://schemas.microsoft.com/office/drawing/2014/main" id="{C4CA5C9C-91D5-44B1-A82A-A49732B4691A}"/>
              </a:ext>
            </a:extLst>
          </p:cNvPr>
          <p:cNvSpPr>
            <a:spLocks noGrp="1"/>
          </p:cNvSpPr>
          <p:nvPr>
            <p:ph type="pic" sz="quarter" idx="15" hasCustomPrompt="1"/>
          </p:nvPr>
        </p:nvSpPr>
        <p:spPr>
          <a:xfrm>
            <a:off x="4226270" y="2428875"/>
            <a:ext cx="1066800" cy="1066800"/>
          </a:xfrm>
          <a:solidFill>
            <a:schemeClr val="tx1"/>
          </a:solidFill>
        </p:spPr>
        <p:txBody>
          <a:bodyPr rtlCol="0">
            <a:normAutofit/>
          </a:bodyPr>
          <a:lstStyle>
            <a:lvl1pPr marL="0" indent="0">
              <a:lnSpc>
                <a:spcPct val="100000"/>
              </a:lnSpc>
              <a:buNone/>
              <a:defRPr sz="900">
                <a:solidFill>
                  <a:schemeClr val="bg1">
                    <a:lumMod val="75000"/>
                    <a:lumOff val="25000"/>
                  </a:schemeClr>
                </a:solidFill>
              </a:defRPr>
            </a:lvl1pPr>
          </a:lstStyle>
          <a:p>
            <a:pPr rtl="0"/>
            <a:r>
              <a:rPr lang="fr-CA" noProof="0"/>
              <a:t>Cliquez sur l’icône pour ajouter une image</a:t>
            </a:r>
          </a:p>
        </p:txBody>
      </p:sp>
      <p:sp>
        <p:nvSpPr>
          <p:cNvPr id="18" name="Espace réservé d’image 10">
            <a:extLst>
              <a:ext uri="{FF2B5EF4-FFF2-40B4-BE49-F238E27FC236}">
                <a16:creationId xmlns:a16="http://schemas.microsoft.com/office/drawing/2014/main" id="{4EBC7D6F-397D-4C5A-AA62-F683F88531A2}"/>
              </a:ext>
            </a:extLst>
          </p:cNvPr>
          <p:cNvSpPr>
            <a:spLocks noGrp="1"/>
          </p:cNvSpPr>
          <p:nvPr>
            <p:ph type="pic" sz="quarter" idx="16" hasCustomPrompt="1"/>
          </p:nvPr>
        </p:nvSpPr>
        <p:spPr>
          <a:xfrm>
            <a:off x="6716934" y="2428875"/>
            <a:ext cx="1066800" cy="1066800"/>
          </a:xfrm>
          <a:solidFill>
            <a:schemeClr val="tx1"/>
          </a:solidFill>
        </p:spPr>
        <p:txBody>
          <a:bodyPr rtlCol="0">
            <a:noAutofit/>
          </a:bodyPr>
          <a:lstStyle>
            <a:lvl1pPr marL="0" indent="0" algn="l">
              <a:buNone/>
              <a:defRPr sz="900">
                <a:solidFill>
                  <a:schemeClr val="bg1">
                    <a:lumMod val="75000"/>
                    <a:lumOff val="25000"/>
                  </a:schemeClr>
                </a:solidFill>
              </a:defRPr>
            </a:lvl1pPr>
            <a:lvl2pPr marL="457200" indent="0">
              <a:lnSpc>
                <a:spcPct val="100000"/>
              </a:lnSpc>
              <a:buNone/>
              <a:defRPr sz="900">
                <a:solidFill>
                  <a:schemeClr val="bg1">
                    <a:lumMod val="75000"/>
                    <a:lumOff val="25000"/>
                  </a:schemeClr>
                </a:solidFill>
              </a:defRPr>
            </a:lvl2pPr>
          </a:lstStyle>
          <a:p>
            <a:pPr lvl="0" rtl="0"/>
            <a:r>
              <a:rPr lang="fr-CA" noProof="0"/>
              <a:t>Cliquez sur l’icône pour ajouter une image</a:t>
            </a:r>
          </a:p>
        </p:txBody>
      </p:sp>
      <p:sp>
        <p:nvSpPr>
          <p:cNvPr id="19" name="Espace réservé d’image 10">
            <a:extLst>
              <a:ext uri="{FF2B5EF4-FFF2-40B4-BE49-F238E27FC236}">
                <a16:creationId xmlns:a16="http://schemas.microsoft.com/office/drawing/2014/main" id="{92E6B581-A522-4758-A9A4-8B9C7B860CF2}"/>
              </a:ext>
            </a:extLst>
          </p:cNvPr>
          <p:cNvSpPr>
            <a:spLocks noGrp="1"/>
          </p:cNvSpPr>
          <p:nvPr>
            <p:ph type="pic" sz="quarter" idx="17" hasCustomPrompt="1"/>
          </p:nvPr>
        </p:nvSpPr>
        <p:spPr>
          <a:xfrm>
            <a:off x="9136814" y="2428875"/>
            <a:ext cx="1066800" cy="1066800"/>
          </a:xfrm>
          <a:solidFill>
            <a:schemeClr val="tx1"/>
          </a:solidFill>
        </p:spPr>
        <p:txBody>
          <a:bodyPr rtlCol="0">
            <a:normAutofit/>
          </a:bodyPr>
          <a:lstStyle>
            <a:lvl1pPr marL="0" indent="0">
              <a:lnSpc>
                <a:spcPct val="100000"/>
              </a:lnSpc>
              <a:buNone/>
              <a:defRPr sz="900">
                <a:solidFill>
                  <a:schemeClr val="bg1">
                    <a:lumMod val="75000"/>
                    <a:lumOff val="25000"/>
                  </a:schemeClr>
                </a:solidFill>
              </a:defRPr>
            </a:lvl1pPr>
          </a:lstStyle>
          <a:p>
            <a:pPr rtl="0"/>
            <a:r>
              <a:rPr lang="fr-CA" noProof="0"/>
              <a:t>Cliquez sur l’icône pour ajouter une image</a:t>
            </a:r>
          </a:p>
        </p:txBody>
      </p:sp>
      <p:sp>
        <p:nvSpPr>
          <p:cNvPr id="3" name="Espace réservé au texte 2">
            <a:extLst>
              <a:ext uri="{FF2B5EF4-FFF2-40B4-BE49-F238E27FC236}">
                <a16:creationId xmlns:a16="http://schemas.microsoft.com/office/drawing/2014/main" id="{B659CD1F-9DFB-4048-9B9B-2BD7D4EC6400}"/>
              </a:ext>
            </a:extLst>
          </p:cNvPr>
          <p:cNvSpPr>
            <a:spLocks noGrp="1"/>
          </p:cNvSpPr>
          <p:nvPr>
            <p:ph type="body" idx="1" hasCustomPrompt="1"/>
          </p:nvPr>
        </p:nvSpPr>
        <p:spPr>
          <a:xfrm>
            <a:off x="1500168" y="3654378"/>
            <a:ext cx="1828800" cy="343061"/>
          </a:xfrm>
        </p:spPr>
        <p:txBody>
          <a:bodyPr rtlCol="0" anchor="t">
            <a:noAutofit/>
          </a:bodyPr>
          <a:lstStyle>
            <a:lvl1pPr marL="0" indent="0" algn="ctr">
              <a:buNone/>
              <a:defRPr lang="en-US" sz="1050" kern="1200" spc="150" baseline="0" dirty="0" smtClean="0">
                <a:solidFill>
                  <a:schemeClr val="bg1">
                    <a:lumMod val="75000"/>
                    <a:lumOff val="25000"/>
                  </a:schemeClr>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rtl="0"/>
            <a:r>
              <a:rPr lang="fr-CA" noProof="0"/>
              <a:t>CLIQUEZ POUR MODIFIER</a:t>
            </a:r>
          </a:p>
        </p:txBody>
      </p:sp>
      <p:sp>
        <p:nvSpPr>
          <p:cNvPr id="26" name="Espace réservé au texte 2">
            <a:extLst>
              <a:ext uri="{FF2B5EF4-FFF2-40B4-BE49-F238E27FC236}">
                <a16:creationId xmlns:a16="http://schemas.microsoft.com/office/drawing/2014/main" id="{A02C0876-23F7-41FA-9AC9-721097D1A3CD}"/>
              </a:ext>
            </a:extLst>
          </p:cNvPr>
          <p:cNvSpPr>
            <a:spLocks noGrp="1"/>
          </p:cNvSpPr>
          <p:nvPr>
            <p:ph type="body" idx="21" hasCustomPrompt="1"/>
          </p:nvPr>
        </p:nvSpPr>
        <p:spPr>
          <a:xfrm>
            <a:off x="1390120" y="3782039"/>
            <a:ext cx="2057400" cy="343061"/>
          </a:xfrm>
        </p:spPr>
        <p:txBody>
          <a:bodyPr rtlCol="0" anchor="ctr">
            <a:noAutofit/>
          </a:bodyPr>
          <a:lstStyle>
            <a:lvl1pPr marL="0" indent="0" algn="ctr">
              <a:buNone/>
              <a:defRPr lang="en-US" sz="900" kern="1200" spc="150" baseline="0" dirty="0" smtClean="0">
                <a:solidFill>
                  <a:schemeClr val="bg1">
                    <a:lumMod val="75000"/>
                    <a:lumOff val="25000"/>
                  </a:schemeClr>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rtl="0"/>
            <a:r>
              <a:rPr lang="fr-CA" noProof="0"/>
              <a:t>CLIQUEZ POUR MODIFIER</a:t>
            </a:r>
          </a:p>
        </p:txBody>
      </p:sp>
      <p:sp>
        <p:nvSpPr>
          <p:cNvPr id="23" name="Espace réservé au texte 2">
            <a:extLst>
              <a:ext uri="{FF2B5EF4-FFF2-40B4-BE49-F238E27FC236}">
                <a16:creationId xmlns:a16="http://schemas.microsoft.com/office/drawing/2014/main" id="{572D0301-10F1-41B4-BEF8-C53FA4D66214}"/>
              </a:ext>
            </a:extLst>
          </p:cNvPr>
          <p:cNvSpPr>
            <a:spLocks noGrp="1"/>
          </p:cNvSpPr>
          <p:nvPr>
            <p:ph type="body" idx="18" hasCustomPrompt="1"/>
          </p:nvPr>
        </p:nvSpPr>
        <p:spPr>
          <a:xfrm>
            <a:off x="3849262" y="3669060"/>
            <a:ext cx="1828800" cy="343061"/>
          </a:xfrm>
        </p:spPr>
        <p:txBody>
          <a:bodyPr rtlCol="0" anchor="t">
            <a:noAutofit/>
          </a:bodyPr>
          <a:lstStyle>
            <a:lvl1pPr marL="0" indent="0" algn="ctr">
              <a:buNone/>
              <a:defRPr lang="en-US" sz="1050" kern="1200" spc="150" baseline="0" dirty="0" smtClean="0">
                <a:solidFill>
                  <a:schemeClr val="bg1">
                    <a:lumMod val="75000"/>
                    <a:lumOff val="25000"/>
                  </a:schemeClr>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rtl="0"/>
            <a:r>
              <a:rPr lang="fr-CA" noProof="0"/>
              <a:t>CLIQUEZ POUR MODIFIER</a:t>
            </a:r>
          </a:p>
        </p:txBody>
      </p:sp>
      <p:sp>
        <p:nvSpPr>
          <p:cNvPr id="27" name="Espace réservé au texte 2">
            <a:extLst>
              <a:ext uri="{FF2B5EF4-FFF2-40B4-BE49-F238E27FC236}">
                <a16:creationId xmlns:a16="http://schemas.microsoft.com/office/drawing/2014/main" id="{7ADEB263-F204-4A78-A5E0-7361EFE0B921}"/>
              </a:ext>
            </a:extLst>
          </p:cNvPr>
          <p:cNvSpPr>
            <a:spLocks noGrp="1"/>
          </p:cNvSpPr>
          <p:nvPr>
            <p:ph type="body" idx="22" hasCustomPrompt="1"/>
          </p:nvPr>
        </p:nvSpPr>
        <p:spPr>
          <a:xfrm>
            <a:off x="3739214" y="3796721"/>
            <a:ext cx="2057400" cy="343061"/>
          </a:xfrm>
        </p:spPr>
        <p:txBody>
          <a:bodyPr rtlCol="0" anchor="ctr">
            <a:noAutofit/>
          </a:bodyPr>
          <a:lstStyle>
            <a:lvl1pPr marL="0" indent="0" algn="ctr">
              <a:buNone/>
              <a:defRPr lang="en-US" sz="900" kern="1200" spc="150" baseline="0" dirty="0" smtClean="0">
                <a:solidFill>
                  <a:schemeClr val="bg1">
                    <a:lumMod val="75000"/>
                    <a:lumOff val="25000"/>
                  </a:schemeClr>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rtl="0"/>
            <a:r>
              <a:rPr lang="fr-CA" noProof="0"/>
              <a:t>CLIQUEZ POUR MODIFIER</a:t>
            </a:r>
          </a:p>
        </p:txBody>
      </p:sp>
      <p:sp>
        <p:nvSpPr>
          <p:cNvPr id="24" name="Espace réservé au texte 2">
            <a:extLst>
              <a:ext uri="{FF2B5EF4-FFF2-40B4-BE49-F238E27FC236}">
                <a16:creationId xmlns:a16="http://schemas.microsoft.com/office/drawing/2014/main" id="{E767B9DE-7410-43CC-90CF-52D67EF03D48}"/>
              </a:ext>
            </a:extLst>
          </p:cNvPr>
          <p:cNvSpPr>
            <a:spLocks noGrp="1"/>
          </p:cNvSpPr>
          <p:nvPr>
            <p:ph type="body" idx="19" hasCustomPrompt="1"/>
          </p:nvPr>
        </p:nvSpPr>
        <p:spPr>
          <a:xfrm>
            <a:off x="6339926" y="3669060"/>
            <a:ext cx="1828800" cy="343061"/>
          </a:xfrm>
        </p:spPr>
        <p:txBody>
          <a:bodyPr rtlCol="0" anchor="t">
            <a:noAutofit/>
          </a:bodyPr>
          <a:lstStyle>
            <a:lvl1pPr marL="0" indent="0" algn="ctr">
              <a:buNone/>
              <a:defRPr lang="en-US" sz="1050" kern="1200" spc="150" baseline="0" dirty="0" smtClean="0">
                <a:solidFill>
                  <a:schemeClr val="bg1">
                    <a:lumMod val="75000"/>
                    <a:lumOff val="25000"/>
                  </a:schemeClr>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rtl="0"/>
            <a:r>
              <a:rPr lang="fr-CA" noProof="0"/>
              <a:t>CLIQUEZ POUR MODIFIER</a:t>
            </a:r>
          </a:p>
        </p:txBody>
      </p:sp>
      <p:sp>
        <p:nvSpPr>
          <p:cNvPr id="28" name="Espace réservé au texte 2">
            <a:extLst>
              <a:ext uri="{FF2B5EF4-FFF2-40B4-BE49-F238E27FC236}">
                <a16:creationId xmlns:a16="http://schemas.microsoft.com/office/drawing/2014/main" id="{103678F5-B025-46E2-BD45-E77861487165}"/>
              </a:ext>
            </a:extLst>
          </p:cNvPr>
          <p:cNvSpPr>
            <a:spLocks noGrp="1"/>
          </p:cNvSpPr>
          <p:nvPr>
            <p:ph type="body" idx="23" hasCustomPrompt="1"/>
          </p:nvPr>
        </p:nvSpPr>
        <p:spPr>
          <a:xfrm>
            <a:off x="6217963" y="3796721"/>
            <a:ext cx="2057400" cy="343061"/>
          </a:xfrm>
        </p:spPr>
        <p:txBody>
          <a:bodyPr rtlCol="0" anchor="ctr">
            <a:noAutofit/>
          </a:bodyPr>
          <a:lstStyle>
            <a:lvl1pPr marL="0" indent="0" algn="ctr">
              <a:buNone/>
              <a:defRPr lang="en-US" sz="900" kern="1200" spc="150" baseline="0" dirty="0" smtClean="0">
                <a:solidFill>
                  <a:schemeClr val="bg1">
                    <a:lumMod val="75000"/>
                    <a:lumOff val="25000"/>
                  </a:schemeClr>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rtl="0"/>
            <a:r>
              <a:rPr lang="fr-CA" noProof="0"/>
              <a:t>CLIQUEZ POUR MODIFIER</a:t>
            </a:r>
          </a:p>
        </p:txBody>
      </p:sp>
      <p:sp>
        <p:nvSpPr>
          <p:cNvPr id="25" name="Espace réservé au texte 2">
            <a:extLst>
              <a:ext uri="{FF2B5EF4-FFF2-40B4-BE49-F238E27FC236}">
                <a16:creationId xmlns:a16="http://schemas.microsoft.com/office/drawing/2014/main" id="{E13DFE1F-4534-4828-990E-B052F51FC65C}"/>
              </a:ext>
            </a:extLst>
          </p:cNvPr>
          <p:cNvSpPr>
            <a:spLocks noGrp="1"/>
          </p:cNvSpPr>
          <p:nvPr>
            <p:ph type="body" idx="20" hasCustomPrompt="1"/>
          </p:nvPr>
        </p:nvSpPr>
        <p:spPr>
          <a:xfrm>
            <a:off x="8759806" y="3654378"/>
            <a:ext cx="1828800" cy="343061"/>
          </a:xfrm>
        </p:spPr>
        <p:txBody>
          <a:bodyPr rtlCol="0" anchor="t">
            <a:noAutofit/>
          </a:bodyPr>
          <a:lstStyle>
            <a:lvl1pPr marL="0" indent="0" algn="ctr">
              <a:buNone/>
              <a:defRPr lang="en-US" sz="1050" kern="1200" spc="150" baseline="0" dirty="0" smtClean="0">
                <a:solidFill>
                  <a:schemeClr val="bg1">
                    <a:lumMod val="75000"/>
                    <a:lumOff val="25000"/>
                  </a:schemeClr>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rtl="0"/>
            <a:r>
              <a:rPr lang="fr-CA" noProof="0"/>
              <a:t>CLIQUEZ POUR MODIFIER</a:t>
            </a:r>
          </a:p>
        </p:txBody>
      </p:sp>
      <p:sp>
        <p:nvSpPr>
          <p:cNvPr id="29" name="Espace réservé au texte 2">
            <a:extLst>
              <a:ext uri="{FF2B5EF4-FFF2-40B4-BE49-F238E27FC236}">
                <a16:creationId xmlns:a16="http://schemas.microsoft.com/office/drawing/2014/main" id="{7E3F385B-4DD9-4F3C-A02B-179B9FA61292}"/>
              </a:ext>
            </a:extLst>
          </p:cNvPr>
          <p:cNvSpPr>
            <a:spLocks noGrp="1"/>
          </p:cNvSpPr>
          <p:nvPr>
            <p:ph type="body" idx="24" hasCustomPrompt="1"/>
          </p:nvPr>
        </p:nvSpPr>
        <p:spPr>
          <a:xfrm>
            <a:off x="8634432" y="3782039"/>
            <a:ext cx="2057400" cy="343061"/>
          </a:xfrm>
        </p:spPr>
        <p:txBody>
          <a:bodyPr rtlCol="0" anchor="ctr">
            <a:noAutofit/>
          </a:bodyPr>
          <a:lstStyle>
            <a:lvl1pPr marL="0" indent="0" algn="ctr">
              <a:buNone/>
              <a:defRPr lang="en-US" sz="900" kern="1200" spc="150" baseline="0" dirty="0" smtClean="0">
                <a:solidFill>
                  <a:schemeClr val="bg1">
                    <a:lumMod val="75000"/>
                    <a:lumOff val="25000"/>
                  </a:schemeClr>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rtl="0"/>
            <a:r>
              <a:rPr lang="fr-CA" noProof="0"/>
              <a:t>CLIQUEZ POUR MODIFIER</a:t>
            </a:r>
          </a:p>
        </p:txBody>
      </p:sp>
      <p:sp>
        <p:nvSpPr>
          <p:cNvPr id="55" name="Espace réservé d’image 10">
            <a:extLst>
              <a:ext uri="{FF2B5EF4-FFF2-40B4-BE49-F238E27FC236}">
                <a16:creationId xmlns:a16="http://schemas.microsoft.com/office/drawing/2014/main" id="{1EBAEB1D-A7F9-4F90-B642-4277D3802BAB}"/>
              </a:ext>
            </a:extLst>
          </p:cNvPr>
          <p:cNvSpPr>
            <a:spLocks noGrp="1"/>
          </p:cNvSpPr>
          <p:nvPr>
            <p:ph type="pic" sz="quarter" idx="26" hasCustomPrompt="1"/>
          </p:nvPr>
        </p:nvSpPr>
        <p:spPr>
          <a:xfrm>
            <a:off x="1877176" y="4287711"/>
            <a:ext cx="1066800" cy="1066800"/>
          </a:xfrm>
          <a:solidFill>
            <a:schemeClr val="tx1"/>
          </a:solidFill>
        </p:spPr>
        <p:txBody>
          <a:bodyPr rtlCol="0">
            <a:normAutofit/>
          </a:bodyPr>
          <a:lstStyle>
            <a:lvl1pPr marL="0" indent="0">
              <a:lnSpc>
                <a:spcPct val="100000"/>
              </a:lnSpc>
              <a:buNone/>
              <a:defRPr sz="900">
                <a:solidFill>
                  <a:schemeClr val="bg1">
                    <a:lumMod val="75000"/>
                    <a:lumOff val="25000"/>
                  </a:schemeClr>
                </a:solidFill>
              </a:defRPr>
            </a:lvl1pPr>
          </a:lstStyle>
          <a:p>
            <a:pPr rtl="0"/>
            <a:r>
              <a:rPr lang="fr-CA" noProof="0"/>
              <a:t>Cliquez sur l’icône pour ajouter une image</a:t>
            </a:r>
          </a:p>
        </p:txBody>
      </p:sp>
      <p:sp>
        <p:nvSpPr>
          <p:cNvPr id="56" name="Espace réservé d’image 10">
            <a:extLst>
              <a:ext uri="{FF2B5EF4-FFF2-40B4-BE49-F238E27FC236}">
                <a16:creationId xmlns:a16="http://schemas.microsoft.com/office/drawing/2014/main" id="{9461A69E-14C8-4325-89AF-D4257C1C05BA}"/>
              </a:ext>
            </a:extLst>
          </p:cNvPr>
          <p:cNvSpPr>
            <a:spLocks noGrp="1"/>
          </p:cNvSpPr>
          <p:nvPr>
            <p:ph type="pic" sz="quarter" idx="27" hasCustomPrompt="1"/>
          </p:nvPr>
        </p:nvSpPr>
        <p:spPr>
          <a:xfrm>
            <a:off x="4226270" y="4287711"/>
            <a:ext cx="1066800" cy="1066800"/>
          </a:xfrm>
          <a:solidFill>
            <a:schemeClr val="tx1"/>
          </a:solidFill>
        </p:spPr>
        <p:txBody>
          <a:bodyPr rtlCol="0">
            <a:normAutofit/>
          </a:bodyPr>
          <a:lstStyle>
            <a:lvl1pPr marL="0" indent="0">
              <a:lnSpc>
                <a:spcPct val="100000"/>
              </a:lnSpc>
              <a:buNone/>
              <a:defRPr sz="900">
                <a:solidFill>
                  <a:schemeClr val="bg1">
                    <a:lumMod val="75000"/>
                    <a:lumOff val="25000"/>
                  </a:schemeClr>
                </a:solidFill>
              </a:defRPr>
            </a:lvl1pPr>
          </a:lstStyle>
          <a:p>
            <a:pPr rtl="0"/>
            <a:r>
              <a:rPr lang="fr-CA" noProof="0"/>
              <a:t>Cliquez sur l’icône pour ajouter une image</a:t>
            </a:r>
          </a:p>
        </p:txBody>
      </p:sp>
      <p:sp>
        <p:nvSpPr>
          <p:cNvPr id="57" name="Espace réservé d’image 10">
            <a:extLst>
              <a:ext uri="{FF2B5EF4-FFF2-40B4-BE49-F238E27FC236}">
                <a16:creationId xmlns:a16="http://schemas.microsoft.com/office/drawing/2014/main" id="{0FB38616-82FB-4DAD-A82E-3777ACB41148}"/>
              </a:ext>
            </a:extLst>
          </p:cNvPr>
          <p:cNvSpPr>
            <a:spLocks noGrp="1"/>
          </p:cNvSpPr>
          <p:nvPr>
            <p:ph type="pic" sz="quarter" idx="28" hasCustomPrompt="1"/>
          </p:nvPr>
        </p:nvSpPr>
        <p:spPr>
          <a:xfrm>
            <a:off x="6716934" y="4287711"/>
            <a:ext cx="1066800" cy="1066800"/>
          </a:xfrm>
          <a:solidFill>
            <a:schemeClr val="tx1"/>
          </a:solidFill>
        </p:spPr>
        <p:txBody>
          <a:bodyPr rtlCol="0">
            <a:normAutofit/>
          </a:bodyPr>
          <a:lstStyle>
            <a:lvl1pPr marL="0" indent="0">
              <a:buNone/>
              <a:defRPr sz="900">
                <a:solidFill>
                  <a:schemeClr val="bg1">
                    <a:lumMod val="75000"/>
                    <a:lumOff val="25000"/>
                  </a:schemeClr>
                </a:solidFill>
              </a:defRPr>
            </a:lvl1pPr>
            <a:lvl2pPr marL="457200" indent="0">
              <a:lnSpc>
                <a:spcPct val="100000"/>
              </a:lnSpc>
              <a:buNone/>
              <a:defRPr sz="900">
                <a:solidFill>
                  <a:schemeClr val="bg1">
                    <a:lumMod val="75000"/>
                    <a:lumOff val="25000"/>
                  </a:schemeClr>
                </a:solidFill>
              </a:defRPr>
            </a:lvl2pPr>
          </a:lstStyle>
          <a:p>
            <a:pPr lvl="0" rtl="0"/>
            <a:r>
              <a:rPr lang="fr-CA" noProof="0"/>
              <a:t>Cliquez sur l’icône pour ajouter une image</a:t>
            </a:r>
          </a:p>
        </p:txBody>
      </p:sp>
      <p:sp>
        <p:nvSpPr>
          <p:cNvPr id="58" name="Espace réservé d’image 10">
            <a:extLst>
              <a:ext uri="{FF2B5EF4-FFF2-40B4-BE49-F238E27FC236}">
                <a16:creationId xmlns:a16="http://schemas.microsoft.com/office/drawing/2014/main" id="{622ED9F4-EB9B-4588-8501-BFECB846EE73}"/>
              </a:ext>
            </a:extLst>
          </p:cNvPr>
          <p:cNvSpPr>
            <a:spLocks noGrp="1"/>
          </p:cNvSpPr>
          <p:nvPr>
            <p:ph type="pic" sz="quarter" idx="29" hasCustomPrompt="1"/>
          </p:nvPr>
        </p:nvSpPr>
        <p:spPr>
          <a:xfrm>
            <a:off x="9136814" y="4287711"/>
            <a:ext cx="1066800" cy="1066800"/>
          </a:xfrm>
          <a:solidFill>
            <a:schemeClr val="tx1"/>
          </a:solidFill>
        </p:spPr>
        <p:txBody>
          <a:bodyPr rtlCol="0">
            <a:normAutofit/>
          </a:bodyPr>
          <a:lstStyle>
            <a:lvl1pPr marL="0" indent="0">
              <a:lnSpc>
                <a:spcPct val="100000"/>
              </a:lnSpc>
              <a:buNone/>
              <a:defRPr sz="900">
                <a:solidFill>
                  <a:schemeClr val="bg1">
                    <a:lumMod val="75000"/>
                    <a:lumOff val="25000"/>
                  </a:schemeClr>
                </a:solidFill>
              </a:defRPr>
            </a:lvl1pPr>
          </a:lstStyle>
          <a:p>
            <a:pPr rtl="0"/>
            <a:r>
              <a:rPr lang="fr-CA" noProof="0"/>
              <a:t>Cliquez sur l’icône pour ajouter une image</a:t>
            </a:r>
          </a:p>
        </p:txBody>
      </p:sp>
      <p:sp>
        <p:nvSpPr>
          <p:cNvPr id="54" name="Espace réservé au texte 2">
            <a:extLst>
              <a:ext uri="{FF2B5EF4-FFF2-40B4-BE49-F238E27FC236}">
                <a16:creationId xmlns:a16="http://schemas.microsoft.com/office/drawing/2014/main" id="{22930C5B-603C-494E-A467-8B394D01D406}"/>
              </a:ext>
            </a:extLst>
          </p:cNvPr>
          <p:cNvSpPr>
            <a:spLocks noGrp="1"/>
          </p:cNvSpPr>
          <p:nvPr>
            <p:ph type="body" idx="25" hasCustomPrompt="1"/>
          </p:nvPr>
        </p:nvSpPr>
        <p:spPr>
          <a:xfrm>
            <a:off x="1500168" y="5513214"/>
            <a:ext cx="1828800" cy="343061"/>
          </a:xfrm>
        </p:spPr>
        <p:txBody>
          <a:bodyPr rtlCol="0" anchor="t">
            <a:noAutofit/>
          </a:bodyPr>
          <a:lstStyle>
            <a:lvl1pPr marL="0" indent="0" algn="ctr">
              <a:buNone/>
              <a:defRPr lang="en-US" sz="1050" kern="1200" spc="150" baseline="0" dirty="0" smtClean="0">
                <a:solidFill>
                  <a:schemeClr val="bg1">
                    <a:lumMod val="75000"/>
                    <a:lumOff val="25000"/>
                  </a:schemeClr>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rtl="0"/>
            <a:r>
              <a:rPr lang="fr-CA" noProof="0"/>
              <a:t>CLIQUEZ POUR MODIFIER</a:t>
            </a:r>
          </a:p>
        </p:txBody>
      </p:sp>
      <p:sp>
        <p:nvSpPr>
          <p:cNvPr id="62" name="Espace réservé au texte 2">
            <a:extLst>
              <a:ext uri="{FF2B5EF4-FFF2-40B4-BE49-F238E27FC236}">
                <a16:creationId xmlns:a16="http://schemas.microsoft.com/office/drawing/2014/main" id="{540C455F-A23B-493F-B95E-AB485D91DA6A}"/>
              </a:ext>
            </a:extLst>
          </p:cNvPr>
          <p:cNvSpPr>
            <a:spLocks noGrp="1"/>
          </p:cNvSpPr>
          <p:nvPr>
            <p:ph type="body" idx="33" hasCustomPrompt="1"/>
          </p:nvPr>
        </p:nvSpPr>
        <p:spPr>
          <a:xfrm>
            <a:off x="1390120" y="5640875"/>
            <a:ext cx="2057400" cy="343061"/>
          </a:xfrm>
        </p:spPr>
        <p:txBody>
          <a:bodyPr rtlCol="0" anchor="ctr">
            <a:noAutofit/>
          </a:bodyPr>
          <a:lstStyle>
            <a:lvl1pPr marL="0" indent="0" algn="ctr">
              <a:buNone/>
              <a:defRPr lang="en-US" sz="900" kern="1200" spc="150" baseline="0" dirty="0" smtClean="0">
                <a:solidFill>
                  <a:schemeClr val="bg1">
                    <a:lumMod val="75000"/>
                    <a:lumOff val="25000"/>
                  </a:schemeClr>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rtl="0"/>
            <a:r>
              <a:rPr lang="fr-CA" noProof="0"/>
              <a:t>CLIQUEZ POUR MODIFIER</a:t>
            </a:r>
          </a:p>
        </p:txBody>
      </p:sp>
      <p:sp>
        <p:nvSpPr>
          <p:cNvPr id="59" name="Espace réservé au texte 2">
            <a:extLst>
              <a:ext uri="{FF2B5EF4-FFF2-40B4-BE49-F238E27FC236}">
                <a16:creationId xmlns:a16="http://schemas.microsoft.com/office/drawing/2014/main" id="{6D1C374C-DAF7-40EF-B279-4EC7A2AFE6A2}"/>
              </a:ext>
            </a:extLst>
          </p:cNvPr>
          <p:cNvSpPr>
            <a:spLocks noGrp="1"/>
          </p:cNvSpPr>
          <p:nvPr>
            <p:ph type="body" idx="30" hasCustomPrompt="1"/>
          </p:nvPr>
        </p:nvSpPr>
        <p:spPr>
          <a:xfrm>
            <a:off x="3849262" y="5527896"/>
            <a:ext cx="1828800" cy="343061"/>
          </a:xfrm>
        </p:spPr>
        <p:txBody>
          <a:bodyPr rtlCol="0" anchor="t">
            <a:noAutofit/>
          </a:bodyPr>
          <a:lstStyle>
            <a:lvl1pPr marL="0" indent="0" algn="ctr">
              <a:buNone/>
              <a:defRPr lang="en-US" sz="1050" kern="1200" spc="150" baseline="0" dirty="0" smtClean="0">
                <a:solidFill>
                  <a:schemeClr val="bg1">
                    <a:lumMod val="75000"/>
                    <a:lumOff val="25000"/>
                  </a:schemeClr>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rtl="0"/>
            <a:r>
              <a:rPr lang="fr-CA" noProof="0"/>
              <a:t>CLIQUEZ POUR MODIFIER</a:t>
            </a:r>
          </a:p>
        </p:txBody>
      </p:sp>
      <p:sp>
        <p:nvSpPr>
          <p:cNvPr id="63" name="Espace réservé au texte 2">
            <a:extLst>
              <a:ext uri="{FF2B5EF4-FFF2-40B4-BE49-F238E27FC236}">
                <a16:creationId xmlns:a16="http://schemas.microsoft.com/office/drawing/2014/main" id="{421FF438-E4E8-4643-BCB3-4A1C12429042}"/>
              </a:ext>
            </a:extLst>
          </p:cNvPr>
          <p:cNvSpPr>
            <a:spLocks noGrp="1"/>
          </p:cNvSpPr>
          <p:nvPr>
            <p:ph type="body" idx="34" hasCustomPrompt="1"/>
          </p:nvPr>
        </p:nvSpPr>
        <p:spPr>
          <a:xfrm>
            <a:off x="3739214" y="5655557"/>
            <a:ext cx="2057400" cy="343061"/>
          </a:xfrm>
        </p:spPr>
        <p:txBody>
          <a:bodyPr rtlCol="0" anchor="ctr">
            <a:noAutofit/>
          </a:bodyPr>
          <a:lstStyle>
            <a:lvl1pPr marL="0" indent="0" algn="ctr">
              <a:buNone/>
              <a:defRPr lang="en-US" sz="900" kern="1200" spc="150" baseline="0" dirty="0" smtClean="0">
                <a:solidFill>
                  <a:schemeClr val="bg1">
                    <a:lumMod val="75000"/>
                    <a:lumOff val="25000"/>
                  </a:schemeClr>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rtl="0"/>
            <a:r>
              <a:rPr lang="fr-CA" noProof="0"/>
              <a:t>CLIQUEZ POUR MODIFIER</a:t>
            </a:r>
          </a:p>
        </p:txBody>
      </p:sp>
      <p:sp>
        <p:nvSpPr>
          <p:cNvPr id="60" name="Espace réservé au texte 2">
            <a:extLst>
              <a:ext uri="{FF2B5EF4-FFF2-40B4-BE49-F238E27FC236}">
                <a16:creationId xmlns:a16="http://schemas.microsoft.com/office/drawing/2014/main" id="{D4FEDD19-A7BA-45BB-93A0-F1E896C9F26D}"/>
              </a:ext>
            </a:extLst>
          </p:cNvPr>
          <p:cNvSpPr>
            <a:spLocks noGrp="1"/>
          </p:cNvSpPr>
          <p:nvPr>
            <p:ph type="body" idx="31" hasCustomPrompt="1"/>
          </p:nvPr>
        </p:nvSpPr>
        <p:spPr>
          <a:xfrm>
            <a:off x="6339926" y="5527896"/>
            <a:ext cx="1828800" cy="343061"/>
          </a:xfrm>
        </p:spPr>
        <p:txBody>
          <a:bodyPr rtlCol="0" anchor="t">
            <a:noAutofit/>
          </a:bodyPr>
          <a:lstStyle>
            <a:lvl1pPr marL="0" indent="0" algn="ctr">
              <a:buNone/>
              <a:defRPr lang="en-US" sz="1050" kern="1200" spc="150" baseline="0" dirty="0" smtClean="0">
                <a:solidFill>
                  <a:schemeClr val="bg1">
                    <a:lumMod val="75000"/>
                    <a:lumOff val="25000"/>
                  </a:schemeClr>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rtl="0"/>
            <a:r>
              <a:rPr lang="fr-CA" noProof="0"/>
              <a:t>CLIQUEZ POUR MODIFIER</a:t>
            </a:r>
          </a:p>
        </p:txBody>
      </p:sp>
      <p:sp>
        <p:nvSpPr>
          <p:cNvPr id="64" name="Espace réservé au texte 2">
            <a:extLst>
              <a:ext uri="{FF2B5EF4-FFF2-40B4-BE49-F238E27FC236}">
                <a16:creationId xmlns:a16="http://schemas.microsoft.com/office/drawing/2014/main" id="{A12F0175-7AEE-46B1-9590-D4A427680DC7}"/>
              </a:ext>
            </a:extLst>
          </p:cNvPr>
          <p:cNvSpPr>
            <a:spLocks noGrp="1"/>
          </p:cNvSpPr>
          <p:nvPr>
            <p:ph type="body" idx="35" hasCustomPrompt="1"/>
          </p:nvPr>
        </p:nvSpPr>
        <p:spPr>
          <a:xfrm>
            <a:off x="6229878" y="5655557"/>
            <a:ext cx="2057400" cy="343061"/>
          </a:xfrm>
        </p:spPr>
        <p:txBody>
          <a:bodyPr rtlCol="0" anchor="ctr">
            <a:noAutofit/>
          </a:bodyPr>
          <a:lstStyle>
            <a:lvl1pPr marL="0" indent="0" algn="ctr">
              <a:buNone/>
              <a:defRPr lang="en-US" sz="900" kern="1200" spc="150" baseline="0" dirty="0" smtClean="0">
                <a:solidFill>
                  <a:schemeClr val="bg1">
                    <a:lumMod val="75000"/>
                    <a:lumOff val="25000"/>
                  </a:schemeClr>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rtl="0"/>
            <a:r>
              <a:rPr lang="fr-CA" noProof="0"/>
              <a:t>CLIQUEZ POUR MODIFIER</a:t>
            </a:r>
          </a:p>
        </p:txBody>
      </p:sp>
      <p:sp>
        <p:nvSpPr>
          <p:cNvPr id="61" name="Espace réservé au texte 2">
            <a:extLst>
              <a:ext uri="{FF2B5EF4-FFF2-40B4-BE49-F238E27FC236}">
                <a16:creationId xmlns:a16="http://schemas.microsoft.com/office/drawing/2014/main" id="{5026D39F-46AB-4680-9A52-F367344A3531}"/>
              </a:ext>
            </a:extLst>
          </p:cNvPr>
          <p:cNvSpPr>
            <a:spLocks noGrp="1"/>
          </p:cNvSpPr>
          <p:nvPr>
            <p:ph type="body" idx="32" hasCustomPrompt="1"/>
          </p:nvPr>
        </p:nvSpPr>
        <p:spPr>
          <a:xfrm>
            <a:off x="8759806" y="5513214"/>
            <a:ext cx="1828800" cy="343061"/>
          </a:xfrm>
        </p:spPr>
        <p:txBody>
          <a:bodyPr rtlCol="0" anchor="t">
            <a:noAutofit/>
          </a:bodyPr>
          <a:lstStyle>
            <a:lvl1pPr marL="0" indent="0" algn="ctr">
              <a:buNone/>
              <a:defRPr lang="en-US" sz="1050" kern="1200" spc="150" baseline="0" dirty="0" smtClean="0">
                <a:solidFill>
                  <a:schemeClr val="bg1">
                    <a:lumMod val="75000"/>
                    <a:lumOff val="25000"/>
                  </a:schemeClr>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rtl="0"/>
            <a:r>
              <a:rPr lang="fr-CA" noProof="0"/>
              <a:t>CLIQUEZ POUR MODIFIER</a:t>
            </a:r>
          </a:p>
        </p:txBody>
      </p:sp>
      <p:sp>
        <p:nvSpPr>
          <p:cNvPr id="65" name="Espace réservé au texte 2">
            <a:extLst>
              <a:ext uri="{FF2B5EF4-FFF2-40B4-BE49-F238E27FC236}">
                <a16:creationId xmlns:a16="http://schemas.microsoft.com/office/drawing/2014/main" id="{04E11FE2-6320-4E8C-A5B3-8104AF329ADA}"/>
              </a:ext>
            </a:extLst>
          </p:cNvPr>
          <p:cNvSpPr>
            <a:spLocks noGrp="1"/>
          </p:cNvSpPr>
          <p:nvPr>
            <p:ph type="body" idx="36" hasCustomPrompt="1"/>
          </p:nvPr>
        </p:nvSpPr>
        <p:spPr>
          <a:xfrm>
            <a:off x="8634432" y="5640875"/>
            <a:ext cx="2057400" cy="343061"/>
          </a:xfrm>
        </p:spPr>
        <p:txBody>
          <a:bodyPr rtlCol="0" anchor="ctr">
            <a:noAutofit/>
          </a:bodyPr>
          <a:lstStyle>
            <a:lvl1pPr marL="0" indent="0" algn="ctr">
              <a:buNone/>
              <a:defRPr lang="en-US" sz="900" kern="1200" spc="150" baseline="0" dirty="0" smtClean="0">
                <a:solidFill>
                  <a:schemeClr val="bg1">
                    <a:lumMod val="75000"/>
                    <a:lumOff val="25000"/>
                  </a:schemeClr>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rtl="0"/>
            <a:r>
              <a:rPr lang="fr-CA" noProof="0"/>
              <a:t>CLIQUEZ POUR MODIFIER</a:t>
            </a:r>
          </a:p>
        </p:txBody>
      </p:sp>
      <p:sp>
        <p:nvSpPr>
          <p:cNvPr id="7" name="Espace réservé à la date 6">
            <a:extLst>
              <a:ext uri="{FF2B5EF4-FFF2-40B4-BE49-F238E27FC236}">
                <a16:creationId xmlns:a16="http://schemas.microsoft.com/office/drawing/2014/main" id="{F255C16C-AA88-4BBF-8040-11ECFED618E0}"/>
              </a:ext>
            </a:extLst>
          </p:cNvPr>
          <p:cNvSpPr>
            <a:spLocks noGrp="1"/>
          </p:cNvSpPr>
          <p:nvPr>
            <p:ph type="dt" sz="half" idx="10"/>
          </p:nvPr>
        </p:nvSpPr>
        <p:spPr/>
        <p:txBody>
          <a:bodyPr rtlCol="0"/>
          <a:lstStyle>
            <a:lvl1pPr>
              <a:defRPr sz="900">
                <a:solidFill>
                  <a:srgbClr val="898989"/>
                </a:solidFill>
              </a:defRPr>
            </a:lvl1pPr>
          </a:lstStyle>
          <a:p>
            <a:pPr rtl="0"/>
            <a:r>
              <a:rPr lang="fr-FR" noProof="0"/>
              <a:t>2023</a:t>
            </a:r>
            <a:endParaRPr lang="fr-CA" noProof="0"/>
          </a:p>
        </p:txBody>
      </p:sp>
      <p:sp>
        <p:nvSpPr>
          <p:cNvPr id="8" name="Espace réservé au pied de page 7">
            <a:extLst>
              <a:ext uri="{FF2B5EF4-FFF2-40B4-BE49-F238E27FC236}">
                <a16:creationId xmlns:a16="http://schemas.microsoft.com/office/drawing/2014/main" id="{CBE560E3-F935-488F-8F0E-191D7B6B54B8}"/>
              </a:ext>
            </a:extLst>
          </p:cNvPr>
          <p:cNvSpPr>
            <a:spLocks noGrp="1"/>
          </p:cNvSpPr>
          <p:nvPr>
            <p:ph type="ftr" sz="quarter" idx="11"/>
          </p:nvPr>
        </p:nvSpPr>
        <p:spPr/>
        <p:txBody>
          <a:bodyPr rtlCol="0"/>
          <a:lstStyle>
            <a:lvl1pPr>
              <a:defRPr sz="900">
                <a:solidFill>
                  <a:srgbClr val="898989"/>
                </a:solidFill>
              </a:defRPr>
            </a:lvl1pPr>
          </a:lstStyle>
          <a:p>
            <a:pPr rtl="0"/>
            <a:r>
              <a:rPr lang="fr-CA" noProof="0"/>
              <a:t>420-06A-FX</a:t>
            </a:r>
          </a:p>
        </p:txBody>
      </p:sp>
      <p:sp>
        <p:nvSpPr>
          <p:cNvPr id="9" name="Espace réservé à la diapositive 8">
            <a:extLst>
              <a:ext uri="{FF2B5EF4-FFF2-40B4-BE49-F238E27FC236}">
                <a16:creationId xmlns:a16="http://schemas.microsoft.com/office/drawing/2014/main" id="{9B9CD8B2-CC23-467F-B0EE-2CC06D6308BD}"/>
              </a:ext>
            </a:extLst>
          </p:cNvPr>
          <p:cNvSpPr>
            <a:spLocks noGrp="1"/>
          </p:cNvSpPr>
          <p:nvPr>
            <p:ph type="sldNum" sz="quarter" idx="12"/>
          </p:nvPr>
        </p:nvSpPr>
        <p:spPr/>
        <p:txBody>
          <a:bodyPr rtlCol="0"/>
          <a:lstStyle>
            <a:lvl1pPr>
              <a:defRPr sz="900">
                <a:solidFill>
                  <a:srgbClr val="898989"/>
                </a:solidFill>
              </a:defRPr>
            </a:lvl1pPr>
          </a:lstStyle>
          <a:p>
            <a:pPr rtl="0"/>
            <a:fld id="{B5CEABB6-07DC-46E8-9B57-56EC44A396E5}" type="slidenum">
              <a:rPr lang="fr-CA" noProof="0" smtClean="0"/>
              <a:t>‹#›</a:t>
            </a:fld>
            <a:endParaRPr lang="fr-CA" noProof="0"/>
          </a:p>
        </p:txBody>
      </p:sp>
      <p:pic>
        <p:nvPicPr>
          <p:cNvPr id="13" name="Graphisme 12">
            <a:extLst>
              <a:ext uri="{FF2B5EF4-FFF2-40B4-BE49-F238E27FC236}">
                <a16:creationId xmlns:a16="http://schemas.microsoft.com/office/drawing/2014/main" id="{B0DFD584-E5CF-41EF-B51E-679CE22DDF93}"/>
              </a:ex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0" y="473953"/>
            <a:ext cx="2057400" cy="1647825"/>
          </a:xfrm>
          <a:prstGeom prst="rect">
            <a:avLst/>
          </a:prstGeom>
        </p:spPr>
      </p:pic>
      <p:pic>
        <p:nvPicPr>
          <p:cNvPr id="14" name="Graphisme 13">
            <a:extLst>
              <a:ext uri="{FF2B5EF4-FFF2-40B4-BE49-F238E27FC236}">
                <a16:creationId xmlns:a16="http://schemas.microsoft.com/office/drawing/2014/main" id="{E5C02DDF-25A6-42C7-9525-F279CE2095C0}"/>
              </a:ext>
              <a:ext uri="{C183D7F6-B498-43B3-948B-1728B52AA6E4}">
                <adec:decorative xmlns:adec="http://schemas.microsoft.com/office/drawing/2017/decorative" val="1"/>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11049000" y="5180889"/>
            <a:ext cx="1143000" cy="914400"/>
          </a:xfrm>
          <a:prstGeom prst="rect">
            <a:avLst/>
          </a:prstGeom>
        </p:spPr>
      </p:pic>
    </p:spTree>
    <p:extLst>
      <p:ext uri="{BB962C8B-B14F-4D97-AF65-F5344CB8AC3E}">
        <p14:creationId xmlns:p14="http://schemas.microsoft.com/office/powerpoint/2010/main" val="609095538"/>
      </p:ext>
    </p:extLst>
  </p:cSld>
  <p:clrMapOvr>
    <a:overrideClrMapping bg1="dk1" tx1="lt1" bg2="dk2" tx2="lt2" accent1="accent1" accent2="accent2" accent3="accent3" accent4="accent4" accent5="accent5" accent6="accent6" hlink="hlink" folHlink="folHlink"/>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3  Contenu">
    <p:bg>
      <p:bgPr>
        <a:solidFill>
          <a:schemeClr val="bg1"/>
        </a:solidFill>
        <a:effectLst/>
      </p:bgPr>
    </p:bg>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81CF3B5C-31C4-46BA-9FAD-72DF917A84DA}"/>
              </a:ext>
            </a:extLst>
          </p:cNvPr>
          <p:cNvSpPr>
            <a:spLocks noGrp="1"/>
          </p:cNvSpPr>
          <p:nvPr>
            <p:ph type="title" hasCustomPrompt="1"/>
          </p:nvPr>
        </p:nvSpPr>
        <p:spPr>
          <a:xfrm>
            <a:off x="1885156" y="892177"/>
            <a:ext cx="8421688" cy="1325563"/>
          </a:xfrm>
        </p:spPr>
        <p:txBody>
          <a:bodyPr rtlCol="0">
            <a:normAutofit/>
          </a:bodyPr>
          <a:lstStyle>
            <a:lvl1pPr algn="ctr">
              <a:defRPr lang="en-US" sz="2800" kern="1200" spc="150" baseline="0" dirty="0">
                <a:solidFill>
                  <a:schemeClr val="tx1">
                    <a:lumMod val="75000"/>
                    <a:lumOff val="25000"/>
                  </a:schemeClr>
                </a:solidFill>
                <a:latin typeface="+mj-lt"/>
                <a:ea typeface="+mj-ea"/>
                <a:cs typeface="+mj-cs"/>
              </a:defRPr>
            </a:lvl1pPr>
          </a:lstStyle>
          <a:p>
            <a:pPr rtl="0"/>
            <a:r>
              <a:rPr lang="fr-CA" noProof="0"/>
              <a:t>MODIFIEZ LE STYLE DU TITRE PRINCIPAL</a:t>
            </a:r>
          </a:p>
        </p:txBody>
      </p:sp>
      <p:sp>
        <p:nvSpPr>
          <p:cNvPr id="11" name="Espace réservé au contenu 10">
            <a:extLst>
              <a:ext uri="{FF2B5EF4-FFF2-40B4-BE49-F238E27FC236}">
                <a16:creationId xmlns:a16="http://schemas.microsoft.com/office/drawing/2014/main" id="{ADC2540D-94C4-405B-8607-0CEDD6F54B9C}"/>
              </a:ext>
            </a:extLst>
          </p:cNvPr>
          <p:cNvSpPr>
            <a:spLocks noGrp="1"/>
          </p:cNvSpPr>
          <p:nvPr>
            <p:ph sz="quarter" idx="21" hasCustomPrompt="1"/>
          </p:nvPr>
        </p:nvSpPr>
        <p:spPr>
          <a:xfrm>
            <a:off x="1075447" y="2370670"/>
            <a:ext cx="1856232" cy="1664208"/>
          </a:xfrm>
        </p:spPr>
        <p:txBody>
          <a:bodyPr rtlCol="0">
            <a:noAutofit/>
          </a:bodyPr>
          <a:lstStyle>
            <a:lvl1pPr marL="0" indent="0" algn="ctr">
              <a:buNone/>
              <a:defRPr sz="1400"/>
            </a:lvl1pPr>
            <a:lvl2pPr marL="457200" indent="0">
              <a:buNone/>
              <a:defRPr sz="1200"/>
            </a:lvl2pPr>
            <a:lvl3pPr marL="914400" indent="0">
              <a:buNone/>
              <a:defRPr sz="1100"/>
            </a:lvl3pPr>
            <a:lvl4pPr marL="1371600" indent="0">
              <a:buNone/>
              <a:defRPr sz="1050"/>
            </a:lvl4pPr>
            <a:lvl5pPr marL="1828800" indent="0">
              <a:buNone/>
              <a:defRPr sz="1050"/>
            </a:lvl5pPr>
          </a:lstStyle>
          <a:p>
            <a:pPr lvl="0" rtl="0"/>
            <a:r>
              <a:rPr lang="fr-CA" noProof="0"/>
              <a:t>Cliquez pour ajouter du contenu</a:t>
            </a:r>
          </a:p>
        </p:txBody>
      </p:sp>
      <p:sp>
        <p:nvSpPr>
          <p:cNvPr id="3" name="Espace réservé au texte 2">
            <a:extLst>
              <a:ext uri="{FF2B5EF4-FFF2-40B4-BE49-F238E27FC236}">
                <a16:creationId xmlns:a16="http://schemas.microsoft.com/office/drawing/2014/main" id="{B659CD1F-9DFB-4048-9B9B-2BD7D4EC6400}"/>
              </a:ext>
            </a:extLst>
          </p:cNvPr>
          <p:cNvSpPr>
            <a:spLocks noGrp="1"/>
          </p:cNvSpPr>
          <p:nvPr>
            <p:ph type="body" idx="1" hasCustomPrompt="1"/>
          </p:nvPr>
        </p:nvSpPr>
        <p:spPr>
          <a:xfrm>
            <a:off x="838200" y="3788813"/>
            <a:ext cx="2330726" cy="804859"/>
          </a:xfrm>
        </p:spPr>
        <p:txBody>
          <a:bodyPr lIns="0" rIns="0" rtlCol="0" anchor="b">
            <a:noAutofit/>
          </a:bodyPr>
          <a:lstStyle>
            <a:lvl1pPr marL="0" indent="0" algn="ctr">
              <a:buNone/>
              <a:defRPr lang="en-US" sz="3200" kern="1200" spc="150" baseline="0" dirty="0" smtClean="0">
                <a:solidFill>
                  <a:schemeClr val="tx1">
                    <a:lumMod val="75000"/>
                    <a:lumOff val="25000"/>
                  </a:schemeClr>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rtl="0"/>
            <a:r>
              <a:rPr lang="fr-CA" noProof="0"/>
              <a:t>#</a:t>
            </a:r>
          </a:p>
        </p:txBody>
      </p:sp>
      <p:sp>
        <p:nvSpPr>
          <p:cNvPr id="17" name="Espace réservé au texte 2">
            <a:extLst>
              <a:ext uri="{FF2B5EF4-FFF2-40B4-BE49-F238E27FC236}">
                <a16:creationId xmlns:a16="http://schemas.microsoft.com/office/drawing/2014/main" id="{E43D2F47-FAF2-42C2-967D-251DD4B940D7}"/>
              </a:ext>
            </a:extLst>
          </p:cNvPr>
          <p:cNvSpPr>
            <a:spLocks noGrp="1"/>
          </p:cNvSpPr>
          <p:nvPr>
            <p:ph type="body" idx="17" hasCustomPrompt="1"/>
          </p:nvPr>
        </p:nvSpPr>
        <p:spPr>
          <a:xfrm>
            <a:off x="838200" y="4464810"/>
            <a:ext cx="2330726" cy="438505"/>
          </a:xfrm>
        </p:spPr>
        <p:txBody>
          <a:bodyPr lIns="0" rIns="0" rtlCol="0" anchor="b">
            <a:noAutofit/>
          </a:bodyPr>
          <a:lstStyle>
            <a:lvl1pPr marL="0" indent="0" algn="ctr">
              <a:buNone/>
              <a:defRPr lang="en-US" sz="1400" kern="1200" spc="150" baseline="0" dirty="0" smtClean="0">
                <a:solidFill>
                  <a:schemeClr val="tx1">
                    <a:lumMod val="75000"/>
                    <a:lumOff val="25000"/>
                  </a:schemeClr>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rtl="0"/>
            <a:r>
              <a:rPr lang="fr-CA" noProof="0"/>
              <a:t>CLIQUEZ POUR MODIFIER</a:t>
            </a:r>
          </a:p>
        </p:txBody>
      </p:sp>
      <p:sp>
        <p:nvSpPr>
          <p:cNvPr id="4" name="Espace réservé du contenu 3">
            <a:extLst>
              <a:ext uri="{FF2B5EF4-FFF2-40B4-BE49-F238E27FC236}">
                <a16:creationId xmlns:a16="http://schemas.microsoft.com/office/drawing/2014/main" id="{AC9B20CF-6B91-4562-B799-0ABDAEBC0D2A}"/>
              </a:ext>
            </a:extLst>
          </p:cNvPr>
          <p:cNvSpPr>
            <a:spLocks noGrp="1"/>
          </p:cNvSpPr>
          <p:nvPr>
            <p:ph sz="half" idx="2" hasCustomPrompt="1"/>
          </p:nvPr>
        </p:nvSpPr>
        <p:spPr>
          <a:xfrm>
            <a:off x="838200" y="5120722"/>
            <a:ext cx="2330726" cy="853167"/>
          </a:xfrm>
        </p:spPr>
        <p:txBody>
          <a:bodyPr lIns="0" rIns="0" rtlCol="0">
            <a:normAutofit/>
          </a:bodyPr>
          <a:lstStyle>
            <a:lvl1pPr marL="0" indent="0" algn="ctr">
              <a:lnSpc>
                <a:spcPct val="100000"/>
              </a:lnSpc>
              <a:buNone/>
              <a:defRPr sz="1400" spc="50" baseline="0">
                <a:solidFill>
                  <a:schemeClr val="tx1">
                    <a:lumMod val="75000"/>
                    <a:lumOff val="25000"/>
                  </a:schemeClr>
                </a:solidFill>
              </a:defRPr>
            </a:lvl1pPr>
            <a:lvl2pPr marL="457200" indent="0">
              <a:lnSpc>
                <a:spcPct val="100000"/>
              </a:lnSpc>
              <a:buNone/>
              <a:defRPr sz="1400" spc="50" baseline="0"/>
            </a:lvl2pPr>
            <a:lvl3pPr marL="914400" indent="0">
              <a:lnSpc>
                <a:spcPct val="100000"/>
              </a:lnSpc>
              <a:buNone/>
              <a:defRPr sz="1400" spc="50" baseline="0"/>
            </a:lvl3pPr>
            <a:lvl4pPr marL="1371600" indent="0">
              <a:lnSpc>
                <a:spcPct val="100000"/>
              </a:lnSpc>
              <a:buNone/>
              <a:defRPr sz="1400" spc="50" baseline="0"/>
            </a:lvl4pPr>
            <a:lvl5pPr marL="1828800" indent="0">
              <a:lnSpc>
                <a:spcPct val="100000"/>
              </a:lnSpc>
              <a:buNone/>
              <a:defRPr sz="1400" spc="50" baseline="0"/>
            </a:lvl5pPr>
          </a:lstStyle>
          <a:p>
            <a:pPr lvl="0" rtl="0"/>
            <a:r>
              <a:rPr lang="fr-CA" noProof="0"/>
              <a:t>Modifiez les styles du texte</a:t>
            </a:r>
          </a:p>
        </p:txBody>
      </p:sp>
      <p:sp>
        <p:nvSpPr>
          <p:cNvPr id="24" name="Espace réservé au contenu 10">
            <a:extLst>
              <a:ext uri="{FF2B5EF4-FFF2-40B4-BE49-F238E27FC236}">
                <a16:creationId xmlns:a16="http://schemas.microsoft.com/office/drawing/2014/main" id="{11C6EC54-ADFA-4CFF-9E9B-DC7E96C854C2}"/>
              </a:ext>
            </a:extLst>
          </p:cNvPr>
          <p:cNvSpPr>
            <a:spLocks noGrp="1"/>
          </p:cNvSpPr>
          <p:nvPr>
            <p:ph sz="quarter" idx="22" hasCustomPrompt="1"/>
          </p:nvPr>
        </p:nvSpPr>
        <p:spPr>
          <a:xfrm>
            <a:off x="3805651" y="2370670"/>
            <a:ext cx="1856232" cy="1664208"/>
          </a:xfrm>
        </p:spPr>
        <p:txBody>
          <a:bodyPr rtlCol="0">
            <a:noAutofit/>
          </a:bodyPr>
          <a:lstStyle>
            <a:lvl1pPr marL="0" indent="0" algn="ctr">
              <a:buNone/>
              <a:defRPr sz="1400"/>
            </a:lvl1pPr>
            <a:lvl2pPr marL="457200" indent="0">
              <a:buNone/>
              <a:defRPr sz="1200"/>
            </a:lvl2pPr>
            <a:lvl3pPr marL="914400" indent="0">
              <a:buNone/>
              <a:defRPr sz="1100"/>
            </a:lvl3pPr>
            <a:lvl4pPr marL="1371600" indent="0">
              <a:buNone/>
              <a:defRPr sz="1050"/>
            </a:lvl4pPr>
            <a:lvl5pPr marL="1828800" indent="0">
              <a:buNone/>
              <a:defRPr sz="1050"/>
            </a:lvl5pPr>
          </a:lstStyle>
          <a:p>
            <a:pPr lvl="0" rtl="0"/>
            <a:r>
              <a:rPr lang="fr-CA" noProof="0"/>
              <a:t>Cliquez pour ajouter du contenu</a:t>
            </a:r>
          </a:p>
        </p:txBody>
      </p:sp>
      <p:sp>
        <p:nvSpPr>
          <p:cNvPr id="5" name="Espace réservé au texte 4">
            <a:extLst>
              <a:ext uri="{FF2B5EF4-FFF2-40B4-BE49-F238E27FC236}">
                <a16:creationId xmlns:a16="http://schemas.microsoft.com/office/drawing/2014/main" id="{B374FC39-67F6-42EA-BCD1-F69AE2F0F22D}"/>
              </a:ext>
            </a:extLst>
          </p:cNvPr>
          <p:cNvSpPr>
            <a:spLocks noGrp="1"/>
          </p:cNvSpPr>
          <p:nvPr>
            <p:ph type="body" sz="quarter" idx="3" hasCustomPrompt="1"/>
          </p:nvPr>
        </p:nvSpPr>
        <p:spPr>
          <a:xfrm>
            <a:off x="3562665" y="3788813"/>
            <a:ext cx="2342205" cy="804859"/>
          </a:xfrm>
        </p:spPr>
        <p:txBody>
          <a:bodyPr lIns="0" rIns="0" rtlCol="0" anchor="b">
            <a:noAutofit/>
          </a:bodyPr>
          <a:lstStyle>
            <a:lvl1pPr marL="0" indent="0" algn="ctr">
              <a:buNone/>
              <a:defRPr lang="en-US" sz="3200" kern="1200" spc="150" baseline="0" dirty="0" smtClean="0">
                <a:solidFill>
                  <a:schemeClr val="tx1">
                    <a:lumMod val="75000"/>
                    <a:lumOff val="25000"/>
                  </a:schemeClr>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rtl="0"/>
            <a:r>
              <a:rPr lang="fr-CA" noProof="0"/>
              <a:t>#</a:t>
            </a:r>
          </a:p>
        </p:txBody>
      </p:sp>
      <p:sp>
        <p:nvSpPr>
          <p:cNvPr id="18" name="Espace réservé au texte 4">
            <a:extLst>
              <a:ext uri="{FF2B5EF4-FFF2-40B4-BE49-F238E27FC236}">
                <a16:creationId xmlns:a16="http://schemas.microsoft.com/office/drawing/2014/main" id="{3322C250-87FC-4F14-A42C-FFDA120D0D64}"/>
              </a:ext>
            </a:extLst>
          </p:cNvPr>
          <p:cNvSpPr>
            <a:spLocks noGrp="1"/>
          </p:cNvSpPr>
          <p:nvPr>
            <p:ph type="body" sz="quarter" idx="18" hasCustomPrompt="1"/>
          </p:nvPr>
        </p:nvSpPr>
        <p:spPr>
          <a:xfrm>
            <a:off x="3562665" y="4464810"/>
            <a:ext cx="2342205" cy="438505"/>
          </a:xfrm>
        </p:spPr>
        <p:txBody>
          <a:bodyPr lIns="0" rIns="0" rtlCol="0" anchor="b">
            <a:noAutofit/>
          </a:bodyPr>
          <a:lstStyle>
            <a:lvl1pPr marL="0" indent="0" algn="ctr">
              <a:buNone/>
              <a:defRPr lang="en-US" sz="1400" kern="1200" spc="150" baseline="0" dirty="0" smtClean="0">
                <a:solidFill>
                  <a:schemeClr val="tx1">
                    <a:lumMod val="75000"/>
                    <a:lumOff val="25000"/>
                  </a:schemeClr>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marL="0" lvl="0" indent="0" algn="l" defTabSz="914400" rtl="0" eaLnBrk="1" latinLnBrk="0" hangingPunct="1">
              <a:lnSpc>
                <a:spcPct val="90000"/>
              </a:lnSpc>
              <a:spcBef>
                <a:spcPts val="1000"/>
              </a:spcBef>
              <a:buFont typeface="Arial" panose="020B0604020202020204" pitchFamily="34" charset="0"/>
              <a:buNone/>
            </a:pPr>
            <a:r>
              <a:rPr lang="fr-CA" noProof="0"/>
              <a:t>CLIQUEZ POUR MODIFIER</a:t>
            </a:r>
          </a:p>
        </p:txBody>
      </p:sp>
      <p:sp>
        <p:nvSpPr>
          <p:cNvPr id="6" name="Espace réservé du contenu 5">
            <a:extLst>
              <a:ext uri="{FF2B5EF4-FFF2-40B4-BE49-F238E27FC236}">
                <a16:creationId xmlns:a16="http://schemas.microsoft.com/office/drawing/2014/main" id="{B36EE64B-44BF-4634-97BC-5ED74C6DF280}"/>
              </a:ext>
            </a:extLst>
          </p:cNvPr>
          <p:cNvSpPr>
            <a:spLocks noGrp="1"/>
          </p:cNvSpPr>
          <p:nvPr>
            <p:ph sz="quarter" idx="4" hasCustomPrompt="1"/>
          </p:nvPr>
        </p:nvSpPr>
        <p:spPr>
          <a:xfrm>
            <a:off x="3562665" y="5120722"/>
            <a:ext cx="2342205" cy="853167"/>
          </a:xfrm>
        </p:spPr>
        <p:txBody>
          <a:bodyPr lIns="0" rIns="0" rtlCol="0">
            <a:normAutofit/>
          </a:bodyPr>
          <a:lstStyle>
            <a:lvl1pPr marL="0" indent="0" algn="ctr">
              <a:lnSpc>
                <a:spcPct val="100000"/>
              </a:lnSpc>
              <a:buNone/>
              <a:defRPr sz="1400" spc="50" baseline="0">
                <a:solidFill>
                  <a:schemeClr val="tx1">
                    <a:lumMod val="75000"/>
                    <a:lumOff val="25000"/>
                  </a:schemeClr>
                </a:solidFill>
              </a:defRPr>
            </a:lvl1pPr>
            <a:lvl2pPr marL="457200" indent="0">
              <a:lnSpc>
                <a:spcPct val="100000"/>
              </a:lnSpc>
              <a:buNone/>
              <a:defRPr sz="1400" spc="50" baseline="0"/>
            </a:lvl2pPr>
            <a:lvl3pPr marL="914400" indent="0">
              <a:lnSpc>
                <a:spcPct val="100000"/>
              </a:lnSpc>
              <a:buNone/>
              <a:defRPr sz="1400" spc="50" baseline="0"/>
            </a:lvl3pPr>
            <a:lvl4pPr marL="1371600" indent="0">
              <a:lnSpc>
                <a:spcPct val="100000"/>
              </a:lnSpc>
              <a:buNone/>
              <a:defRPr sz="1400" spc="50" baseline="0"/>
            </a:lvl4pPr>
            <a:lvl5pPr marL="1828800" indent="0">
              <a:lnSpc>
                <a:spcPct val="100000"/>
              </a:lnSpc>
              <a:buNone/>
              <a:defRPr sz="1400" spc="50" baseline="0"/>
            </a:lvl5pPr>
          </a:lstStyle>
          <a:p>
            <a:pPr lvl="0" rtl="0"/>
            <a:r>
              <a:rPr lang="fr-CA" noProof="0"/>
              <a:t>Modifiez les styles du texte</a:t>
            </a:r>
          </a:p>
        </p:txBody>
      </p:sp>
      <p:sp>
        <p:nvSpPr>
          <p:cNvPr id="25" name="Espace réservé au contenu 10">
            <a:extLst>
              <a:ext uri="{FF2B5EF4-FFF2-40B4-BE49-F238E27FC236}">
                <a16:creationId xmlns:a16="http://schemas.microsoft.com/office/drawing/2014/main" id="{1B6DD41C-FCE2-4AC6-A235-2FF1B905DAAD}"/>
              </a:ext>
            </a:extLst>
          </p:cNvPr>
          <p:cNvSpPr>
            <a:spLocks noGrp="1"/>
          </p:cNvSpPr>
          <p:nvPr>
            <p:ph sz="quarter" idx="23" hasCustomPrompt="1"/>
          </p:nvPr>
        </p:nvSpPr>
        <p:spPr>
          <a:xfrm>
            <a:off x="6530117" y="2370670"/>
            <a:ext cx="1856232" cy="1664208"/>
          </a:xfrm>
        </p:spPr>
        <p:txBody>
          <a:bodyPr rtlCol="0">
            <a:noAutofit/>
          </a:bodyPr>
          <a:lstStyle>
            <a:lvl1pPr marL="0" indent="0" algn="ctr">
              <a:buNone/>
              <a:defRPr sz="1400"/>
            </a:lvl1pPr>
            <a:lvl2pPr marL="457200" indent="0">
              <a:buNone/>
              <a:defRPr sz="1200"/>
            </a:lvl2pPr>
            <a:lvl3pPr marL="914400" indent="0">
              <a:buNone/>
              <a:defRPr sz="1100"/>
            </a:lvl3pPr>
            <a:lvl4pPr marL="1371600" indent="0">
              <a:buNone/>
              <a:defRPr sz="1050"/>
            </a:lvl4pPr>
            <a:lvl5pPr marL="1828800" indent="0">
              <a:buNone/>
              <a:defRPr sz="1050"/>
            </a:lvl5pPr>
          </a:lstStyle>
          <a:p>
            <a:pPr lvl="0" rtl="0"/>
            <a:r>
              <a:rPr lang="fr-CA" noProof="0"/>
              <a:t>Cliquez pour ajouter du contenu</a:t>
            </a:r>
          </a:p>
        </p:txBody>
      </p:sp>
      <p:sp>
        <p:nvSpPr>
          <p:cNvPr id="21" name="Espace réservé au texte 2">
            <a:extLst>
              <a:ext uri="{FF2B5EF4-FFF2-40B4-BE49-F238E27FC236}">
                <a16:creationId xmlns:a16="http://schemas.microsoft.com/office/drawing/2014/main" id="{1F60A771-8BBC-4565-AB09-402DA7CB2780}"/>
              </a:ext>
            </a:extLst>
          </p:cNvPr>
          <p:cNvSpPr>
            <a:spLocks noGrp="1"/>
          </p:cNvSpPr>
          <p:nvPr>
            <p:ph type="body" idx="13" hasCustomPrompt="1"/>
          </p:nvPr>
        </p:nvSpPr>
        <p:spPr>
          <a:xfrm>
            <a:off x="6298609" y="3788813"/>
            <a:ext cx="2330726" cy="804859"/>
          </a:xfrm>
        </p:spPr>
        <p:txBody>
          <a:bodyPr lIns="0" rIns="0" rtlCol="0" anchor="b">
            <a:noAutofit/>
          </a:bodyPr>
          <a:lstStyle>
            <a:lvl1pPr marL="0" indent="0" algn="ctr">
              <a:buNone/>
              <a:defRPr lang="en-US" sz="3200" kern="1200" spc="150" baseline="0" dirty="0" smtClean="0">
                <a:solidFill>
                  <a:schemeClr val="tx1">
                    <a:lumMod val="75000"/>
                    <a:lumOff val="25000"/>
                  </a:schemeClr>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rtl="0"/>
            <a:r>
              <a:rPr lang="fr-CA" noProof="0"/>
              <a:t>#</a:t>
            </a:r>
          </a:p>
        </p:txBody>
      </p:sp>
      <p:sp>
        <p:nvSpPr>
          <p:cNvPr id="19" name="Espace réservé au texte 2">
            <a:extLst>
              <a:ext uri="{FF2B5EF4-FFF2-40B4-BE49-F238E27FC236}">
                <a16:creationId xmlns:a16="http://schemas.microsoft.com/office/drawing/2014/main" id="{D3C675D6-83FA-4036-B516-098EDCAF2506}"/>
              </a:ext>
            </a:extLst>
          </p:cNvPr>
          <p:cNvSpPr>
            <a:spLocks noGrp="1"/>
          </p:cNvSpPr>
          <p:nvPr>
            <p:ph type="body" idx="19" hasCustomPrompt="1"/>
          </p:nvPr>
        </p:nvSpPr>
        <p:spPr>
          <a:xfrm>
            <a:off x="6298609" y="4464810"/>
            <a:ext cx="2330726" cy="438505"/>
          </a:xfrm>
        </p:spPr>
        <p:txBody>
          <a:bodyPr lIns="0" rIns="0" rtlCol="0" anchor="b">
            <a:noAutofit/>
          </a:bodyPr>
          <a:lstStyle>
            <a:lvl1pPr marL="0" indent="0" algn="ctr">
              <a:buNone/>
              <a:defRPr lang="en-US" sz="1400" kern="1200" spc="150" baseline="0" dirty="0" smtClean="0">
                <a:solidFill>
                  <a:schemeClr val="tx1">
                    <a:lumMod val="75000"/>
                    <a:lumOff val="25000"/>
                  </a:schemeClr>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rtl="0"/>
            <a:r>
              <a:rPr lang="fr-CA" noProof="0"/>
              <a:t>CLIQUEZ POUR MODIFIER</a:t>
            </a:r>
          </a:p>
        </p:txBody>
      </p:sp>
      <p:sp>
        <p:nvSpPr>
          <p:cNvPr id="22" name="Espace réservé du contenu 3">
            <a:extLst>
              <a:ext uri="{FF2B5EF4-FFF2-40B4-BE49-F238E27FC236}">
                <a16:creationId xmlns:a16="http://schemas.microsoft.com/office/drawing/2014/main" id="{C464A9BD-B815-4632-8F54-6EB70E48BAFF}"/>
              </a:ext>
            </a:extLst>
          </p:cNvPr>
          <p:cNvSpPr>
            <a:spLocks noGrp="1"/>
          </p:cNvSpPr>
          <p:nvPr>
            <p:ph sz="half" idx="14" hasCustomPrompt="1"/>
          </p:nvPr>
        </p:nvSpPr>
        <p:spPr>
          <a:xfrm>
            <a:off x="6298609" y="5120722"/>
            <a:ext cx="2330726" cy="853167"/>
          </a:xfrm>
        </p:spPr>
        <p:txBody>
          <a:bodyPr lIns="0" rIns="0" rtlCol="0">
            <a:normAutofit/>
          </a:bodyPr>
          <a:lstStyle>
            <a:lvl1pPr marL="0" indent="0" algn="ctr">
              <a:lnSpc>
                <a:spcPct val="100000"/>
              </a:lnSpc>
              <a:buNone/>
              <a:defRPr sz="1400" spc="50" baseline="0">
                <a:solidFill>
                  <a:schemeClr val="tx1">
                    <a:lumMod val="75000"/>
                    <a:lumOff val="25000"/>
                  </a:schemeClr>
                </a:solidFill>
              </a:defRPr>
            </a:lvl1pPr>
            <a:lvl2pPr marL="457200" indent="0">
              <a:lnSpc>
                <a:spcPct val="100000"/>
              </a:lnSpc>
              <a:buNone/>
              <a:defRPr sz="1400" spc="50" baseline="0"/>
            </a:lvl2pPr>
            <a:lvl3pPr marL="914400" indent="0">
              <a:lnSpc>
                <a:spcPct val="100000"/>
              </a:lnSpc>
              <a:buNone/>
              <a:defRPr sz="1400" spc="50" baseline="0"/>
            </a:lvl3pPr>
            <a:lvl4pPr marL="1371600" indent="0">
              <a:lnSpc>
                <a:spcPct val="100000"/>
              </a:lnSpc>
              <a:buNone/>
              <a:defRPr sz="1400" spc="50" baseline="0"/>
            </a:lvl4pPr>
            <a:lvl5pPr marL="1828800" indent="0">
              <a:lnSpc>
                <a:spcPct val="100000"/>
              </a:lnSpc>
              <a:buNone/>
              <a:defRPr sz="1400" spc="50" baseline="0"/>
            </a:lvl5pPr>
          </a:lstStyle>
          <a:p>
            <a:pPr lvl="0" rtl="0"/>
            <a:r>
              <a:rPr lang="fr-CA" noProof="0"/>
              <a:t>Modifiez les styles du texte principal</a:t>
            </a:r>
          </a:p>
        </p:txBody>
      </p:sp>
      <p:sp>
        <p:nvSpPr>
          <p:cNvPr id="26" name="Espace réservé au contenu 10">
            <a:extLst>
              <a:ext uri="{FF2B5EF4-FFF2-40B4-BE49-F238E27FC236}">
                <a16:creationId xmlns:a16="http://schemas.microsoft.com/office/drawing/2014/main" id="{CEB4C3DB-E51E-4479-90C2-DFE5DB4B2482}"/>
              </a:ext>
            </a:extLst>
          </p:cNvPr>
          <p:cNvSpPr>
            <a:spLocks noGrp="1"/>
          </p:cNvSpPr>
          <p:nvPr>
            <p:ph sz="quarter" idx="24" hasCustomPrompt="1"/>
          </p:nvPr>
        </p:nvSpPr>
        <p:spPr>
          <a:xfrm>
            <a:off x="9260321" y="2370670"/>
            <a:ext cx="1856232" cy="1664208"/>
          </a:xfrm>
        </p:spPr>
        <p:txBody>
          <a:bodyPr rtlCol="0">
            <a:noAutofit/>
          </a:bodyPr>
          <a:lstStyle>
            <a:lvl1pPr marL="0" indent="0" algn="ctr">
              <a:buNone/>
              <a:defRPr sz="1400"/>
            </a:lvl1pPr>
            <a:lvl2pPr marL="457200" indent="0">
              <a:buNone/>
              <a:defRPr sz="1200"/>
            </a:lvl2pPr>
            <a:lvl3pPr marL="914400" indent="0">
              <a:buNone/>
              <a:defRPr sz="1100"/>
            </a:lvl3pPr>
            <a:lvl4pPr marL="1371600" indent="0">
              <a:buNone/>
              <a:defRPr sz="1050"/>
            </a:lvl4pPr>
            <a:lvl5pPr marL="1828800" indent="0">
              <a:buNone/>
              <a:defRPr sz="1050"/>
            </a:lvl5pPr>
          </a:lstStyle>
          <a:p>
            <a:pPr lvl="0" rtl="0"/>
            <a:r>
              <a:rPr lang="fr-CA" noProof="0"/>
              <a:t>Cliquez pour ajouter du contenu</a:t>
            </a:r>
          </a:p>
        </p:txBody>
      </p:sp>
      <p:sp>
        <p:nvSpPr>
          <p:cNvPr id="14" name="Espace réservé au texte 2">
            <a:extLst>
              <a:ext uri="{FF2B5EF4-FFF2-40B4-BE49-F238E27FC236}">
                <a16:creationId xmlns:a16="http://schemas.microsoft.com/office/drawing/2014/main" id="{84A1E92D-A5BF-4268-BFF3-1418A1F03589}"/>
              </a:ext>
            </a:extLst>
          </p:cNvPr>
          <p:cNvSpPr>
            <a:spLocks noGrp="1"/>
          </p:cNvSpPr>
          <p:nvPr>
            <p:ph type="body" idx="15" hasCustomPrompt="1"/>
          </p:nvPr>
        </p:nvSpPr>
        <p:spPr>
          <a:xfrm>
            <a:off x="9023074" y="3788457"/>
            <a:ext cx="2330726" cy="804859"/>
          </a:xfrm>
        </p:spPr>
        <p:txBody>
          <a:bodyPr lIns="0" rIns="0" rtlCol="0" anchor="b">
            <a:noAutofit/>
          </a:bodyPr>
          <a:lstStyle>
            <a:lvl1pPr marL="0" indent="0" algn="ctr">
              <a:buNone/>
              <a:defRPr lang="en-US" sz="3200" kern="1200" spc="150" baseline="0" dirty="0" smtClean="0">
                <a:solidFill>
                  <a:schemeClr val="tx1">
                    <a:lumMod val="75000"/>
                    <a:lumOff val="25000"/>
                  </a:schemeClr>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rtl="0"/>
            <a:r>
              <a:rPr lang="fr-CA" noProof="0"/>
              <a:t>#</a:t>
            </a:r>
          </a:p>
        </p:txBody>
      </p:sp>
      <p:sp>
        <p:nvSpPr>
          <p:cNvPr id="23" name="Espace réservé au texte 2">
            <a:extLst>
              <a:ext uri="{FF2B5EF4-FFF2-40B4-BE49-F238E27FC236}">
                <a16:creationId xmlns:a16="http://schemas.microsoft.com/office/drawing/2014/main" id="{B6439AAC-8A96-4015-8A87-ED8DF7027B60}"/>
              </a:ext>
            </a:extLst>
          </p:cNvPr>
          <p:cNvSpPr>
            <a:spLocks noGrp="1"/>
          </p:cNvSpPr>
          <p:nvPr>
            <p:ph type="body" idx="20" hasCustomPrompt="1"/>
          </p:nvPr>
        </p:nvSpPr>
        <p:spPr>
          <a:xfrm>
            <a:off x="9023074" y="4464454"/>
            <a:ext cx="2330726" cy="438505"/>
          </a:xfrm>
        </p:spPr>
        <p:txBody>
          <a:bodyPr lIns="0" rIns="0" rtlCol="0" anchor="b">
            <a:noAutofit/>
          </a:bodyPr>
          <a:lstStyle>
            <a:lvl1pPr marL="0" indent="0" algn="ctr">
              <a:buNone/>
              <a:defRPr lang="en-US" sz="1400" kern="1200" spc="150" baseline="0" dirty="0" smtClean="0">
                <a:solidFill>
                  <a:schemeClr val="tx1">
                    <a:lumMod val="75000"/>
                    <a:lumOff val="25000"/>
                  </a:schemeClr>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rtl="0"/>
            <a:r>
              <a:rPr lang="fr-CA" noProof="0"/>
              <a:t>CLIQUEZ POUR MODIFIER</a:t>
            </a:r>
          </a:p>
        </p:txBody>
      </p:sp>
      <p:cxnSp>
        <p:nvCxnSpPr>
          <p:cNvPr id="16" name="Connecteur droit 15">
            <a:extLst>
              <a:ext uri="{FF2B5EF4-FFF2-40B4-BE49-F238E27FC236}">
                <a16:creationId xmlns:a16="http://schemas.microsoft.com/office/drawing/2014/main" id="{463D7850-C2A6-43CE-BBE4-8E81A0A593BF}"/>
              </a:ext>
              <a:ext uri="{C183D7F6-B498-43B3-948B-1728B52AA6E4}">
                <adec:decorative xmlns:adec="http://schemas.microsoft.com/office/drawing/2017/decorative" val="1"/>
              </a:ext>
            </a:extLst>
          </p:cNvPr>
          <p:cNvCxnSpPr>
            <a:cxnSpLocks/>
          </p:cNvCxnSpPr>
          <p:nvPr/>
        </p:nvCxnSpPr>
        <p:spPr>
          <a:xfrm flipH="1">
            <a:off x="0" y="0"/>
            <a:ext cx="1238250" cy="1328057"/>
          </a:xfrm>
          <a:prstGeom prst="line">
            <a:avLst/>
          </a:prstGeom>
          <a:ln w="3175">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cxnSp>
        <p:nvCxnSpPr>
          <p:cNvPr id="20" name="Connecteur droit 19">
            <a:extLst>
              <a:ext uri="{FF2B5EF4-FFF2-40B4-BE49-F238E27FC236}">
                <a16:creationId xmlns:a16="http://schemas.microsoft.com/office/drawing/2014/main" id="{EBAD3E03-2E3B-440C-9105-6F9D33006D66}"/>
              </a:ext>
              <a:ext uri="{C183D7F6-B498-43B3-948B-1728B52AA6E4}">
                <adec:decorative xmlns:adec="http://schemas.microsoft.com/office/drawing/2017/decorative" val="1"/>
              </a:ext>
            </a:extLst>
          </p:cNvPr>
          <p:cNvCxnSpPr>
            <a:cxnSpLocks/>
          </p:cNvCxnSpPr>
          <p:nvPr/>
        </p:nvCxnSpPr>
        <p:spPr>
          <a:xfrm flipH="1">
            <a:off x="0" y="0"/>
            <a:ext cx="3790950" cy="892177"/>
          </a:xfrm>
          <a:prstGeom prst="line">
            <a:avLst/>
          </a:prstGeom>
          <a:ln>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sp>
        <p:nvSpPr>
          <p:cNvPr id="15" name="Espace réservé au contenu 3">
            <a:extLst>
              <a:ext uri="{FF2B5EF4-FFF2-40B4-BE49-F238E27FC236}">
                <a16:creationId xmlns:a16="http://schemas.microsoft.com/office/drawing/2014/main" id="{492F9083-A886-4EEB-94D6-1FAE6DC33000}"/>
              </a:ext>
            </a:extLst>
          </p:cNvPr>
          <p:cNvSpPr>
            <a:spLocks noGrp="1"/>
          </p:cNvSpPr>
          <p:nvPr>
            <p:ph sz="half" idx="16" hasCustomPrompt="1"/>
          </p:nvPr>
        </p:nvSpPr>
        <p:spPr>
          <a:xfrm>
            <a:off x="9023074" y="5120366"/>
            <a:ext cx="2330726" cy="853167"/>
          </a:xfrm>
        </p:spPr>
        <p:txBody>
          <a:bodyPr lIns="0" rIns="0" rtlCol="0">
            <a:normAutofit/>
          </a:bodyPr>
          <a:lstStyle>
            <a:lvl1pPr marL="0" indent="0" algn="ctr">
              <a:lnSpc>
                <a:spcPct val="100000"/>
              </a:lnSpc>
              <a:buNone/>
              <a:defRPr sz="1400" spc="50" baseline="0">
                <a:solidFill>
                  <a:schemeClr val="tx1">
                    <a:lumMod val="75000"/>
                    <a:lumOff val="25000"/>
                  </a:schemeClr>
                </a:solidFill>
              </a:defRPr>
            </a:lvl1pPr>
            <a:lvl2pPr marL="457200" indent="0">
              <a:lnSpc>
                <a:spcPct val="100000"/>
              </a:lnSpc>
              <a:buNone/>
              <a:defRPr sz="1400" spc="50" baseline="0"/>
            </a:lvl2pPr>
            <a:lvl3pPr marL="914400" indent="0">
              <a:lnSpc>
                <a:spcPct val="100000"/>
              </a:lnSpc>
              <a:buNone/>
              <a:defRPr sz="1400" spc="50" baseline="0"/>
            </a:lvl3pPr>
            <a:lvl4pPr marL="1371600" indent="0">
              <a:lnSpc>
                <a:spcPct val="100000"/>
              </a:lnSpc>
              <a:buNone/>
              <a:defRPr sz="1400" spc="50" baseline="0"/>
            </a:lvl4pPr>
            <a:lvl5pPr marL="1828800" indent="0">
              <a:lnSpc>
                <a:spcPct val="100000"/>
              </a:lnSpc>
              <a:buNone/>
              <a:defRPr sz="1400" spc="50" baseline="0"/>
            </a:lvl5pPr>
          </a:lstStyle>
          <a:p>
            <a:pPr lvl="0" rtl="0"/>
            <a:r>
              <a:rPr lang="fr-CA" noProof="0"/>
              <a:t>Modifiez les styles du texte</a:t>
            </a:r>
          </a:p>
        </p:txBody>
      </p:sp>
      <p:sp>
        <p:nvSpPr>
          <p:cNvPr id="7" name="Espace réservé à la date 6">
            <a:extLst>
              <a:ext uri="{FF2B5EF4-FFF2-40B4-BE49-F238E27FC236}">
                <a16:creationId xmlns:a16="http://schemas.microsoft.com/office/drawing/2014/main" id="{F255C16C-AA88-4BBF-8040-11ECFED618E0}"/>
              </a:ext>
            </a:extLst>
          </p:cNvPr>
          <p:cNvSpPr>
            <a:spLocks noGrp="1"/>
          </p:cNvSpPr>
          <p:nvPr>
            <p:ph type="dt" sz="half" idx="10"/>
          </p:nvPr>
        </p:nvSpPr>
        <p:spPr/>
        <p:txBody>
          <a:bodyPr rtlCol="0"/>
          <a:lstStyle>
            <a:lvl1pPr>
              <a:defRPr sz="900"/>
            </a:lvl1pPr>
          </a:lstStyle>
          <a:p>
            <a:pPr rtl="0"/>
            <a:r>
              <a:rPr lang="fr-FR" noProof="0"/>
              <a:t>2023</a:t>
            </a:r>
            <a:endParaRPr lang="fr-CA" noProof="0"/>
          </a:p>
        </p:txBody>
      </p:sp>
      <p:sp>
        <p:nvSpPr>
          <p:cNvPr id="8" name="Espace réservé au pied de page 7">
            <a:extLst>
              <a:ext uri="{FF2B5EF4-FFF2-40B4-BE49-F238E27FC236}">
                <a16:creationId xmlns:a16="http://schemas.microsoft.com/office/drawing/2014/main" id="{CBE560E3-F935-488F-8F0E-191D7B6B54B8}"/>
              </a:ext>
            </a:extLst>
          </p:cNvPr>
          <p:cNvSpPr>
            <a:spLocks noGrp="1"/>
          </p:cNvSpPr>
          <p:nvPr>
            <p:ph type="ftr" sz="quarter" idx="11"/>
          </p:nvPr>
        </p:nvSpPr>
        <p:spPr/>
        <p:txBody>
          <a:bodyPr rtlCol="0"/>
          <a:lstStyle>
            <a:lvl1pPr>
              <a:defRPr sz="900"/>
            </a:lvl1pPr>
          </a:lstStyle>
          <a:p>
            <a:pPr rtl="0"/>
            <a:r>
              <a:rPr lang="fr-CA" noProof="0"/>
              <a:t>420-06A-FX</a:t>
            </a:r>
          </a:p>
        </p:txBody>
      </p:sp>
      <p:sp>
        <p:nvSpPr>
          <p:cNvPr id="9" name="Espace réservé à la diapositive 8">
            <a:extLst>
              <a:ext uri="{FF2B5EF4-FFF2-40B4-BE49-F238E27FC236}">
                <a16:creationId xmlns:a16="http://schemas.microsoft.com/office/drawing/2014/main" id="{9B9CD8B2-CC23-467F-B0EE-2CC06D6308BD}"/>
              </a:ext>
            </a:extLst>
          </p:cNvPr>
          <p:cNvSpPr>
            <a:spLocks noGrp="1"/>
          </p:cNvSpPr>
          <p:nvPr>
            <p:ph type="sldNum" sz="quarter" idx="12"/>
          </p:nvPr>
        </p:nvSpPr>
        <p:spPr/>
        <p:txBody>
          <a:bodyPr rtlCol="0"/>
          <a:lstStyle>
            <a:lvl1pPr>
              <a:defRPr sz="900"/>
            </a:lvl1pPr>
          </a:lstStyle>
          <a:p>
            <a:pPr rtl="0"/>
            <a:fld id="{B5CEABB6-07DC-46E8-9B57-56EC44A396E5}" type="slidenum">
              <a:rPr lang="fr-CA" noProof="0" smtClean="0"/>
              <a:t>‹#›</a:t>
            </a:fld>
            <a:endParaRPr lang="fr-CA" noProof="0"/>
          </a:p>
        </p:txBody>
      </p:sp>
    </p:spTree>
    <p:extLst>
      <p:ext uri="{BB962C8B-B14F-4D97-AF65-F5344CB8AC3E}">
        <p14:creationId xmlns:p14="http://schemas.microsoft.com/office/powerpoint/2010/main" val="1386696317"/>
      </p:ext>
    </p:extLst>
  </p:cSld>
  <p:clrMapOvr>
    <a:overrideClrMapping bg1="lt1" tx1="dk1" bg2="lt2" tx2="dk2" accent1="accent1" accent2="accent2" accent3="accent3" accent4="accent4" accent5="accent5" accent6="accent6" hlink="hlink" folHlink="folHlink"/>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secHead" preserve="1">
  <p:cSld name="Synthèse">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23A3821F-4537-4AE7-8829-C2E3AE60F6E1}"/>
              </a:ext>
            </a:extLst>
          </p:cNvPr>
          <p:cNvSpPr>
            <a:spLocks noGrp="1"/>
          </p:cNvSpPr>
          <p:nvPr>
            <p:ph type="title" hasCustomPrompt="1"/>
          </p:nvPr>
        </p:nvSpPr>
        <p:spPr>
          <a:xfrm>
            <a:off x="5476875" y="1671639"/>
            <a:ext cx="5111750" cy="1204912"/>
          </a:xfrm>
        </p:spPr>
        <p:txBody>
          <a:bodyPr rtlCol="0" anchor="b">
            <a:normAutofit/>
          </a:bodyPr>
          <a:lstStyle>
            <a:lvl1pPr>
              <a:defRPr lang="en-US" sz="2800" kern="1200" cap="all" spc="150" baseline="0" dirty="0">
                <a:solidFill>
                  <a:schemeClr val="tx1">
                    <a:lumMod val="75000"/>
                    <a:lumOff val="25000"/>
                  </a:schemeClr>
                </a:solidFill>
                <a:latin typeface="+mj-lt"/>
                <a:ea typeface="+mj-ea"/>
                <a:cs typeface="+mj-cs"/>
              </a:defRPr>
            </a:lvl1pPr>
          </a:lstStyle>
          <a:p>
            <a:pPr rtl="0"/>
            <a:r>
              <a:rPr lang="fr-CA" noProof="0"/>
              <a:t>CLIQUEZ POUR MODIFIER LE STYLE DU TITRE DU MASQUE</a:t>
            </a:r>
          </a:p>
        </p:txBody>
      </p:sp>
      <p:sp>
        <p:nvSpPr>
          <p:cNvPr id="3" name="Espace réservé du texte 2">
            <a:extLst>
              <a:ext uri="{FF2B5EF4-FFF2-40B4-BE49-F238E27FC236}">
                <a16:creationId xmlns:a16="http://schemas.microsoft.com/office/drawing/2014/main" id="{92FD4279-EA62-4397-878A-73F4948DB176}"/>
              </a:ext>
            </a:extLst>
          </p:cNvPr>
          <p:cNvSpPr>
            <a:spLocks noGrp="1"/>
          </p:cNvSpPr>
          <p:nvPr>
            <p:ph type="body" idx="1" hasCustomPrompt="1"/>
          </p:nvPr>
        </p:nvSpPr>
        <p:spPr>
          <a:xfrm>
            <a:off x="5476875" y="3682546"/>
            <a:ext cx="5111750" cy="1525588"/>
          </a:xfrm>
        </p:spPr>
        <p:txBody>
          <a:bodyPr rtlCol="0" anchor="b">
            <a:normAutofit/>
          </a:bodyPr>
          <a:lstStyle>
            <a:lvl1pPr marL="0" indent="0">
              <a:lnSpc>
                <a:spcPct val="100000"/>
              </a:lnSpc>
              <a:buNone/>
              <a:defRPr sz="1400" spc="50" baseline="0">
                <a:solidFill>
                  <a:schemeClr val="tx1">
                    <a:lumMod val="75000"/>
                    <a:lumOff val="2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rtl="0"/>
            <a:r>
              <a:rPr lang="fr-CA" noProof="0"/>
              <a:t>Modifiez les styles du texte principal</a:t>
            </a:r>
          </a:p>
        </p:txBody>
      </p:sp>
      <p:cxnSp>
        <p:nvCxnSpPr>
          <p:cNvPr id="23" name="Connecteur droit 22">
            <a:extLst>
              <a:ext uri="{FF2B5EF4-FFF2-40B4-BE49-F238E27FC236}">
                <a16:creationId xmlns:a16="http://schemas.microsoft.com/office/drawing/2014/main" id="{D87F08D6-2CA7-4A5A-BE34-07113DCA535D}"/>
              </a:ext>
            </a:extLst>
          </p:cNvPr>
          <p:cNvCxnSpPr>
            <a:cxnSpLocks/>
          </p:cNvCxnSpPr>
          <p:nvPr/>
        </p:nvCxnSpPr>
        <p:spPr>
          <a:xfrm flipH="1" flipV="1">
            <a:off x="0" y="876300"/>
            <a:ext cx="4762500" cy="1628775"/>
          </a:xfrm>
          <a:prstGeom prst="line">
            <a:avLst/>
          </a:prstGeom>
          <a:ln>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2" name="Connecteur droit 11">
            <a:extLst>
              <a:ext uri="{FF2B5EF4-FFF2-40B4-BE49-F238E27FC236}">
                <a16:creationId xmlns:a16="http://schemas.microsoft.com/office/drawing/2014/main" id="{A768C87F-B9C3-4DFF-8454-F3F52CE4346B}"/>
              </a:ext>
            </a:extLst>
          </p:cNvPr>
          <p:cNvCxnSpPr>
            <a:cxnSpLocks/>
          </p:cNvCxnSpPr>
          <p:nvPr/>
        </p:nvCxnSpPr>
        <p:spPr>
          <a:xfrm flipH="1" flipV="1">
            <a:off x="2638425" y="0"/>
            <a:ext cx="2124076" cy="5186363"/>
          </a:xfrm>
          <a:prstGeom prst="line">
            <a:avLst/>
          </a:prstGeom>
          <a:ln>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sp>
        <p:nvSpPr>
          <p:cNvPr id="21" name="Espace réservé à la date 6">
            <a:extLst>
              <a:ext uri="{FF2B5EF4-FFF2-40B4-BE49-F238E27FC236}">
                <a16:creationId xmlns:a16="http://schemas.microsoft.com/office/drawing/2014/main" id="{71F34533-9677-48AF-9374-976825F4BB7E}"/>
              </a:ext>
            </a:extLst>
          </p:cNvPr>
          <p:cNvSpPr>
            <a:spLocks noGrp="1"/>
          </p:cNvSpPr>
          <p:nvPr>
            <p:ph type="dt" sz="half" idx="10"/>
          </p:nvPr>
        </p:nvSpPr>
        <p:spPr>
          <a:xfrm>
            <a:off x="838200" y="6356350"/>
            <a:ext cx="2743200" cy="365125"/>
          </a:xfrm>
        </p:spPr>
        <p:txBody>
          <a:bodyPr rtlCol="0"/>
          <a:lstStyle>
            <a:lvl1pPr>
              <a:defRPr sz="900"/>
            </a:lvl1pPr>
          </a:lstStyle>
          <a:p>
            <a:pPr rtl="0"/>
            <a:r>
              <a:rPr lang="fr-FR" noProof="0"/>
              <a:t>2023</a:t>
            </a:r>
            <a:endParaRPr lang="fr-CA" noProof="0"/>
          </a:p>
        </p:txBody>
      </p:sp>
      <p:sp>
        <p:nvSpPr>
          <p:cNvPr id="22" name="Espace réservé au pied de page 7">
            <a:extLst>
              <a:ext uri="{FF2B5EF4-FFF2-40B4-BE49-F238E27FC236}">
                <a16:creationId xmlns:a16="http://schemas.microsoft.com/office/drawing/2014/main" id="{4FAB8A26-B99E-4F96-8327-A932A14F2C03}"/>
              </a:ext>
            </a:extLst>
          </p:cNvPr>
          <p:cNvSpPr>
            <a:spLocks noGrp="1"/>
          </p:cNvSpPr>
          <p:nvPr>
            <p:ph type="ftr" sz="quarter" idx="11"/>
          </p:nvPr>
        </p:nvSpPr>
        <p:spPr>
          <a:xfrm>
            <a:off x="4038600" y="6356350"/>
            <a:ext cx="4114800" cy="365125"/>
          </a:xfrm>
        </p:spPr>
        <p:txBody>
          <a:bodyPr rtlCol="0"/>
          <a:lstStyle>
            <a:lvl1pPr>
              <a:defRPr sz="900"/>
            </a:lvl1pPr>
          </a:lstStyle>
          <a:p>
            <a:pPr rtl="0"/>
            <a:r>
              <a:rPr lang="fr-CA" noProof="0"/>
              <a:t>420-06A-FX</a:t>
            </a:r>
          </a:p>
        </p:txBody>
      </p:sp>
      <p:sp>
        <p:nvSpPr>
          <p:cNvPr id="24" name="Espace réservé à la diapositive 8">
            <a:extLst>
              <a:ext uri="{FF2B5EF4-FFF2-40B4-BE49-F238E27FC236}">
                <a16:creationId xmlns:a16="http://schemas.microsoft.com/office/drawing/2014/main" id="{EB0962D2-BCC3-48AB-A769-2A7327D29191}"/>
              </a:ext>
            </a:extLst>
          </p:cNvPr>
          <p:cNvSpPr>
            <a:spLocks noGrp="1"/>
          </p:cNvSpPr>
          <p:nvPr>
            <p:ph type="sldNum" sz="quarter" idx="12"/>
          </p:nvPr>
        </p:nvSpPr>
        <p:spPr>
          <a:xfrm>
            <a:off x="8610600" y="6356350"/>
            <a:ext cx="2743200" cy="365125"/>
          </a:xfrm>
        </p:spPr>
        <p:txBody>
          <a:bodyPr rtlCol="0"/>
          <a:lstStyle>
            <a:lvl1pPr>
              <a:defRPr sz="900"/>
            </a:lvl1pPr>
          </a:lstStyle>
          <a:p>
            <a:pPr rtl="0"/>
            <a:fld id="{B5CEABB6-07DC-46E8-9B57-56EC44A396E5}" type="slidenum">
              <a:rPr lang="fr-CA" noProof="0" smtClean="0"/>
              <a:t>‹#›</a:t>
            </a:fld>
            <a:endParaRPr lang="fr-CA" noProof="0"/>
          </a:p>
        </p:txBody>
      </p:sp>
    </p:spTree>
    <p:extLst>
      <p:ext uri="{BB962C8B-B14F-4D97-AF65-F5344CB8AC3E}">
        <p14:creationId xmlns:p14="http://schemas.microsoft.com/office/powerpoint/2010/main" val="1616316768"/>
      </p:ext>
    </p:extLst>
  </p:cSld>
  <p:clrMapOvr>
    <a:masterClrMapping/>
  </p:clrMapOvr>
  <p:extLst>
    <p:ext uri="{DCECCB84-F9BA-43D5-87BE-67443E8EF086}">
      <p15:sldGuideLst xmlns:p15="http://schemas.microsoft.com/office/powerpoint/2012/main">
        <p15:guide id="1" pos="3000">
          <p15:clr>
            <a:srgbClr val="FBAE40"/>
          </p15:clr>
        </p15:guide>
      </p15:sldGuideLst>
    </p:ext>
  </p:extLst>
</p:sldLayout>
</file>

<file path=ppt/slideLayouts/slideLayout21.xml><?xml version="1.0" encoding="utf-8"?>
<p:sldLayout xmlns:a="http://schemas.openxmlformats.org/drawingml/2006/main" xmlns:r="http://schemas.openxmlformats.org/officeDocument/2006/relationships" xmlns:p="http://schemas.openxmlformats.org/presentationml/2006/main" type="title" preserve="1">
  <p:cSld name="Fermeture">
    <p:bg>
      <p:bgPr>
        <a:solidFill>
          <a:schemeClr val="accent2"/>
        </a:solidFill>
        <a:effectLst/>
      </p:bgPr>
    </p:bg>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415B3628-62D7-4A6D-A79F-34DE91DBA31E}"/>
              </a:ext>
            </a:extLst>
          </p:cNvPr>
          <p:cNvSpPr>
            <a:spLocks noGrp="1"/>
          </p:cNvSpPr>
          <p:nvPr>
            <p:ph type="ctrTitle" hasCustomPrompt="1"/>
          </p:nvPr>
        </p:nvSpPr>
        <p:spPr>
          <a:xfrm>
            <a:off x="4267200" y="1615736"/>
            <a:ext cx="4179570" cy="1524735"/>
          </a:xfrm>
        </p:spPr>
        <p:txBody>
          <a:bodyPr rtlCol="0" anchor="b">
            <a:noAutofit/>
          </a:bodyPr>
          <a:lstStyle>
            <a:lvl1pPr algn="l">
              <a:defRPr sz="3200" spc="150" baseline="0">
                <a:solidFill>
                  <a:schemeClr val="tx1">
                    <a:lumMod val="75000"/>
                    <a:lumOff val="25000"/>
                  </a:schemeClr>
                </a:solidFill>
              </a:defRPr>
            </a:lvl1pPr>
          </a:lstStyle>
          <a:p>
            <a:pPr rtl="0"/>
            <a:r>
              <a:rPr lang="fr-CA" noProof="0"/>
              <a:t>CLIQUEZ POUR MODIFIER LE STYLE DU TITRE DU MASQUE</a:t>
            </a:r>
          </a:p>
        </p:txBody>
      </p:sp>
      <p:sp>
        <p:nvSpPr>
          <p:cNvPr id="3" name="Sous-titre 2">
            <a:extLst>
              <a:ext uri="{FF2B5EF4-FFF2-40B4-BE49-F238E27FC236}">
                <a16:creationId xmlns:a16="http://schemas.microsoft.com/office/drawing/2014/main" id="{55457758-A125-4CEA-A3D5-CBD010417BD2}"/>
              </a:ext>
            </a:extLst>
          </p:cNvPr>
          <p:cNvSpPr>
            <a:spLocks noGrp="1"/>
          </p:cNvSpPr>
          <p:nvPr>
            <p:ph type="subTitle" idx="1" hasCustomPrompt="1"/>
          </p:nvPr>
        </p:nvSpPr>
        <p:spPr>
          <a:xfrm>
            <a:off x="4267200" y="3238103"/>
            <a:ext cx="4179570" cy="2004161"/>
          </a:xfrm>
        </p:spPr>
        <p:txBody>
          <a:bodyPr rtlCol="0">
            <a:normAutofit/>
          </a:bodyPr>
          <a:lstStyle>
            <a:lvl1pPr marL="0" indent="0" algn="l">
              <a:lnSpc>
                <a:spcPct val="150000"/>
              </a:lnSpc>
              <a:buNone/>
              <a:defRPr sz="1400" spc="50" baseline="0">
                <a:solidFill>
                  <a:schemeClr val="tx1">
                    <a:lumMod val="75000"/>
                    <a:lumOff val="25000"/>
                  </a:schemeClr>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rtl="0"/>
            <a:r>
              <a:rPr lang="fr-CA" noProof="0"/>
              <a:t>Modifiez le style du sous-titre principal</a:t>
            </a:r>
          </a:p>
        </p:txBody>
      </p:sp>
      <p:pic>
        <p:nvPicPr>
          <p:cNvPr id="6" name="Graphique 5">
            <a:extLst>
              <a:ext uri="{FF2B5EF4-FFF2-40B4-BE49-F238E27FC236}">
                <a16:creationId xmlns:a16="http://schemas.microsoft.com/office/drawing/2014/main" id="{ED3361C9-310A-4255-A94E-B77588962DA5}"/>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0" y="0"/>
            <a:ext cx="3176938" cy="6858000"/>
          </a:xfrm>
          <a:prstGeom prst="rect">
            <a:avLst/>
          </a:prstGeom>
        </p:spPr>
      </p:pic>
      <p:sp>
        <p:nvSpPr>
          <p:cNvPr id="9" name="Espace réservé à la date 6">
            <a:extLst>
              <a:ext uri="{FF2B5EF4-FFF2-40B4-BE49-F238E27FC236}">
                <a16:creationId xmlns:a16="http://schemas.microsoft.com/office/drawing/2014/main" id="{BF358517-D7B7-40D0-A9D0-B650C80898AC}"/>
              </a:ext>
            </a:extLst>
          </p:cNvPr>
          <p:cNvSpPr>
            <a:spLocks noGrp="1"/>
          </p:cNvSpPr>
          <p:nvPr>
            <p:ph type="dt" sz="half" idx="10"/>
          </p:nvPr>
        </p:nvSpPr>
        <p:spPr>
          <a:xfrm>
            <a:off x="4267200" y="6356350"/>
            <a:ext cx="1774371" cy="365125"/>
          </a:xfrm>
        </p:spPr>
        <p:txBody>
          <a:bodyPr rtlCol="0"/>
          <a:lstStyle>
            <a:lvl1pPr>
              <a:defRPr sz="900"/>
            </a:lvl1pPr>
          </a:lstStyle>
          <a:p>
            <a:pPr rtl="0"/>
            <a:r>
              <a:rPr lang="fr-FR" noProof="0"/>
              <a:t>2023</a:t>
            </a:r>
            <a:endParaRPr lang="fr-CA" noProof="0"/>
          </a:p>
        </p:txBody>
      </p:sp>
      <p:sp>
        <p:nvSpPr>
          <p:cNvPr id="10" name="Espace réservé au pied de page 7">
            <a:extLst>
              <a:ext uri="{FF2B5EF4-FFF2-40B4-BE49-F238E27FC236}">
                <a16:creationId xmlns:a16="http://schemas.microsoft.com/office/drawing/2014/main" id="{6026D44C-0B39-4DE1-A0FC-5615DDAAE3CE}"/>
              </a:ext>
            </a:extLst>
          </p:cNvPr>
          <p:cNvSpPr>
            <a:spLocks noGrp="1"/>
          </p:cNvSpPr>
          <p:nvPr>
            <p:ph type="ftr" sz="quarter" idx="11"/>
          </p:nvPr>
        </p:nvSpPr>
        <p:spPr>
          <a:xfrm>
            <a:off x="6479721" y="6356350"/>
            <a:ext cx="2661557" cy="365125"/>
          </a:xfrm>
        </p:spPr>
        <p:txBody>
          <a:bodyPr rtlCol="0"/>
          <a:lstStyle>
            <a:lvl1pPr>
              <a:defRPr sz="900"/>
            </a:lvl1pPr>
          </a:lstStyle>
          <a:p>
            <a:pPr rtl="0"/>
            <a:r>
              <a:rPr lang="fr-CA" noProof="0"/>
              <a:t>420-06A-FX</a:t>
            </a:r>
          </a:p>
        </p:txBody>
      </p:sp>
      <p:sp>
        <p:nvSpPr>
          <p:cNvPr id="11" name="Espace réservé à la diapositive 8">
            <a:extLst>
              <a:ext uri="{FF2B5EF4-FFF2-40B4-BE49-F238E27FC236}">
                <a16:creationId xmlns:a16="http://schemas.microsoft.com/office/drawing/2014/main" id="{0F8222B4-B618-42C4-8BDB-D2E4DF2F22C3}"/>
              </a:ext>
            </a:extLst>
          </p:cNvPr>
          <p:cNvSpPr>
            <a:spLocks noGrp="1"/>
          </p:cNvSpPr>
          <p:nvPr>
            <p:ph type="sldNum" sz="quarter" idx="12"/>
          </p:nvPr>
        </p:nvSpPr>
        <p:spPr>
          <a:xfrm>
            <a:off x="9579428" y="6356350"/>
            <a:ext cx="1774371" cy="365125"/>
          </a:xfrm>
        </p:spPr>
        <p:txBody>
          <a:bodyPr rtlCol="0"/>
          <a:lstStyle>
            <a:lvl1pPr>
              <a:defRPr sz="900"/>
            </a:lvl1pPr>
          </a:lstStyle>
          <a:p>
            <a:pPr rtl="0"/>
            <a:fld id="{B5CEABB6-07DC-46E8-9B57-56EC44A396E5}" type="slidenum">
              <a:rPr lang="fr-CA" noProof="0" smtClean="0"/>
              <a:t>‹#›</a:t>
            </a:fld>
            <a:endParaRPr lang="fr-CA" noProof="0"/>
          </a:p>
        </p:txBody>
      </p:sp>
    </p:spTree>
    <p:extLst>
      <p:ext uri="{BB962C8B-B14F-4D97-AF65-F5344CB8AC3E}">
        <p14:creationId xmlns:p14="http://schemas.microsoft.com/office/powerpoint/2010/main" val="42935512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u titre 1">
            <a:extLst>
              <a:ext uri="{FF2B5EF4-FFF2-40B4-BE49-F238E27FC236}">
                <a16:creationId xmlns:a16="http://schemas.microsoft.com/office/drawing/2014/main" id="{8F4C17E5-24ED-44BC-BA50-02EF903552E1}"/>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pPr rtl="0"/>
            <a:r>
              <a:rPr lang="fr-CA" noProof="0"/>
              <a:t>Modifiez le style du titre</a:t>
            </a:r>
          </a:p>
        </p:txBody>
      </p:sp>
      <p:sp>
        <p:nvSpPr>
          <p:cNvPr id="3" name="Espace réservé du texte 2">
            <a:extLst>
              <a:ext uri="{FF2B5EF4-FFF2-40B4-BE49-F238E27FC236}">
                <a16:creationId xmlns:a16="http://schemas.microsoft.com/office/drawing/2014/main" id="{4833D101-3AF0-4F06-90ED-B83615C36CE9}"/>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rtl="0"/>
            <a:r>
              <a:rPr lang="fr-CA" noProof="0" dirty="0"/>
              <a:t>Modifiez les styles du texte</a:t>
            </a:r>
          </a:p>
          <a:p>
            <a:pPr lvl="1" rtl="0"/>
            <a:r>
              <a:rPr lang="fr-CA" noProof="0" dirty="0"/>
              <a:t>Deuxième niveau</a:t>
            </a:r>
          </a:p>
          <a:p>
            <a:pPr lvl="2" rtl="0"/>
            <a:r>
              <a:rPr lang="fr-CA" noProof="0" dirty="0"/>
              <a:t>Troisième niveau</a:t>
            </a:r>
          </a:p>
          <a:p>
            <a:pPr lvl="3" rtl="0"/>
            <a:r>
              <a:rPr lang="fr-CA" noProof="0" dirty="0"/>
              <a:t>Quatrième niveau</a:t>
            </a:r>
          </a:p>
          <a:p>
            <a:pPr lvl="4" rtl="0"/>
            <a:r>
              <a:rPr lang="fr-CA" noProof="0" dirty="0"/>
              <a:t>Cinquième niveau</a:t>
            </a:r>
          </a:p>
        </p:txBody>
      </p:sp>
      <p:sp>
        <p:nvSpPr>
          <p:cNvPr id="4" name="Espace réservé de la date 3">
            <a:extLst>
              <a:ext uri="{FF2B5EF4-FFF2-40B4-BE49-F238E27FC236}">
                <a16:creationId xmlns:a16="http://schemas.microsoft.com/office/drawing/2014/main" id="{C2AE9FDE-AF95-49F8-A927-35A23C9E6532}"/>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900">
                <a:solidFill>
                  <a:schemeClr val="tx1">
                    <a:tint val="75000"/>
                  </a:schemeClr>
                </a:solidFill>
              </a:defRPr>
            </a:lvl1pPr>
          </a:lstStyle>
          <a:p>
            <a:pPr rtl="0"/>
            <a:r>
              <a:rPr lang="fr-FR"/>
              <a:t>2023</a:t>
            </a:r>
            <a:endParaRPr lang="fr-CA" noProof="0" dirty="0"/>
          </a:p>
        </p:txBody>
      </p:sp>
      <p:sp>
        <p:nvSpPr>
          <p:cNvPr id="5" name="Espace réservé au pied de page 4">
            <a:extLst>
              <a:ext uri="{FF2B5EF4-FFF2-40B4-BE49-F238E27FC236}">
                <a16:creationId xmlns:a16="http://schemas.microsoft.com/office/drawing/2014/main" id="{CC2E900D-8FF9-4E80-860D-89C2D3B4E4E1}"/>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900">
                <a:solidFill>
                  <a:schemeClr val="tx1">
                    <a:tint val="75000"/>
                  </a:schemeClr>
                </a:solidFill>
              </a:defRPr>
            </a:lvl1pPr>
          </a:lstStyle>
          <a:p>
            <a:r>
              <a:rPr lang="fr-CA" dirty="0"/>
              <a:t>420-06A-FX</a:t>
            </a:r>
          </a:p>
        </p:txBody>
      </p:sp>
      <p:sp>
        <p:nvSpPr>
          <p:cNvPr id="6" name="Espace réservé au numéro de diapositive 5">
            <a:extLst>
              <a:ext uri="{FF2B5EF4-FFF2-40B4-BE49-F238E27FC236}">
                <a16:creationId xmlns:a16="http://schemas.microsoft.com/office/drawing/2014/main" id="{F1A66A0C-1415-46A3-A1FF-BE18C70873E3}"/>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900">
                <a:solidFill>
                  <a:schemeClr val="tx1">
                    <a:tint val="75000"/>
                  </a:schemeClr>
                </a:solidFill>
              </a:defRPr>
            </a:lvl1pPr>
          </a:lstStyle>
          <a:p>
            <a:pPr rtl="0"/>
            <a:fld id="{B5CEABB6-07DC-46E8-9B57-56EC44A396E5}" type="slidenum">
              <a:rPr lang="fr-CA" noProof="0" smtClean="0"/>
              <a:pPr rtl="0"/>
              <a:t>‹#›</a:t>
            </a:fld>
            <a:endParaRPr lang="fr-CA" noProof="0"/>
          </a:p>
        </p:txBody>
      </p:sp>
    </p:spTree>
    <p:extLst>
      <p:ext uri="{BB962C8B-B14F-4D97-AF65-F5344CB8AC3E}">
        <p14:creationId xmlns:p14="http://schemas.microsoft.com/office/powerpoint/2010/main" val="1928452137"/>
      </p:ext>
    </p:extLst>
  </p:cSld>
  <p:clrMap bg1="lt1" tx1="dk1" bg2="lt2" tx2="dk2" accent1="accent1" accent2="accent2" accent3="accent3" accent4="accent4" accent5="accent5" accent6="accent6" hlink="hlink" folHlink="folHlink"/>
  <p:sldLayoutIdLst>
    <p:sldLayoutId id="2147483667" r:id="rId1"/>
    <p:sldLayoutId id="2147483668" r:id="rId2"/>
    <p:sldLayoutId id="2147483670" r:id="rId3"/>
    <p:sldLayoutId id="2147483701" r:id="rId4"/>
    <p:sldLayoutId id="2147483688" r:id="rId5"/>
    <p:sldLayoutId id="2147483694" r:id="rId6"/>
    <p:sldLayoutId id="2147483702" r:id="rId7"/>
    <p:sldLayoutId id="2147483697" r:id="rId8"/>
    <p:sldLayoutId id="2147483673" r:id="rId9"/>
    <p:sldLayoutId id="2147483676" r:id="rId10"/>
    <p:sldLayoutId id="2147483672" r:id="rId11"/>
    <p:sldLayoutId id="2147483699" r:id="rId12"/>
    <p:sldLayoutId id="2147483671" r:id="rId13"/>
    <p:sldLayoutId id="2147483700" r:id="rId14"/>
    <p:sldLayoutId id="2147483692" r:id="rId15"/>
    <p:sldLayoutId id="2147483681" r:id="rId16"/>
    <p:sldLayoutId id="2147483674" r:id="rId17"/>
    <p:sldLayoutId id="2147483675" r:id="rId18"/>
    <p:sldLayoutId id="2147483696" r:id="rId19"/>
    <p:sldLayoutId id="2147483677" r:id="rId20"/>
    <p:sldLayoutId id="2147483678" r:id="rId21"/>
  </p:sldLayoutIdLst>
  <p:hf hdr="0"/>
  <p:txStyles>
    <p:titleStyle>
      <a:lvl1pPr algn="l" defTabSz="914400" rtl="0" eaLnBrk="1" latinLnBrk="0" hangingPunct="1">
        <a:lnSpc>
          <a:spcPct val="90000"/>
        </a:lnSpc>
        <a:spcBef>
          <a:spcPct val="0"/>
        </a:spcBef>
        <a:buNone/>
        <a:defRPr sz="4400" kern="1200" cap="all" baseline="0">
          <a:solidFill>
            <a:schemeClr val="tx1">
              <a:lumMod val="75000"/>
              <a:lumOff val="25000"/>
            </a:schemeClr>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lumMod val="75000"/>
              <a:lumOff val="25000"/>
            </a:schemeClr>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lumMod val="75000"/>
              <a:lumOff val="25000"/>
            </a:schemeClr>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lumMod val="75000"/>
              <a:lumOff val="25000"/>
            </a:schemeClr>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lumMod val="75000"/>
              <a:lumOff val="25000"/>
            </a:schemeClr>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lumMod val="75000"/>
              <a:lumOff val="25000"/>
            </a:schemeClr>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8" Type="http://schemas.openxmlformats.org/officeDocument/2006/relationships/slide" Target="slide3.xml"/><Relationship Id="rId13" Type="http://schemas.openxmlformats.org/officeDocument/2006/relationships/slide" Target="slide18.xml"/><Relationship Id="rId3" Type="http://schemas.openxmlformats.org/officeDocument/2006/relationships/image" Target="../media/image28.png"/><Relationship Id="rId7" Type="http://schemas.openxmlformats.org/officeDocument/2006/relationships/image" Target="../media/image32.png"/><Relationship Id="rId12" Type="http://schemas.openxmlformats.org/officeDocument/2006/relationships/slide" Target="slide16.xml"/><Relationship Id="rId2" Type="http://schemas.openxmlformats.org/officeDocument/2006/relationships/image" Target="../media/image27.png"/><Relationship Id="rId1" Type="http://schemas.openxmlformats.org/officeDocument/2006/relationships/slideLayout" Target="../slideLayouts/slideLayout2.xml"/><Relationship Id="rId6" Type="http://schemas.openxmlformats.org/officeDocument/2006/relationships/image" Target="../media/image31.png"/><Relationship Id="rId11" Type="http://schemas.openxmlformats.org/officeDocument/2006/relationships/slide" Target="slide14.xml"/><Relationship Id="rId5" Type="http://schemas.openxmlformats.org/officeDocument/2006/relationships/image" Target="../media/image30.png"/><Relationship Id="rId10" Type="http://schemas.openxmlformats.org/officeDocument/2006/relationships/slide" Target="slide12.xml"/><Relationship Id="rId4" Type="http://schemas.openxmlformats.org/officeDocument/2006/relationships/image" Target="../media/image29.png"/><Relationship Id="rId9" Type="http://schemas.openxmlformats.org/officeDocument/2006/relationships/slide" Target="slide6.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7.xml.rels><?xml version="1.0" encoding="UTF-8" standalone="yes"?>
<Relationships xmlns="http://schemas.openxmlformats.org/package/2006/relationships"><Relationship Id="rId3" Type="http://schemas.openxmlformats.org/officeDocument/2006/relationships/hyperlink" Target="https://www.gnu.org/licenses/copyleft.html" TargetMode="External"/><Relationship Id="rId2" Type="http://schemas.openxmlformats.org/officeDocument/2006/relationships/hyperlink" Target="https://www.gnu.org/" TargetMode="External"/><Relationship Id="rId1" Type="http://schemas.openxmlformats.org/officeDocument/2006/relationships/slideLayout" Target="../slideLayouts/slideLayout6.xml"/><Relationship Id="rId4" Type="http://schemas.openxmlformats.org/officeDocument/2006/relationships/hyperlink" Target="https://www.gnu.org/philosophy/free-sw.html" TargetMode="External"/></Relationships>
</file>

<file path=ppt/slides/_rels/slide8.xml.rels><?xml version="1.0" encoding="UTF-8" standalone="yes"?>
<Relationships xmlns="http://schemas.openxmlformats.org/package/2006/relationships"><Relationship Id="rId3" Type="http://schemas.openxmlformats.org/officeDocument/2006/relationships/hyperlink" Target="https://fr.wikipedia.org/wiki/Licence_MIT" TargetMode="External"/><Relationship Id="rId2" Type="http://schemas.openxmlformats.org/officeDocument/2006/relationships/hyperlink" Target="https://opensource.org/license/mit/" TargetMode="Externa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hyperlink" Target="https://fr.wikipedia.org/wiki/Licence_Apache" TargetMode="External"/><Relationship Id="rId1" Type="http://schemas.openxmlformats.org/officeDocument/2006/relationships/slideLayout" Target="../slideLayouts/slideLayout6.xml"/></Relationships>
</file>

<file path=ppt/slides/_rels/slide10.xml.rels><?xml version="1.0" encoding="UTF-8" standalone="yes"?>
<Relationships xmlns="http://schemas.openxmlformats.org/package/2006/relationships"><Relationship Id="rId2" Type="http://schemas.openxmlformats.org/officeDocument/2006/relationships/hyperlink" Target="https://fr.wikipedia.org/wiki/Licence_BSD" TargetMode="External"/><Relationship Id="rId1" Type="http://schemas.openxmlformats.org/officeDocument/2006/relationships/slideLayout" Target="../slideLayouts/slideLayout6.xml"/></Relationships>
</file>

<file path=ppt/slides/_rels/slide11.xml.rels><?xml version="1.0" encoding="UTF-8" standalone="yes"?>
<Relationships xmlns="http://schemas.openxmlformats.org/package/2006/relationships"><Relationship Id="rId3" Type="http://schemas.openxmlformats.org/officeDocument/2006/relationships/hyperlink" Target="https://creativecommons.org/licenses/?lang=fr" TargetMode="External"/><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13.xml.rels><?xml version="1.0" encoding="UTF-8" standalone="yes"?>
<Relationships xmlns="http://schemas.openxmlformats.org/package/2006/relationships"><Relationship Id="rId3" Type="http://schemas.openxmlformats.org/officeDocument/2006/relationships/hyperlink" Target="https://lore.kernel.org/netdev/Ye6jCQm7z0Yr3bqA@salvia/T/" TargetMode="External"/><Relationship Id="rId2" Type="http://schemas.openxmlformats.org/officeDocument/2006/relationships/hyperlink" Target="https://en.wikipedia.org/wiki/BusyBox#GPL_lawsuits" TargetMode="External"/><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15.xml.rels><?xml version="1.0" encoding="UTF-8" standalone="yes"?>
<Relationships xmlns="http://schemas.openxmlformats.org/package/2006/relationships"><Relationship Id="rId3" Type="http://schemas.openxmlformats.org/officeDocument/2006/relationships/hyperlink" Target="https://www.youtube.com/static?gl=CA&amp;hl=fr&amp;template=terms" TargetMode="External"/><Relationship Id="rId2" Type="http://schemas.openxmlformats.org/officeDocument/2006/relationships/hyperlink" Target="https://stackoverflow.com/legal/terms-of-service/public#licensing" TargetMode="External"/><Relationship Id="rId1" Type="http://schemas.openxmlformats.org/officeDocument/2006/relationships/slideLayout" Target="../slideLayouts/slideLayout3.xml"/><Relationship Id="rId6" Type="http://schemas.openxmlformats.org/officeDocument/2006/relationships/hyperlink" Target="https://github.com/microsoft/vscode/blob/main/LICENSE.txt" TargetMode="External"/><Relationship Id="rId5" Type="http://schemas.openxmlformats.org/officeDocument/2006/relationships/hyperlink" Target="https://github.com/Microsoft/vscode" TargetMode="External"/><Relationship Id="rId4" Type="http://schemas.openxmlformats.org/officeDocument/2006/relationships/hyperlink" Target="https://code.visualstudio.com/license?lang=fr" TargetMode="Externa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17.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hyperlink" Target="https://ufal.github.io/public-license-selector/" TargetMode="External"/><Relationship Id="rId1" Type="http://schemas.openxmlformats.org/officeDocument/2006/relationships/slideLayout" Target="../slideLayouts/slideLayout6.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19.xml.rels><?xml version="1.0" encoding="UTF-8" standalone="yes"?>
<Relationships xmlns="http://schemas.openxmlformats.org/package/2006/relationships"><Relationship Id="rId3" Type="http://schemas.openxmlformats.org/officeDocument/2006/relationships/hyperlink" Target="https://www.copibec.ca/fr/nouvelle/332/le-droit-d-auteur-au-travail" TargetMode="External"/><Relationship Id="rId2" Type="http://schemas.openxmlformats.org/officeDocument/2006/relationships/hyperlink" Target="https://educaloi.qc.ca/capsules/le-droit-dauteur-pour-la-protection-de-la-creation/" TargetMode="External"/><Relationship Id="rId1" Type="http://schemas.openxmlformats.org/officeDocument/2006/relationships/slideLayout" Target="../slideLayouts/slideLayout6.xml"/></Relationships>
</file>

<file path=ppt/slides/_rels/slide20.xml.rels><?xml version="1.0" encoding="UTF-8" standalone="yes"?>
<Relationships xmlns="http://schemas.openxmlformats.org/package/2006/relationships"><Relationship Id="rId3" Type="http://schemas.openxmlformats.org/officeDocument/2006/relationships/hyperlink" Target="https://www.canada.ca/fr/services/entreprises/pi/debutantenpi.html" TargetMode="External"/><Relationship Id="rId2" Type="http://schemas.openxmlformats.org/officeDocument/2006/relationships/hyperlink" Target="https://www2.gouv.qc.ca/entreprises/portail/quebec/strategie?lang=fr&amp;g=strategie&amp;sg=&amp;t=o&amp;e=994946902" TargetMode="External"/><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3" Type="http://schemas.openxmlformats.org/officeDocument/2006/relationships/hyperlink" Target="https://www.cegepgarneau.ca/medias/docs/Doc-Institutionnels/PROC-19.pdf" TargetMode="External"/><Relationship Id="rId2" Type="http://schemas.openxmlformats.org/officeDocument/2006/relationships/hyperlink" Target="https://www.cegepgarneau.ca/cegep/plagiat" TargetMode="Externa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216815C6-3AD0-46E6-A74A-1967BD91AF50}"/>
              </a:ext>
            </a:extLst>
          </p:cNvPr>
          <p:cNvSpPr>
            <a:spLocks noGrp="1"/>
          </p:cNvSpPr>
          <p:nvPr>
            <p:ph type="ctrTitle"/>
          </p:nvPr>
        </p:nvSpPr>
        <p:spPr/>
        <p:txBody>
          <a:bodyPr rtlCol="0"/>
          <a:lstStyle/>
          <a:p>
            <a:pPr rtl="0"/>
            <a:r>
              <a:rPr lang="fr-CA" dirty="0"/>
              <a:t>Licences et obligations légales</a:t>
            </a:r>
          </a:p>
        </p:txBody>
      </p:sp>
      <p:sp>
        <p:nvSpPr>
          <p:cNvPr id="3" name="Sous-titre 2">
            <a:extLst>
              <a:ext uri="{FF2B5EF4-FFF2-40B4-BE49-F238E27FC236}">
                <a16:creationId xmlns:a16="http://schemas.microsoft.com/office/drawing/2014/main" id="{1901B20D-4C28-4DA3-ABBD-718C22A5E58B}"/>
              </a:ext>
            </a:extLst>
          </p:cNvPr>
          <p:cNvSpPr>
            <a:spLocks noGrp="1"/>
          </p:cNvSpPr>
          <p:nvPr>
            <p:ph type="subTitle" idx="1"/>
          </p:nvPr>
        </p:nvSpPr>
        <p:spPr/>
        <p:txBody>
          <a:bodyPr rtlCol="0">
            <a:normAutofit/>
          </a:bodyPr>
          <a:lstStyle/>
          <a:p>
            <a:pPr rtl="0"/>
            <a:r>
              <a:rPr lang="fr-CA" dirty="0"/>
              <a:t>Christopher Coulombe</a:t>
            </a:r>
          </a:p>
          <a:p>
            <a:pPr rtl="0"/>
            <a:r>
              <a:rPr lang="fr-CA" dirty="0"/>
              <a:t>420-06A-FX – Semaine 15</a:t>
            </a:r>
          </a:p>
        </p:txBody>
      </p:sp>
    </p:spTree>
    <p:extLst>
      <p:ext uri="{BB962C8B-B14F-4D97-AF65-F5344CB8AC3E}">
        <p14:creationId xmlns:p14="http://schemas.microsoft.com/office/powerpoint/2010/main" val="164242537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DCD6375C-AC23-7FC9-70E3-139AA2D523FA}"/>
              </a:ext>
            </a:extLst>
          </p:cNvPr>
          <p:cNvSpPr>
            <a:spLocks noGrp="1"/>
          </p:cNvSpPr>
          <p:nvPr>
            <p:ph type="title"/>
          </p:nvPr>
        </p:nvSpPr>
        <p:spPr>
          <a:xfrm>
            <a:off x="1333499" y="1020446"/>
            <a:ext cx="3171825" cy="808356"/>
          </a:xfrm>
        </p:spPr>
        <p:txBody>
          <a:bodyPr>
            <a:normAutofit fontScale="90000"/>
          </a:bodyPr>
          <a:lstStyle/>
          <a:p>
            <a:r>
              <a:rPr lang="fr-CA" dirty="0"/>
              <a:t>Plan de la présentation</a:t>
            </a:r>
          </a:p>
        </p:txBody>
      </p:sp>
      <p:sp>
        <p:nvSpPr>
          <p:cNvPr id="4" name="Espace réservé de la date 3">
            <a:extLst>
              <a:ext uri="{FF2B5EF4-FFF2-40B4-BE49-F238E27FC236}">
                <a16:creationId xmlns:a16="http://schemas.microsoft.com/office/drawing/2014/main" id="{7641D79B-AE96-C553-A721-883A04FDB322}"/>
              </a:ext>
            </a:extLst>
          </p:cNvPr>
          <p:cNvSpPr>
            <a:spLocks noGrp="1"/>
          </p:cNvSpPr>
          <p:nvPr>
            <p:ph type="dt" sz="half" idx="10"/>
          </p:nvPr>
        </p:nvSpPr>
        <p:spPr/>
        <p:txBody>
          <a:bodyPr/>
          <a:lstStyle/>
          <a:p>
            <a:pPr rtl="0"/>
            <a:r>
              <a:rPr lang="fr-FR" noProof="0" dirty="0"/>
              <a:t>2023</a:t>
            </a:r>
            <a:endParaRPr lang="fr-CA" noProof="0" dirty="0"/>
          </a:p>
        </p:txBody>
      </p:sp>
      <p:sp>
        <p:nvSpPr>
          <p:cNvPr id="5" name="Espace réservé du pied de page 4">
            <a:extLst>
              <a:ext uri="{FF2B5EF4-FFF2-40B4-BE49-F238E27FC236}">
                <a16:creationId xmlns:a16="http://schemas.microsoft.com/office/drawing/2014/main" id="{07BB7341-6242-E371-A651-A5B484C28052}"/>
              </a:ext>
            </a:extLst>
          </p:cNvPr>
          <p:cNvSpPr>
            <a:spLocks noGrp="1"/>
          </p:cNvSpPr>
          <p:nvPr>
            <p:ph type="ftr" sz="quarter" idx="11"/>
          </p:nvPr>
        </p:nvSpPr>
        <p:spPr/>
        <p:txBody>
          <a:bodyPr/>
          <a:lstStyle/>
          <a:p>
            <a:pPr rtl="0"/>
            <a:r>
              <a:rPr lang="fr-CA" noProof="0" dirty="0"/>
              <a:t>420-06A-FX</a:t>
            </a:r>
          </a:p>
        </p:txBody>
      </p:sp>
      <p:sp>
        <p:nvSpPr>
          <p:cNvPr id="6" name="Espace réservé du numéro de diapositive 5">
            <a:extLst>
              <a:ext uri="{FF2B5EF4-FFF2-40B4-BE49-F238E27FC236}">
                <a16:creationId xmlns:a16="http://schemas.microsoft.com/office/drawing/2014/main" id="{57C00102-665B-5EDC-E29D-08984A02BDF1}"/>
              </a:ext>
            </a:extLst>
          </p:cNvPr>
          <p:cNvSpPr>
            <a:spLocks noGrp="1"/>
          </p:cNvSpPr>
          <p:nvPr>
            <p:ph type="sldNum" sz="quarter" idx="12"/>
          </p:nvPr>
        </p:nvSpPr>
        <p:spPr/>
        <p:txBody>
          <a:bodyPr/>
          <a:lstStyle/>
          <a:p>
            <a:pPr rtl="0"/>
            <a:fld id="{B5CEABB6-07DC-46E8-9B57-56EC44A396E5}" type="slidenum">
              <a:rPr lang="fr-CA" noProof="0" smtClean="0"/>
              <a:t>2</a:t>
            </a:fld>
            <a:endParaRPr lang="fr-CA" noProof="0"/>
          </a:p>
        </p:txBody>
      </p:sp>
      <mc:AlternateContent xmlns:mc="http://schemas.openxmlformats.org/markup-compatibility/2006">
        <mc:Choice xmlns:psuz="http://schemas.microsoft.com/office/powerpoint/2016/summaryzoom" Requires="psuz">
          <p:graphicFrame>
            <p:nvGraphicFramePr>
              <p:cNvPr id="8" name="Zoom de résumé 7">
                <a:extLst>
                  <a:ext uri="{FF2B5EF4-FFF2-40B4-BE49-F238E27FC236}">
                    <a16:creationId xmlns:a16="http://schemas.microsoft.com/office/drawing/2014/main" id="{7854A919-C68D-CFB2-689E-35AF76497C7A}"/>
                  </a:ext>
                </a:extLst>
              </p:cNvPr>
              <p:cNvGraphicFramePr>
                <a:graphicFrameLocks noChangeAspect="1"/>
              </p:cNvGraphicFramePr>
              <p:nvPr>
                <p:extLst>
                  <p:ext uri="{D42A27DB-BD31-4B8C-83A1-F6EECF244321}">
                    <p14:modId xmlns:p14="http://schemas.microsoft.com/office/powerpoint/2010/main" val="4238724918"/>
                  </p:ext>
                </p:extLst>
              </p:nvPr>
            </p:nvGraphicFramePr>
            <p:xfrm>
              <a:off x="1333499" y="1828801"/>
              <a:ext cx="10230143" cy="4247784"/>
            </p:xfrm>
            <a:graphic>
              <a:graphicData uri="http://schemas.microsoft.com/office/powerpoint/2016/summaryzoom">
                <psuz:summaryZm>
                  <psuz:summaryZmObj sectionId="{149B6A15-2771-463F-81B8-BF1E0E82A560}">
                    <psuz:zmPr id="{8F95018C-369F-4540-84F9-3FA89DDF98FC}" transitionDur="1000">
                      <p166:blipFill xmlns:p166="http://schemas.microsoft.com/office/powerpoint/2016/6/main">
                        <a:blip r:embed="rId2"/>
                        <a:stretch>
                          <a:fillRect/>
                        </a:stretch>
                      </p166:blipFill>
                      <p166:spPr xmlns:p166="http://schemas.microsoft.com/office/powerpoint/2016/6/main">
                        <a:xfrm>
                          <a:off x="396419" y="340011"/>
                          <a:ext cx="3069042" cy="1726336"/>
                        </a:xfrm>
                        <a:prstGeom prst="rect">
                          <a:avLst/>
                        </a:prstGeom>
                        <a:ln w="3175">
                          <a:solidFill>
                            <a:prstClr val="ltGray"/>
                          </a:solidFill>
                        </a:ln>
                      </p166:spPr>
                    </psuz:zmPr>
                  </psuz:summaryZmObj>
                  <psuz:summaryZmObj sectionId="{6AFB7581-A937-4B36-BD73-C43B53585AC2}">
                    <psuz:zmPr id="{1D667B46-6637-48D1-9C63-157B9A31BD0F}" transitionDur="1000">
                      <p166:blipFill xmlns:p166="http://schemas.microsoft.com/office/powerpoint/2016/6/main">
                        <a:blip r:embed="rId3"/>
                        <a:stretch>
                          <a:fillRect/>
                        </a:stretch>
                      </p166:blipFill>
                      <p166:spPr xmlns:p166="http://schemas.microsoft.com/office/powerpoint/2016/6/main">
                        <a:xfrm>
                          <a:off x="3580550" y="340011"/>
                          <a:ext cx="3069042" cy="1726336"/>
                        </a:xfrm>
                        <a:prstGeom prst="rect">
                          <a:avLst/>
                        </a:prstGeom>
                        <a:ln w="3175">
                          <a:solidFill>
                            <a:prstClr val="ltGray"/>
                          </a:solidFill>
                        </a:ln>
                      </p166:spPr>
                    </psuz:zmPr>
                  </psuz:summaryZmObj>
                  <psuz:summaryZmObj sectionId="{309565F9-1C63-4EC4-8DEC-7931FC61CF56}">
                    <psuz:zmPr id="{5DBF906E-436E-4A29-B19B-BAE307D4C818}" transitionDur="1000">
                      <p166:blipFill xmlns:p166="http://schemas.microsoft.com/office/powerpoint/2016/6/main">
                        <a:blip r:embed="rId4"/>
                        <a:stretch>
                          <a:fillRect/>
                        </a:stretch>
                      </p166:blipFill>
                      <p166:spPr xmlns:p166="http://schemas.microsoft.com/office/powerpoint/2016/6/main">
                        <a:xfrm>
                          <a:off x="6764681" y="340011"/>
                          <a:ext cx="3069042" cy="1726336"/>
                        </a:xfrm>
                        <a:prstGeom prst="rect">
                          <a:avLst/>
                        </a:prstGeom>
                        <a:ln w="3175">
                          <a:solidFill>
                            <a:prstClr val="ltGray"/>
                          </a:solidFill>
                        </a:ln>
                      </p166:spPr>
                    </psuz:zmPr>
                  </psuz:summaryZmObj>
                  <psuz:summaryZmObj sectionId="{17A07E54-9356-4A61-ABCA-B165877342C1}">
                    <psuz:zmPr id="{56E0C97F-39B9-42A0-9A5C-6B3FFB1DEF13}" transitionDur="1000">
                      <p166:blipFill xmlns:p166="http://schemas.microsoft.com/office/powerpoint/2016/6/main">
                        <a:blip r:embed="rId5"/>
                        <a:stretch>
                          <a:fillRect/>
                        </a:stretch>
                      </p166:blipFill>
                      <p166:spPr xmlns:p166="http://schemas.microsoft.com/office/powerpoint/2016/6/main">
                        <a:xfrm>
                          <a:off x="396419" y="2181436"/>
                          <a:ext cx="3069042" cy="1726336"/>
                        </a:xfrm>
                        <a:prstGeom prst="rect">
                          <a:avLst/>
                        </a:prstGeom>
                        <a:ln w="3175">
                          <a:solidFill>
                            <a:prstClr val="ltGray"/>
                          </a:solidFill>
                        </a:ln>
                      </p166:spPr>
                    </psuz:zmPr>
                  </psuz:summaryZmObj>
                  <psuz:summaryZmObj sectionId="{5BF902D7-CCB1-4568-B760-311D9A613918}">
                    <psuz:zmPr id="{AFE040B7-457D-45C1-9E69-2A2C87A14A71}" transitionDur="1000">
                      <p166:blipFill xmlns:p166="http://schemas.microsoft.com/office/powerpoint/2016/6/main">
                        <a:blip r:embed="rId6"/>
                        <a:stretch>
                          <a:fillRect/>
                        </a:stretch>
                      </p166:blipFill>
                      <p166:spPr xmlns:p166="http://schemas.microsoft.com/office/powerpoint/2016/6/main">
                        <a:xfrm>
                          <a:off x="3580550" y="2181436"/>
                          <a:ext cx="3069042" cy="1726336"/>
                        </a:xfrm>
                        <a:prstGeom prst="rect">
                          <a:avLst/>
                        </a:prstGeom>
                        <a:ln w="3175">
                          <a:solidFill>
                            <a:prstClr val="ltGray"/>
                          </a:solidFill>
                        </a:ln>
                      </p166:spPr>
                    </psuz:zmPr>
                  </psuz:summaryZmObj>
                  <psuz:summaryZmObj sectionId="{22EA34B6-CDF3-415A-8596-235906CD2421}">
                    <psuz:zmPr id="{7310FD7B-9D0B-4C98-BF5F-F87643B4EE8F}" transitionDur="1000">
                      <p166:blipFill xmlns:p166="http://schemas.microsoft.com/office/powerpoint/2016/6/main">
                        <a:blip r:embed="rId7"/>
                        <a:stretch>
                          <a:fillRect/>
                        </a:stretch>
                      </p166:blipFill>
                      <p166:spPr xmlns:p166="http://schemas.microsoft.com/office/powerpoint/2016/6/main">
                        <a:xfrm>
                          <a:off x="6764681" y="2181436"/>
                          <a:ext cx="3069042" cy="1726336"/>
                        </a:xfrm>
                        <a:prstGeom prst="rect">
                          <a:avLst/>
                        </a:prstGeom>
                        <a:ln w="3175">
                          <a:solidFill>
                            <a:prstClr val="ltGray"/>
                          </a:solidFill>
                        </a:ln>
                      </p166:spPr>
                    </psuz:zmPr>
                  </psuz:summaryZmObj>
                  <psuz:gridLayout/>
                </psuz:summaryZm>
              </a:graphicData>
            </a:graphic>
          </p:graphicFrame>
        </mc:Choice>
        <mc:Fallback>
          <p:grpSp>
            <p:nvGrpSpPr>
              <p:cNvPr id="8" name="Zoom de résumé 7">
                <a:extLst>
                  <a:ext uri="{FF2B5EF4-FFF2-40B4-BE49-F238E27FC236}">
                    <a16:creationId xmlns:a16="http://schemas.microsoft.com/office/drawing/2014/main" id="{7854A919-C68D-CFB2-689E-35AF76497C7A}"/>
                  </a:ext>
                </a:extLst>
              </p:cNvPr>
              <p:cNvGrpSpPr>
                <a:grpSpLocks noGrp="1" noUngrp="1" noRot="1" noChangeAspect="1" noMove="1" noResize="1"/>
              </p:cNvGrpSpPr>
              <p:nvPr/>
            </p:nvGrpSpPr>
            <p:grpSpPr>
              <a:xfrm>
                <a:off x="1333499" y="1828801"/>
                <a:ext cx="10230143" cy="4247784"/>
                <a:chOff x="1333499" y="1828801"/>
                <a:chExt cx="10230143" cy="4247784"/>
              </a:xfrm>
            </p:grpSpPr>
            <p:pic>
              <p:nvPicPr>
                <p:cNvPr id="3" name="Picture 3">
                  <a:hlinkClick r:id="rId8" action="ppaction://hlinksldjump"/>
                </p:cNvPr>
                <p:cNvPicPr>
                  <a:picLocks noSelect="1" noRot="1" noChangeAspect="1" noMove="1" noResize="1" noEditPoints="1" noAdjustHandles="1" noChangeArrowheads="1" noChangeShapeType="1"/>
                </p:cNvPicPr>
                <p:nvPr/>
              </p:nvPicPr>
              <p:blipFill>
                <a:blip r:embed="rId2"/>
                <a:stretch>
                  <a:fillRect/>
                </a:stretch>
              </p:blipFill>
              <p:spPr>
                <a:xfrm>
                  <a:off x="1729918" y="2168812"/>
                  <a:ext cx="3069042" cy="1726336"/>
                </a:xfrm>
                <a:prstGeom prst="rect">
                  <a:avLst/>
                </a:prstGeom>
                <a:ln w="3175">
                  <a:solidFill>
                    <a:prstClr val="ltGray"/>
                  </a:solidFill>
                </a:ln>
              </p:spPr>
            </p:pic>
            <p:pic>
              <p:nvPicPr>
                <p:cNvPr id="7" name="Picture 7">
                  <a:hlinkClick r:id="rId9" action="ppaction://hlinksldjump"/>
                </p:cNvPr>
                <p:cNvPicPr>
                  <a:picLocks noSelect="1" noRot="1" noChangeAspect="1" noMove="1" noResize="1" noEditPoints="1" noAdjustHandles="1" noChangeArrowheads="1" noChangeShapeType="1"/>
                </p:cNvPicPr>
                <p:nvPr/>
              </p:nvPicPr>
              <p:blipFill>
                <a:blip r:embed="rId3"/>
                <a:stretch>
                  <a:fillRect/>
                </a:stretch>
              </p:blipFill>
              <p:spPr>
                <a:xfrm>
                  <a:off x="4914049" y="2168812"/>
                  <a:ext cx="3069042" cy="1726336"/>
                </a:xfrm>
                <a:prstGeom prst="rect">
                  <a:avLst/>
                </a:prstGeom>
                <a:ln w="3175">
                  <a:solidFill>
                    <a:prstClr val="ltGray"/>
                  </a:solidFill>
                </a:ln>
              </p:spPr>
            </p:pic>
            <p:pic>
              <p:nvPicPr>
                <p:cNvPr id="9" name="Picture 9">
                  <a:hlinkClick r:id="rId10" action="ppaction://hlinksldjump"/>
                </p:cNvPr>
                <p:cNvPicPr>
                  <a:picLocks noSelect="1" noRot="1" noChangeAspect="1" noMove="1" noResize="1" noEditPoints="1" noAdjustHandles="1" noChangeArrowheads="1" noChangeShapeType="1"/>
                </p:cNvPicPr>
                <p:nvPr/>
              </p:nvPicPr>
              <p:blipFill>
                <a:blip r:embed="rId4"/>
                <a:stretch>
                  <a:fillRect/>
                </a:stretch>
              </p:blipFill>
              <p:spPr>
                <a:xfrm>
                  <a:off x="8098180" y="2168812"/>
                  <a:ext cx="3069042" cy="1726336"/>
                </a:xfrm>
                <a:prstGeom prst="rect">
                  <a:avLst/>
                </a:prstGeom>
                <a:ln w="3175">
                  <a:solidFill>
                    <a:prstClr val="ltGray"/>
                  </a:solidFill>
                </a:ln>
              </p:spPr>
            </p:pic>
            <p:pic>
              <p:nvPicPr>
                <p:cNvPr id="10" name="Picture 10">
                  <a:hlinkClick r:id="rId11" action="ppaction://hlinksldjump"/>
                </p:cNvPr>
                <p:cNvPicPr>
                  <a:picLocks noSelect="1" noRot="1" noChangeAspect="1" noMove="1" noResize="1" noEditPoints="1" noAdjustHandles="1" noChangeArrowheads="1" noChangeShapeType="1"/>
                </p:cNvPicPr>
                <p:nvPr/>
              </p:nvPicPr>
              <p:blipFill>
                <a:blip r:embed="rId5"/>
                <a:stretch>
                  <a:fillRect/>
                </a:stretch>
              </p:blipFill>
              <p:spPr>
                <a:xfrm>
                  <a:off x="1729918" y="4010237"/>
                  <a:ext cx="3069042" cy="1726336"/>
                </a:xfrm>
                <a:prstGeom prst="rect">
                  <a:avLst/>
                </a:prstGeom>
                <a:ln w="3175">
                  <a:solidFill>
                    <a:prstClr val="ltGray"/>
                  </a:solidFill>
                </a:ln>
              </p:spPr>
            </p:pic>
            <p:pic>
              <p:nvPicPr>
                <p:cNvPr id="11" name="Picture 11">
                  <a:hlinkClick r:id="rId12" action="ppaction://hlinksldjump"/>
                </p:cNvPr>
                <p:cNvPicPr>
                  <a:picLocks noSelect="1" noRot="1" noChangeAspect="1" noMove="1" noResize="1" noEditPoints="1" noAdjustHandles="1" noChangeArrowheads="1" noChangeShapeType="1"/>
                </p:cNvPicPr>
                <p:nvPr/>
              </p:nvPicPr>
              <p:blipFill>
                <a:blip r:embed="rId6"/>
                <a:stretch>
                  <a:fillRect/>
                </a:stretch>
              </p:blipFill>
              <p:spPr>
                <a:xfrm>
                  <a:off x="4914049" y="4010237"/>
                  <a:ext cx="3069042" cy="1726336"/>
                </a:xfrm>
                <a:prstGeom prst="rect">
                  <a:avLst/>
                </a:prstGeom>
                <a:ln w="3175">
                  <a:solidFill>
                    <a:prstClr val="ltGray"/>
                  </a:solidFill>
                </a:ln>
              </p:spPr>
            </p:pic>
            <p:pic>
              <p:nvPicPr>
                <p:cNvPr id="12" name="Picture 12">
                  <a:hlinkClick r:id="rId13" action="ppaction://hlinksldjump"/>
                </p:cNvPr>
                <p:cNvPicPr>
                  <a:picLocks noSelect="1" noRot="1" noChangeAspect="1" noMove="1" noResize="1" noEditPoints="1" noAdjustHandles="1" noChangeArrowheads="1" noChangeShapeType="1"/>
                </p:cNvPicPr>
                <p:nvPr/>
              </p:nvPicPr>
              <p:blipFill>
                <a:blip r:embed="rId7"/>
                <a:stretch>
                  <a:fillRect/>
                </a:stretch>
              </p:blipFill>
              <p:spPr>
                <a:xfrm>
                  <a:off x="8098180" y="4010237"/>
                  <a:ext cx="3069042" cy="1726336"/>
                </a:xfrm>
                <a:prstGeom prst="rect">
                  <a:avLst/>
                </a:prstGeom>
                <a:ln w="3175">
                  <a:solidFill>
                    <a:prstClr val="ltGray"/>
                  </a:solidFill>
                </a:ln>
              </p:spPr>
            </p:pic>
          </p:grpSp>
        </mc:Fallback>
      </mc:AlternateContent>
    </p:spTree>
    <p:extLst>
      <p:ext uri="{BB962C8B-B14F-4D97-AF65-F5344CB8AC3E}">
        <p14:creationId xmlns:p14="http://schemas.microsoft.com/office/powerpoint/2010/main" val="215264988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BEEF4158-55E9-A64D-F583-25FECE48BE44}"/>
              </a:ext>
            </a:extLst>
          </p:cNvPr>
          <p:cNvSpPr>
            <a:spLocks noGrp="1"/>
          </p:cNvSpPr>
          <p:nvPr>
            <p:ph type="ctrTitle"/>
          </p:nvPr>
        </p:nvSpPr>
        <p:spPr/>
        <p:txBody>
          <a:bodyPr/>
          <a:lstStyle/>
          <a:p>
            <a:r>
              <a:rPr lang="fr-CA" dirty="0"/>
              <a:t>Types de licences</a:t>
            </a:r>
          </a:p>
        </p:txBody>
      </p:sp>
    </p:spTree>
    <p:extLst>
      <p:ext uri="{BB962C8B-B14F-4D97-AF65-F5344CB8AC3E}">
        <p14:creationId xmlns:p14="http://schemas.microsoft.com/office/powerpoint/2010/main" val="221359324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10B54953-AF9D-CB62-590E-44D29325E700}"/>
              </a:ext>
            </a:extLst>
          </p:cNvPr>
          <p:cNvSpPr>
            <a:spLocks noGrp="1"/>
          </p:cNvSpPr>
          <p:nvPr>
            <p:ph type="title"/>
          </p:nvPr>
        </p:nvSpPr>
        <p:spPr/>
        <p:txBody>
          <a:bodyPr>
            <a:normAutofit/>
          </a:bodyPr>
          <a:lstStyle/>
          <a:p>
            <a:r>
              <a:rPr lang="fr-CA" dirty="0"/>
              <a:t>Licences Propriétaires</a:t>
            </a:r>
          </a:p>
        </p:txBody>
      </p:sp>
      <p:sp>
        <p:nvSpPr>
          <p:cNvPr id="24" name="Espace réservé du texte 23">
            <a:extLst>
              <a:ext uri="{FF2B5EF4-FFF2-40B4-BE49-F238E27FC236}">
                <a16:creationId xmlns:a16="http://schemas.microsoft.com/office/drawing/2014/main" id="{E343F8C6-E208-1ACD-DD83-2132FCA63D3E}"/>
              </a:ext>
            </a:extLst>
          </p:cNvPr>
          <p:cNvSpPr>
            <a:spLocks noGrp="1"/>
          </p:cNvSpPr>
          <p:nvPr>
            <p:ph type="body" sz="quarter" idx="13"/>
          </p:nvPr>
        </p:nvSpPr>
        <p:spPr/>
        <p:txBody>
          <a:bodyPr>
            <a:normAutofit/>
          </a:bodyPr>
          <a:lstStyle/>
          <a:p>
            <a:pPr marL="0" indent="0">
              <a:buNone/>
            </a:pPr>
            <a:r>
              <a:rPr lang="fr-CA" dirty="0"/>
              <a:t>DÉFINITION</a:t>
            </a:r>
          </a:p>
        </p:txBody>
      </p:sp>
      <p:sp>
        <p:nvSpPr>
          <p:cNvPr id="25" name="Espace réservé du texte 24">
            <a:extLst>
              <a:ext uri="{FF2B5EF4-FFF2-40B4-BE49-F238E27FC236}">
                <a16:creationId xmlns:a16="http://schemas.microsoft.com/office/drawing/2014/main" id="{A2DDD4CD-BAF6-7056-31A9-94E67271FB98}"/>
              </a:ext>
            </a:extLst>
          </p:cNvPr>
          <p:cNvSpPr>
            <a:spLocks noGrp="1"/>
          </p:cNvSpPr>
          <p:nvPr>
            <p:ph type="body" sz="quarter" idx="15"/>
          </p:nvPr>
        </p:nvSpPr>
        <p:spPr/>
        <p:txBody>
          <a:bodyPr>
            <a:noAutofit/>
          </a:bodyPr>
          <a:lstStyle/>
          <a:p>
            <a:pPr marL="285750" indent="-285750">
              <a:buFont typeface="Arial" panose="020B0604020202020204" pitchFamily="34" charset="0"/>
              <a:buChar char="•"/>
            </a:pPr>
            <a:r>
              <a:rPr lang="fr-CA" dirty="0"/>
              <a:t>Licences limitant les droits d’utilisation</a:t>
            </a:r>
          </a:p>
          <a:p>
            <a:pPr marL="285750" indent="-285750">
              <a:buFont typeface="Arial" panose="020B0604020202020204" pitchFamily="34" charset="0"/>
              <a:buChar char="•"/>
            </a:pPr>
            <a:r>
              <a:rPr lang="fr-CA" dirty="0"/>
              <a:t>Le code source est inaccessible.</a:t>
            </a:r>
          </a:p>
        </p:txBody>
      </p:sp>
      <p:sp>
        <p:nvSpPr>
          <p:cNvPr id="38" name="Espace réservé du texte 37">
            <a:extLst>
              <a:ext uri="{FF2B5EF4-FFF2-40B4-BE49-F238E27FC236}">
                <a16:creationId xmlns:a16="http://schemas.microsoft.com/office/drawing/2014/main" id="{305E83DC-0FD6-7BDF-48D1-C56F942A3FC5}"/>
              </a:ext>
            </a:extLst>
          </p:cNvPr>
          <p:cNvSpPr>
            <a:spLocks noGrp="1"/>
          </p:cNvSpPr>
          <p:nvPr>
            <p:ph type="body" sz="quarter" idx="23"/>
          </p:nvPr>
        </p:nvSpPr>
        <p:spPr/>
        <p:txBody>
          <a:bodyPr/>
          <a:lstStyle/>
          <a:p>
            <a:r>
              <a:rPr lang="fr-CA" dirty="0"/>
              <a:t>EXEMPLES</a:t>
            </a:r>
          </a:p>
        </p:txBody>
      </p:sp>
      <p:sp>
        <p:nvSpPr>
          <p:cNvPr id="44" name="Espace réservé du texte 43">
            <a:extLst>
              <a:ext uri="{FF2B5EF4-FFF2-40B4-BE49-F238E27FC236}">
                <a16:creationId xmlns:a16="http://schemas.microsoft.com/office/drawing/2014/main" id="{C597542B-BC84-BCBD-1347-9C89D895392C}"/>
              </a:ext>
            </a:extLst>
          </p:cNvPr>
          <p:cNvSpPr>
            <a:spLocks noGrp="1"/>
          </p:cNvSpPr>
          <p:nvPr>
            <p:ph type="body" sz="quarter" idx="24"/>
          </p:nvPr>
        </p:nvSpPr>
        <p:spPr/>
        <p:txBody>
          <a:bodyPr/>
          <a:lstStyle/>
          <a:p>
            <a:pPr marL="285750" indent="-285750">
              <a:buFont typeface="Arial" panose="020B0604020202020204" pitchFamily="34" charset="0"/>
              <a:buChar char="•"/>
            </a:pPr>
            <a:r>
              <a:rPr lang="fr-CA" dirty="0"/>
              <a:t>Windows, Photoshop, Oracle </a:t>
            </a:r>
            <a:r>
              <a:rPr lang="fr-CA" dirty="0" err="1"/>
              <a:t>Database</a:t>
            </a:r>
            <a:endParaRPr lang="fr-CA" dirty="0"/>
          </a:p>
        </p:txBody>
      </p:sp>
      <p:sp>
        <p:nvSpPr>
          <p:cNvPr id="45" name="Espace réservé du texte 44">
            <a:extLst>
              <a:ext uri="{FF2B5EF4-FFF2-40B4-BE49-F238E27FC236}">
                <a16:creationId xmlns:a16="http://schemas.microsoft.com/office/drawing/2014/main" id="{20E2FB26-F330-AC57-75E9-98142E69E6B2}"/>
              </a:ext>
            </a:extLst>
          </p:cNvPr>
          <p:cNvSpPr>
            <a:spLocks noGrp="1"/>
          </p:cNvSpPr>
          <p:nvPr>
            <p:ph type="body" sz="quarter" idx="25"/>
          </p:nvPr>
        </p:nvSpPr>
        <p:spPr/>
        <p:txBody>
          <a:bodyPr/>
          <a:lstStyle/>
          <a:p>
            <a:r>
              <a:rPr lang="fr-CA" dirty="0"/>
              <a:t>Avantages et inconvénients</a:t>
            </a:r>
          </a:p>
        </p:txBody>
      </p:sp>
      <p:sp>
        <p:nvSpPr>
          <p:cNvPr id="46" name="Espace réservé du texte 45">
            <a:extLst>
              <a:ext uri="{FF2B5EF4-FFF2-40B4-BE49-F238E27FC236}">
                <a16:creationId xmlns:a16="http://schemas.microsoft.com/office/drawing/2014/main" id="{C54471CE-C82A-257E-FCFB-2B3F4510F241}"/>
              </a:ext>
            </a:extLst>
          </p:cNvPr>
          <p:cNvSpPr>
            <a:spLocks noGrp="1"/>
          </p:cNvSpPr>
          <p:nvPr>
            <p:ph type="body" sz="quarter" idx="26"/>
          </p:nvPr>
        </p:nvSpPr>
        <p:spPr/>
        <p:txBody>
          <a:bodyPr>
            <a:noAutofit/>
          </a:bodyPr>
          <a:lstStyle/>
          <a:p>
            <a:pPr marL="285750" indent="-285750">
              <a:buFont typeface="Arial" panose="020B0604020202020204" pitchFamily="34" charset="0"/>
              <a:buChar char="•"/>
            </a:pPr>
            <a:r>
              <a:rPr lang="fr-CA" dirty="0"/>
              <a:t>Avantage : Contrôle, support, monétisation</a:t>
            </a:r>
          </a:p>
          <a:p>
            <a:pPr marL="285750" indent="-285750">
              <a:buFont typeface="Arial" panose="020B0604020202020204" pitchFamily="34" charset="0"/>
              <a:buChar char="•"/>
            </a:pPr>
            <a:r>
              <a:rPr lang="fr-CA" dirty="0"/>
              <a:t>Inconvénients : Coût, manque de flexibilité, dépendance</a:t>
            </a:r>
          </a:p>
        </p:txBody>
      </p:sp>
      <p:sp>
        <p:nvSpPr>
          <p:cNvPr id="11" name="Espace réservé de la date 10">
            <a:extLst>
              <a:ext uri="{FF2B5EF4-FFF2-40B4-BE49-F238E27FC236}">
                <a16:creationId xmlns:a16="http://schemas.microsoft.com/office/drawing/2014/main" id="{C1D9598E-0C3D-1C1C-25A9-A478B6264365}"/>
              </a:ext>
            </a:extLst>
          </p:cNvPr>
          <p:cNvSpPr>
            <a:spLocks noGrp="1"/>
          </p:cNvSpPr>
          <p:nvPr>
            <p:ph type="dt" sz="half" idx="20"/>
          </p:nvPr>
        </p:nvSpPr>
        <p:spPr/>
        <p:txBody>
          <a:bodyPr/>
          <a:lstStyle/>
          <a:p>
            <a:pPr rtl="0"/>
            <a:r>
              <a:rPr lang="fr-FR" noProof="0"/>
              <a:t>2023</a:t>
            </a:r>
            <a:endParaRPr lang="fr-CA" noProof="0"/>
          </a:p>
        </p:txBody>
      </p:sp>
      <p:sp>
        <p:nvSpPr>
          <p:cNvPr id="12" name="Espace réservé du pied de page 11">
            <a:extLst>
              <a:ext uri="{FF2B5EF4-FFF2-40B4-BE49-F238E27FC236}">
                <a16:creationId xmlns:a16="http://schemas.microsoft.com/office/drawing/2014/main" id="{260B505D-CD9F-F09D-10AF-F570F4070C6C}"/>
              </a:ext>
            </a:extLst>
          </p:cNvPr>
          <p:cNvSpPr>
            <a:spLocks noGrp="1"/>
          </p:cNvSpPr>
          <p:nvPr>
            <p:ph type="ftr" sz="quarter" idx="21"/>
          </p:nvPr>
        </p:nvSpPr>
        <p:spPr/>
        <p:txBody>
          <a:bodyPr/>
          <a:lstStyle/>
          <a:p>
            <a:pPr rtl="0"/>
            <a:r>
              <a:rPr lang="fr-CA" noProof="0"/>
              <a:t>420-06A-FX</a:t>
            </a:r>
            <a:endParaRPr lang="fr-CA" noProof="0" dirty="0"/>
          </a:p>
        </p:txBody>
      </p:sp>
      <p:sp>
        <p:nvSpPr>
          <p:cNvPr id="13" name="Espace réservé du numéro de diapositive 12">
            <a:extLst>
              <a:ext uri="{FF2B5EF4-FFF2-40B4-BE49-F238E27FC236}">
                <a16:creationId xmlns:a16="http://schemas.microsoft.com/office/drawing/2014/main" id="{A0CFC21D-DF79-A80D-18EC-C35FB1A6C029}"/>
              </a:ext>
            </a:extLst>
          </p:cNvPr>
          <p:cNvSpPr>
            <a:spLocks noGrp="1"/>
          </p:cNvSpPr>
          <p:nvPr>
            <p:ph type="sldNum" sz="quarter" idx="22"/>
          </p:nvPr>
        </p:nvSpPr>
        <p:spPr/>
        <p:txBody>
          <a:bodyPr/>
          <a:lstStyle/>
          <a:p>
            <a:pPr rtl="0"/>
            <a:fld id="{B5CEABB6-07DC-46E8-9B57-56EC44A396E5}" type="slidenum">
              <a:rPr lang="fr-CA" noProof="0" smtClean="0"/>
              <a:pPr rtl="0"/>
              <a:t>4</a:t>
            </a:fld>
            <a:endParaRPr lang="fr-CA" noProof="0"/>
          </a:p>
        </p:txBody>
      </p:sp>
    </p:spTree>
    <p:extLst>
      <p:ext uri="{BB962C8B-B14F-4D97-AF65-F5344CB8AC3E}">
        <p14:creationId xmlns:p14="http://schemas.microsoft.com/office/powerpoint/2010/main" val="175896331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8F7D80FC-4676-730E-7B2A-4AD0F0332CFF}"/>
              </a:ext>
            </a:extLst>
          </p:cNvPr>
          <p:cNvSpPr>
            <a:spLocks noGrp="1"/>
          </p:cNvSpPr>
          <p:nvPr>
            <p:ph type="title"/>
          </p:nvPr>
        </p:nvSpPr>
        <p:spPr/>
        <p:txBody>
          <a:bodyPr/>
          <a:lstStyle/>
          <a:p>
            <a:r>
              <a:rPr lang="fr-CA" dirty="0"/>
              <a:t>Licences libres et open-source</a:t>
            </a:r>
          </a:p>
        </p:txBody>
      </p:sp>
      <p:sp>
        <p:nvSpPr>
          <p:cNvPr id="12" name="Espace réservé du texte 11">
            <a:extLst>
              <a:ext uri="{FF2B5EF4-FFF2-40B4-BE49-F238E27FC236}">
                <a16:creationId xmlns:a16="http://schemas.microsoft.com/office/drawing/2014/main" id="{B4ED3A46-D701-AC47-5C00-138FCB72F3D0}"/>
              </a:ext>
            </a:extLst>
          </p:cNvPr>
          <p:cNvSpPr>
            <a:spLocks noGrp="1"/>
          </p:cNvSpPr>
          <p:nvPr>
            <p:ph type="body" sz="quarter" idx="13"/>
          </p:nvPr>
        </p:nvSpPr>
        <p:spPr>
          <a:xfrm>
            <a:off x="5922254" y="1549297"/>
            <a:ext cx="5433204" cy="365125"/>
          </a:xfrm>
        </p:spPr>
        <p:txBody>
          <a:bodyPr/>
          <a:lstStyle/>
          <a:p>
            <a:pPr marL="0" indent="0">
              <a:buNone/>
            </a:pPr>
            <a:r>
              <a:rPr lang="fr-CA" dirty="0"/>
              <a:t>Philosophie</a:t>
            </a:r>
          </a:p>
        </p:txBody>
      </p:sp>
      <p:sp>
        <p:nvSpPr>
          <p:cNvPr id="13" name="Espace réservé du texte 12">
            <a:extLst>
              <a:ext uri="{FF2B5EF4-FFF2-40B4-BE49-F238E27FC236}">
                <a16:creationId xmlns:a16="http://schemas.microsoft.com/office/drawing/2014/main" id="{7C6FF391-98C9-1775-7ED0-9175915CBE39}"/>
              </a:ext>
            </a:extLst>
          </p:cNvPr>
          <p:cNvSpPr>
            <a:spLocks noGrp="1"/>
          </p:cNvSpPr>
          <p:nvPr>
            <p:ph type="body" sz="quarter" idx="15"/>
          </p:nvPr>
        </p:nvSpPr>
        <p:spPr>
          <a:xfrm>
            <a:off x="5921828" y="1878722"/>
            <a:ext cx="5431971" cy="557950"/>
          </a:xfrm>
        </p:spPr>
        <p:txBody>
          <a:bodyPr>
            <a:noAutofit/>
          </a:bodyPr>
          <a:lstStyle/>
          <a:p>
            <a:pPr marL="285750" indent="-285750">
              <a:buFont typeface="Arial" panose="020B0604020202020204" pitchFamily="34" charset="0"/>
              <a:buChar char="•"/>
            </a:pPr>
            <a:r>
              <a:rPr lang="fr-CA" sz="1400" dirty="0"/>
              <a:t>On vise le partage du code source</a:t>
            </a:r>
          </a:p>
          <a:p>
            <a:pPr marL="285750" indent="-285750">
              <a:buFont typeface="Arial" panose="020B0604020202020204" pitchFamily="34" charset="0"/>
              <a:buChar char="•"/>
            </a:pPr>
            <a:r>
              <a:rPr lang="fr-CA" sz="1400" dirty="0"/>
              <a:t>La collaboration et l’amélioration commune est encouragée</a:t>
            </a:r>
          </a:p>
          <a:p>
            <a:pPr marL="285750" indent="-285750">
              <a:buFont typeface="Arial" panose="020B0604020202020204" pitchFamily="34" charset="0"/>
              <a:buChar char="•"/>
            </a:pPr>
            <a:r>
              <a:rPr lang="fr-CA" sz="1400" dirty="0"/>
              <a:t>L’innovation et la liberté d’utilisation est privilégié</a:t>
            </a:r>
          </a:p>
        </p:txBody>
      </p:sp>
      <p:sp>
        <p:nvSpPr>
          <p:cNvPr id="14" name="Espace réservé du texte 13">
            <a:extLst>
              <a:ext uri="{FF2B5EF4-FFF2-40B4-BE49-F238E27FC236}">
                <a16:creationId xmlns:a16="http://schemas.microsoft.com/office/drawing/2014/main" id="{59A9ED5B-1826-5161-52BF-57362396E38D}"/>
              </a:ext>
            </a:extLst>
          </p:cNvPr>
          <p:cNvSpPr>
            <a:spLocks noGrp="1"/>
          </p:cNvSpPr>
          <p:nvPr>
            <p:ph type="body" sz="quarter" idx="23"/>
          </p:nvPr>
        </p:nvSpPr>
        <p:spPr>
          <a:xfrm>
            <a:off x="5920595" y="2856963"/>
            <a:ext cx="5433204" cy="365125"/>
          </a:xfrm>
        </p:spPr>
        <p:txBody>
          <a:bodyPr>
            <a:normAutofit fontScale="92500"/>
          </a:bodyPr>
          <a:lstStyle/>
          <a:p>
            <a:r>
              <a:rPr lang="fr-CA" dirty="0"/>
              <a:t>Différence entre libre et open-source</a:t>
            </a:r>
          </a:p>
        </p:txBody>
      </p:sp>
      <p:sp>
        <p:nvSpPr>
          <p:cNvPr id="15" name="Espace réservé du texte 14">
            <a:extLst>
              <a:ext uri="{FF2B5EF4-FFF2-40B4-BE49-F238E27FC236}">
                <a16:creationId xmlns:a16="http://schemas.microsoft.com/office/drawing/2014/main" id="{1084674A-C85B-CC78-46AA-68BABD87D205}"/>
              </a:ext>
            </a:extLst>
          </p:cNvPr>
          <p:cNvSpPr>
            <a:spLocks noGrp="1"/>
          </p:cNvSpPr>
          <p:nvPr>
            <p:ph type="body" sz="quarter" idx="24"/>
          </p:nvPr>
        </p:nvSpPr>
        <p:spPr/>
        <p:txBody>
          <a:bodyPr>
            <a:noAutofit/>
          </a:bodyPr>
          <a:lstStyle/>
          <a:p>
            <a:pPr marL="285750" indent="-285750">
              <a:buFont typeface="Arial" panose="020B0604020202020204" pitchFamily="34" charset="0"/>
              <a:buChar char="•"/>
            </a:pPr>
            <a:r>
              <a:rPr lang="fr-CA" sz="1400" dirty="0"/>
              <a:t>Logiciel libre : accent sur les libertés</a:t>
            </a:r>
          </a:p>
          <a:p>
            <a:pPr marL="285750" indent="-285750">
              <a:buFont typeface="Arial" panose="020B0604020202020204" pitchFamily="34" charset="0"/>
              <a:buChar char="•"/>
            </a:pPr>
            <a:r>
              <a:rPr lang="fr-CA" sz="1400" dirty="0"/>
              <a:t>Open-source : accent sur la collaboration</a:t>
            </a:r>
          </a:p>
          <a:p>
            <a:pPr marL="285750" indent="-285750">
              <a:buFont typeface="Arial" panose="020B0604020202020204" pitchFamily="34" charset="0"/>
              <a:buChar char="•"/>
            </a:pPr>
            <a:r>
              <a:rPr lang="fr-CA" sz="1400" dirty="0"/>
              <a:t>Souvent utilisé de manière interchangeable</a:t>
            </a:r>
          </a:p>
        </p:txBody>
      </p:sp>
      <p:sp>
        <p:nvSpPr>
          <p:cNvPr id="16" name="Espace réservé du texte 15">
            <a:extLst>
              <a:ext uri="{FF2B5EF4-FFF2-40B4-BE49-F238E27FC236}">
                <a16:creationId xmlns:a16="http://schemas.microsoft.com/office/drawing/2014/main" id="{9F0F5C20-73E8-C540-3823-9B55110240EE}"/>
              </a:ext>
            </a:extLst>
          </p:cNvPr>
          <p:cNvSpPr>
            <a:spLocks noGrp="1"/>
          </p:cNvSpPr>
          <p:nvPr>
            <p:ph type="body" sz="quarter" idx="25"/>
          </p:nvPr>
        </p:nvSpPr>
        <p:spPr/>
        <p:txBody>
          <a:bodyPr/>
          <a:lstStyle/>
          <a:p>
            <a:r>
              <a:rPr lang="fr-CA" dirty="0"/>
              <a:t>Avantages et inconvénients</a:t>
            </a:r>
          </a:p>
        </p:txBody>
      </p:sp>
      <p:sp>
        <p:nvSpPr>
          <p:cNvPr id="17" name="Espace réservé du texte 16">
            <a:extLst>
              <a:ext uri="{FF2B5EF4-FFF2-40B4-BE49-F238E27FC236}">
                <a16:creationId xmlns:a16="http://schemas.microsoft.com/office/drawing/2014/main" id="{895749FC-9661-F4C6-A599-689F3A114B72}"/>
              </a:ext>
            </a:extLst>
          </p:cNvPr>
          <p:cNvSpPr>
            <a:spLocks noGrp="1"/>
          </p:cNvSpPr>
          <p:nvPr>
            <p:ph type="body" sz="quarter" idx="26"/>
          </p:nvPr>
        </p:nvSpPr>
        <p:spPr/>
        <p:txBody>
          <a:bodyPr>
            <a:noAutofit/>
          </a:bodyPr>
          <a:lstStyle/>
          <a:p>
            <a:pPr marL="285750" indent="-285750">
              <a:buFont typeface="Arial" panose="020B0604020202020204" pitchFamily="34" charset="0"/>
              <a:buChar char="•"/>
            </a:pPr>
            <a:r>
              <a:rPr lang="fr-CA" dirty="0"/>
              <a:t>Avantages : Accessible, personnalisable, collaboratif, coût réduit</a:t>
            </a:r>
          </a:p>
          <a:p>
            <a:pPr marL="285750" indent="-285750">
              <a:buFont typeface="Arial" panose="020B0604020202020204" pitchFamily="34" charset="0"/>
              <a:buChar char="•"/>
            </a:pPr>
            <a:r>
              <a:rPr lang="fr-CA" dirty="0"/>
              <a:t>Inconvénients : Moins de contrôle, manque de support technique</a:t>
            </a:r>
          </a:p>
        </p:txBody>
      </p:sp>
      <p:sp>
        <p:nvSpPr>
          <p:cNvPr id="9" name="Espace réservé de la date 8">
            <a:extLst>
              <a:ext uri="{FF2B5EF4-FFF2-40B4-BE49-F238E27FC236}">
                <a16:creationId xmlns:a16="http://schemas.microsoft.com/office/drawing/2014/main" id="{76202F91-C650-1142-2A87-0FA5D4EABED6}"/>
              </a:ext>
            </a:extLst>
          </p:cNvPr>
          <p:cNvSpPr>
            <a:spLocks noGrp="1"/>
          </p:cNvSpPr>
          <p:nvPr>
            <p:ph type="dt" sz="half" idx="20"/>
          </p:nvPr>
        </p:nvSpPr>
        <p:spPr/>
        <p:txBody>
          <a:bodyPr/>
          <a:lstStyle/>
          <a:p>
            <a:r>
              <a:rPr lang="fr-FR"/>
              <a:t>2023</a:t>
            </a:r>
            <a:endParaRPr lang="fr-CA"/>
          </a:p>
        </p:txBody>
      </p:sp>
      <p:sp>
        <p:nvSpPr>
          <p:cNvPr id="10" name="Espace réservé du pied de page 9">
            <a:extLst>
              <a:ext uri="{FF2B5EF4-FFF2-40B4-BE49-F238E27FC236}">
                <a16:creationId xmlns:a16="http://schemas.microsoft.com/office/drawing/2014/main" id="{96660ACD-E033-D808-BF00-F09D519B96AB}"/>
              </a:ext>
            </a:extLst>
          </p:cNvPr>
          <p:cNvSpPr>
            <a:spLocks noGrp="1"/>
          </p:cNvSpPr>
          <p:nvPr>
            <p:ph type="ftr" sz="quarter" idx="21"/>
          </p:nvPr>
        </p:nvSpPr>
        <p:spPr/>
        <p:txBody>
          <a:bodyPr/>
          <a:lstStyle/>
          <a:p>
            <a:r>
              <a:rPr lang="fr-CA"/>
              <a:t>420-06A-FX</a:t>
            </a:r>
          </a:p>
        </p:txBody>
      </p:sp>
      <p:sp>
        <p:nvSpPr>
          <p:cNvPr id="11" name="Espace réservé du numéro de diapositive 10">
            <a:extLst>
              <a:ext uri="{FF2B5EF4-FFF2-40B4-BE49-F238E27FC236}">
                <a16:creationId xmlns:a16="http://schemas.microsoft.com/office/drawing/2014/main" id="{04A0E0B2-EB0D-15F1-01C2-4C7DC8946FCC}"/>
              </a:ext>
            </a:extLst>
          </p:cNvPr>
          <p:cNvSpPr>
            <a:spLocks noGrp="1"/>
          </p:cNvSpPr>
          <p:nvPr>
            <p:ph type="sldNum" sz="quarter" idx="22"/>
          </p:nvPr>
        </p:nvSpPr>
        <p:spPr/>
        <p:txBody>
          <a:bodyPr/>
          <a:lstStyle/>
          <a:p>
            <a:fld id="{B5CEABB6-07DC-46E8-9B57-56EC44A396E5}" type="slidenum">
              <a:rPr lang="fr-CA" smtClean="0"/>
              <a:pPr/>
              <a:t>5</a:t>
            </a:fld>
            <a:endParaRPr lang="fr-CA"/>
          </a:p>
        </p:txBody>
      </p:sp>
    </p:spTree>
    <p:extLst>
      <p:ext uri="{BB962C8B-B14F-4D97-AF65-F5344CB8AC3E}">
        <p14:creationId xmlns:p14="http://schemas.microsoft.com/office/powerpoint/2010/main" val="103183809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EFD1303D-F807-565A-F6D8-8B008122C8BD}"/>
              </a:ext>
            </a:extLst>
          </p:cNvPr>
          <p:cNvSpPr>
            <a:spLocks noGrp="1"/>
          </p:cNvSpPr>
          <p:nvPr>
            <p:ph type="ctrTitle"/>
          </p:nvPr>
        </p:nvSpPr>
        <p:spPr/>
        <p:txBody>
          <a:bodyPr/>
          <a:lstStyle/>
          <a:p>
            <a:r>
              <a:rPr lang="fr-CA" dirty="0"/>
              <a:t>Les principales licences open-source</a:t>
            </a:r>
          </a:p>
        </p:txBody>
      </p:sp>
    </p:spTree>
    <p:extLst>
      <p:ext uri="{BB962C8B-B14F-4D97-AF65-F5344CB8AC3E}">
        <p14:creationId xmlns:p14="http://schemas.microsoft.com/office/powerpoint/2010/main" val="269117573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5DC1AD5E-D9FB-5CA8-FF01-C466407BB44E}"/>
              </a:ext>
            </a:extLst>
          </p:cNvPr>
          <p:cNvSpPr>
            <a:spLocks noGrp="1"/>
          </p:cNvSpPr>
          <p:nvPr>
            <p:ph type="title"/>
          </p:nvPr>
        </p:nvSpPr>
        <p:spPr/>
        <p:txBody>
          <a:bodyPr/>
          <a:lstStyle/>
          <a:p>
            <a:r>
              <a:rPr lang="fr-CA" dirty="0">
                <a:hlinkClick r:id="rId2"/>
              </a:rPr>
              <a:t>GNU General Public License (GPL)</a:t>
            </a:r>
            <a:endParaRPr lang="fr-CA" dirty="0"/>
          </a:p>
        </p:txBody>
      </p:sp>
      <p:sp>
        <p:nvSpPr>
          <p:cNvPr id="3" name="Espace réservé du texte 2">
            <a:extLst>
              <a:ext uri="{FF2B5EF4-FFF2-40B4-BE49-F238E27FC236}">
                <a16:creationId xmlns:a16="http://schemas.microsoft.com/office/drawing/2014/main" id="{1C0BACD2-0E6A-DFD4-2289-3441A9CF345B}"/>
              </a:ext>
            </a:extLst>
          </p:cNvPr>
          <p:cNvSpPr>
            <a:spLocks noGrp="1"/>
          </p:cNvSpPr>
          <p:nvPr>
            <p:ph type="body" sz="quarter" idx="13"/>
          </p:nvPr>
        </p:nvSpPr>
        <p:spPr/>
        <p:txBody>
          <a:bodyPr/>
          <a:lstStyle/>
          <a:p>
            <a:pPr marL="0" indent="0">
              <a:buNone/>
            </a:pPr>
            <a:r>
              <a:rPr lang="fr-CA" dirty="0"/>
              <a:t>Copyleft</a:t>
            </a:r>
          </a:p>
        </p:txBody>
      </p:sp>
      <p:sp>
        <p:nvSpPr>
          <p:cNvPr id="4" name="Espace réservé du texte 3">
            <a:extLst>
              <a:ext uri="{FF2B5EF4-FFF2-40B4-BE49-F238E27FC236}">
                <a16:creationId xmlns:a16="http://schemas.microsoft.com/office/drawing/2014/main" id="{D94175DE-3E9B-1A96-9443-6A40153A1850}"/>
              </a:ext>
            </a:extLst>
          </p:cNvPr>
          <p:cNvSpPr>
            <a:spLocks noGrp="1"/>
          </p:cNvSpPr>
          <p:nvPr>
            <p:ph type="body" sz="quarter" idx="15"/>
          </p:nvPr>
        </p:nvSpPr>
        <p:spPr/>
        <p:txBody>
          <a:bodyPr/>
          <a:lstStyle/>
          <a:p>
            <a:pPr marL="285750" indent="-285750">
              <a:buFont typeface="Arial" panose="020B0604020202020204" pitchFamily="34" charset="0"/>
              <a:buChar char="•"/>
            </a:pPr>
            <a:r>
              <a:rPr lang="fr-CA" dirty="0"/>
              <a:t>Cette licence oblige le </a:t>
            </a:r>
            <a:r>
              <a:rPr lang="fr-CA" b="1" dirty="0">
                <a:hlinkClick r:id="rId3"/>
              </a:rPr>
              <a:t>Copyleft</a:t>
            </a:r>
            <a:r>
              <a:rPr lang="fr-CA" b="1" dirty="0"/>
              <a:t>. </a:t>
            </a:r>
          </a:p>
          <a:p>
            <a:pPr marL="285750" indent="-285750">
              <a:buFont typeface="Arial" panose="020B0604020202020204" pitchFamily="34" charset="0"/>
              <a:buChar char="•"/>
            </a:pPr>
            <a:r>
              <a:rPr lang="fr-CA" dirty="0"/>
              <a:t>Le copyleft est une méthode générale pour rendre </a:t>
            </a:r>
            <a:r>
              <a:rPr lang="fr-CA" dirty="0">
                <a:hlinkClick r:id="rId4"/>
              </a:rPr>
              <a:t>libre</a:t>
            </a:r>
            <a:r>
              <a:rPr lang="fr-CA" dirty="0"/>
              <a:t> un programme (ou toute autre œuvre) et obliger toutes les versions modifiées ou étendues de ce programme à être libres également. (</a:t>
            </a:r>
            <a:r>
              <a:rPr lang="fr-CA" dirty="0">
                <a:hlinkClick r:id="rId3"/>
              </a:rPr>
              <a:t>Source</a:t>
            </a:r>
            <a:r>
              <a:rPr lang="fr-CA" dirty="0"/>
              <a:t>)</a:t>
            </a:r>
          </a:p>
        </p:txBody>
      </p:sp>
      <p:sp>
        <p:nvSpPr>
          <p:cNvPr id="6" name="Espace réservé du texte 5">
            <a:extLst>
              <a:ext uri="{FF2B5EF4-FFF2-40B4-BE49-F238E27FC236}">
                <a16:creationId xmlns:a16="http://schemas.microsoft.com/office/drawing/2014/main" id="{8155B6E0-5D77-D616-164B-1C0786ED0C7C}"/>
              </a:ext>
            </a:extLst>
          </p:cNvPr>
          <p:cNvSpPr>
            <a:spLocks noGrp="1"/>
          </p:cNvSpPr>
          <p:nvPr>
            <p:ph type="body" sz="quarter" idx="23"/>
          </p:nvPr>
        </p:nvSpPr>
        <p:spPr>
          <a:xfrm>
            <a:off x="5918021" y="3508373"/>
            <a:ext cx="5433204" cy="365125"/>
          </a:xfrm>
        </p:spPr>
        <p:txBody>
          <a:bodyPr/>
          <a:lstStyle/>
          <a:p>
            <a:r>
              <a:rPr lang="fr-CA" dirty="0"/>
              <a:t>Particularité</a:t>
            </a:r>
          </a:p>
        </p:txBody>
      </p:sp>
      <p:sp>
        <p:nvSpPr>
          <p:cNvPr id="5" name="Espace réservé du texte 4">
            <a:extLst>
              <a:ext uri="{FF2B5EF4-FFF2-40B4-BE49-F238E27FC236}">
                <a16:creationId xmlns:a16="http://schemas.microsoft.com/office/drawing/2014/main" id="{502A709F-7A99-ED21-F6BF-4117679CE401}"/>
              </a:ext>
            </a:extLst>
          </p:cNvPr>
          <p:cNvSpPr>
            <a:spLocks noGrp="1"/>
          </p:cNvSpPr>
          <p:nvPr>
            <p:ph type="body" sz="quarter" idx="24"/>
          </p:nvPr>
        </p:nvSpPr>
        <p:spPr>
          <a:xfrm>
            <a:off x="5917595" y="3837798"/>
            <a:ext cx="5431971" cy="557950"/>
          </a:xfrm>
        </p:spPr>
        <p:txBody>
          <a:bodyPr/>
          <a:lstStyle/>
          <a:p>
            <a:pPr marL="285750" indent="-285750">
              <a:buFont typeface="Arial" panose="020B0604020202020204" pitchFamily="34" charset="0"/>
              <a:buChar char="•"/>
            </a:pPr>
            <a:r>
              <a:rPr lang="fr-CA" dirty="0"/>
              <a:t>Redistribution sous GPL obligatoire</a:t>
            </a:r>
          </a:p>
        </p:txBody>
      </p:sp>
      <p:sp>
        <p:nvSpPr>
          <p:cNvPr id="7" name="Espace réservé du texte 6">
            <a:extLst>
              <a:ext uri="{FF2B5EF4-FFF2-40B4-BE49-F238E27FC236}">
                <a16:creationId xmlns:a16="http://schemas.microsoft.com/office/drawing/2014/main" id="{C7E8F200-1DE9-84BE-E7E4-6A6A1235F73C}"/>
              </a:ext>
            </a:extLst>
          </p:cNvPr>
          <p:cNvSpPr>
            <a:spLocks noGrp="1"/>
          </p:cNvSpPr>
          <p:nvPr>
            <p:ph type="body" sz="quarter" idx="25"/>
          </p:nvPr>
        </p:nvSpPr>
        <p:spPr/>
        <p:txBody>
          <a:bodyPr/>
          <a:lstStyle/>
          <a:p>
            <a:r>
              <a:rPr lang="fr-CA" dirty="0"/>
              <a:t>Exemple</a:t>
            </a:r>
          </a:p>
        </p:txBody>
      </p:sp>
      <p:sp>
        <p:nvSpPr>
          <p:cNvPr id="8" name="Espace réservé du texte 7">
            <a:extLst>
              <a:ext uri="{FF2B5EF4-FFF2-40B4-BE49-F238E27FC236}">
                <a16:creationId xmlns:a16="http://schemas.microsoft.com/office/drawing/2014/main" id="{841B10C5-E650-D147-9BF0-A6C753011319}"/>
              </a:ext>
            </a:extLst>
          </p:cNvPr>
          <p:cNvSpPr>
            <a:spLocks noGrp="1"/>
          </p:cNvSpPr>
          <p:nvPr>
            <p:ph type="body" sz="quarter" idx="26"/>
          </p:nvPr>
        </p:nvSpPr>
        <p:spPr/>
        <p:txBody>
          <a:bodyPr/>
          <a:lstStyle/>
          <a:p>
            <a:pPr marL="285750" indent="-285750">
              <a:buFont typeface="Arial" panose="020B0604020202020204" pitchFamily="34" charset="0"/>
              <a:buChar char="•"/>
            </a:pPr>
            <a:r>
              <a:rPr lang="fr-CA" dirty="0"/>
              <a:t>Système Linux</a:t>
            </a:r>
          </a:p>
        </p:txBody>
      </p:sp>
      <p:sp>
        <p:nvSpPr>
          <p:cNvPr id="9" name="Espace réservé de la date 8">
            <a:extLst>
              <a:ext uri="{FF2B5EF4-FFF2-40B4-BE49-F238E27FC236}">
                <a16:creationId xmlns:a16="http://schemas.microsoft.com/office/drawing/2014/main" id="{CFCAC037-3A1E-9C32-B7BC-49502CFA9441}"/>
              </a:ext>
            </a:extLst>
          </p:cNvPr>
          <p:cNvSpPr>
            <a:spLocks noGrp="1"/>
          </p:cNvSpPr>
          <p:nvPr>
            <p:ph type="dt" sz="half" idx="20"/>
          </p:nvPr>
        </p:nvSpPr>
        <p:spPr/>
        <p:txBody>
          <a:bodyPr/>
          <a:lstStyle/>
          <a:p>
            <a:r>
              <a:rPr lang="fr-FR"/>
              <a:t>2023</a:t>
            </a:r>
            <a:endParaRPr lang="fr-CA"/>
          </a:p>
        </p:txBody>
      </p:sp>
      <p:sp>
        <p:nvSpPr>
          <p:cNvPr id="10" name="Espace réservé du pied de page 9">
            <a:extLst>
              <a:ext uri="{FF2B5EF4-FFF2-40B4-BE49-F238E27FC236}">
                <a16:creationId xmlns:a16="http://schemas.microsoft.com/office/drawing/2014/main" id="{1F3532B6-C6E4-0589-0374-E4CD75651B29}"/>
              </a:ext>
            </a:extLst>
          </p:cNvPr>
          <p:cNvSpPr>
            <a:spLocks noGrp="1"/>
          </p:cNvSpPr>
          <p:nvPr>
            <p:ph type="ftr" sz="quarter" idx="21"/>
          </p:nvPr>
        </p:nvSpPr>
        <p:spPr/>
        <p:txBody>
          <a:bodyPr/>
          <a:lstStyle/>
          <a:p>
            <a:r>
              <a:rPr lang="fr-CA"/>
              <a:t>420-06A-FX</a:t>
            </a:r>
          </a:p>
        </p:txBody>
      </p:sp>
      <p:sp>
        <p:nvSpPr>
          <p:cNvPr id="11" name="Espace réservé du numéro de diapositive 10">
            <a:extLst>
              <a:ext uri="{FF2B5EF4-FFF2-40B4-BE49-F238E27FC236}">
                <a16:creationId xmlns:a16="http://schemas.microsoft.com/office/drawing/2014/main" id="{912CD0B1-8404-784C-E31C-76364C86F728}"/>
              </a:ext>
            </a:extLst>
          </p:cNvPr>
          <p:cNvSpPr>
            <a:spLocks noGrp="1"/>
          </p:cNvSpPr>
          <p:nvPr>
            <p:ph type="sldNum" sz="quarter" idx="22"/>
          </p:nvPr>
        </p:nvSpPr>
        <p:spPr/>
        <p:txBody>
          <a:bodyPr/>
          <a:lstStyle/>
          <a:p>
            <a:fld id="{B5CEABB6-07DC-46E8-9B57-56EC44A396E5}" type="slidenum">
              <a:rPr lang="fr-CA" smtClean="0"/>
              <a:pPr/>
              <a:t>7</a:t>
            </a:fld>
            <a:endParaRPr lang="fr-CA"/>
          </a:p>
        </p:txBody>
      </p:sp>
    </p:spTree>
    <p:extLst>
      <p:ext uri="{BB962C8B-B14F-4D97-AF65-F5344CB8AC3E}">
        <p14:creationId xmlns:p14="http://schemas.microsoft.com/office/powerpoint/2010/main" val="161437743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5DC1AD5E-D9FB-5CA8-FF01-C466407BB44E}"/>
              </a:ext>
            </a:extLst>
          </p:cNvPr>
          <p:cNvSpPr>
            <a:spLocks noGrp="1"/>
          </p:cNvSpPr>
          <p:nvPr>
            <p:ph type="title"/>
          </p:nvPr>
        </p:nvSpPr>
        <p:spPr/>
        <p:txBody>
          <a:bodyPr/>
          <a:lstStyle/>
          <a:p>
            <a:r>
              <a:rPr lang="fr-CA" dirty="0">
                <a:hlinkClick r:id="rId2"/>
              </a:rPr>
              <a:t>MIT License</a:t>
            </a:r>
            <a:endParaRPr lang="fr-CA" dirty="0"/>
          </a:p>
        </p:txBody>
      </p:sp>
      <p:sp>
        <p:nvSpPr>
          <p:cNvPr id="5" name="Espace réservé du texte 4">
            <a:extLst>
              <a:ext uri="{FF2B5EF4-FFF2-40B4-BE49-F238E27FC236}">
                <a16:creationId xmlns:a16="http://schemas.microsoft.com/office/drawing/2014/main" id="{502A709F-7A99-ED21-F6BF-4117679CE401}"/>
              </a:ext>
            </a:extLst>
          </p:cNvPr>
          <p:cNvSpPr>
            <a:spLocks noGrp="1"/>
          </p:cNvSpPr>
          <p:nvPr>
            <p:ph type="body" sz="quarter" idx="13"/>
          </p:nvPr>
        </p:nvSpPr>
        <p:spPr/>
        <p:txBody>
          <a:bodyPr/>
          <a:lstStyle/>
          <a:p>
            <a:pPr marL="0" indent="0">
              <a:buNone/>
            </a:pPr>
            <a:r>
              <a:rPr lang="fr-CA" dirty="0"/>
              <a:t>Particularité</a:t>
            </a:r>
          </a:p>
        </p:txBody>
      </p:sp>
      <p:sp>
        <p:nvSpPr>
          <p:cNvPr id="6" name="Espace réservé du texte 5">
            <a:extLst>
              <a:ext uri="{FF2B5EF4-FFF2-40B4-BE49-F238E27FC236}">
                <a16:creationId xmlns:a16="http://schemas.microsoft.com/office/drawing/2014/main" id="{8155B6E0-5D77-D616-164B-1C0786ED0C7C}"/>
              </a:ext>
            </a:extLst>
          </p:cNvPr>
          <p:cNvSpPr>
            <a:spLocks noGrp="1"/>
          </p:cNvSpPr>
          <p:nvPr>
            <p:ph type="body" sz="quarter" idx="15"/>
          </p:nvPr>
        </p:nvSpPr>
        <p:spPr/>
        <p:txBody>
          <a:bodyPr/>
          <a:lstStyle/>
          <a:p>
            <a:pPr marL="285750" indent="-285750">
              <a:buFont typeface="Arial" panose="020B0604020202020204" pitchFamily="34" charset="0"/>
              <a:buChar char="•"/>
            </a:pPr>
            <a:r>
              <a:rPr lang="fr-CA" dirty="0"/>
              <a:t>La licence donne à toute personne recevant le logiciel (et ses fichiers) le droit illimité de l'utiliser, le copier, le modifier, le fusionner, le publier, le distribuer, le vendre et le « sous-licencier » (</a:t>
            </a:r>
            <a:r>
              <a:rPr lang="fr-CA" dirty="0">
                <a:hlinkClick r:id="rId3"/>
              </a:rPr>
              <a:t>source</a:t>
            </a:r>
            <a:r>
              <a:rPr lang="fr-CA" dirty="0"/>
              <a:t>).</a:t>
            </a:r>
          </a:p>
          <a:p>
            <a:pPr marL="285750" indent="-285750">
              <a:buFont typeface="Arial" panose="020B0604020202020204" pitchFamily="34" charset="0"/>
              <a:buChar char="•"/>
            </a:pPr>
            <a:r>
              <a:rPr lang="fr-CA" dirty="0"/>
              <a:t>Attribution d’auteur requise</a:t>
            </a:r>
          </a:p>
          <a:p>
            <a:pPr marL="285750" indent="-285750">
              <a:buFont typeface="Arial" panose="020B0604020202020204" pitchFamily="34" charset="0"/>
              <a:buChar char="•"/>
            </a:pPr>
            <a:r>
              <a:rPr lang="fr-CA" dirty="0"/>
              <a:t>Elle ne contient pas de clause explicite de protection des brevets</a:t>
            </a:r>
          </a:p>
        </p:txBody>
      </p:sp>
      <p:sp>
        <p:nvSpPr>
          <p:cNvPr id="7" name="Espace réservé du texte 6">
            <a:extLst>
              <a:ext uri="{FF2B5EF4-FFF2-40B4-BE49-F238E27FC236}">
                <a16:creationId xmlns:a16="http://schemas.microsoft.com/office/drawing/2014/main" id="{C7E8F200-1DE9-84BE-E7E4-6A6A1235F73C}"/>
              </a:ext>
            </a:extLst>
          </p:cNvPr>
          <p:cNvSpPr>
            <a:spLocks noGrp="1"/>
          </p:cNvSpPr>
          <p:nvPr>
            <p:ph type="body" sz="quarter" idx="25"/>
          </p:nvPr>
        </p:nvSpPr>
        <p:spPr/>
        <p:txBody>
          <a:bodyPr/>
          <a:lstStyle/>
          <a:p>
            <a:r>
              <a:rPr lang="fr-CA" dirty="0"/>
              <a:t>Exemple</a:t>
            </a:r>
          </a:p>
        </p:txBody>
      </p:sp>
      <p:sp>
        <p:nvSpPr>
          <p:cNvPr id="8" name="Espace réservé du texte 7">
            <a:extLst>
              <a:ext uri="{FF2B5EF4-FFF2-40B4-BE49-F238E27FC236}">
                <a16:creationId xmlns:a16="http://schemas.microsoft.com/office/drawing/2014/main" id="{841B10C5-E650-D147-9BF0-A6C753011319}"/>
              </a:ext>
            </a:extLst>
          </p:cNvPr>
          <p:cNvSpPr>
            <a:spLocks noGrp="1"/>
          </p:cNvSpPr>
          <p:nvPr>
            <p:ph type="body" sz="quarter" idx="26"/>
          </p:nvPr>
        </p:nvSpPr>
        <p:spPr/>
        <p:txBody>
          <a:bodyPr/>
          <a:lstStyle/>
          <a:p>
            <a:pPr marL="285750" indent="-285750">
              <a:buFont typeface="Arial" panose="020B0604020202020204" pitchFamily="34" charset="0"/>
              <a:buChar char="•"/>
            </a:pPr>
            <a:r>
              <a:rPr lang="fr-CA" dirty="0"/>
              <a:t>Bibliothèque JQuery</a:t>
            </a:r>
          </a:p>
        </p:txBody>
      </p:sp>
      <p:sp>
        <p:nvSpPr>
          <p:cNvPr id="9" name="Espace réservé de la date 8">
            <a:extLst>
              <a:ext uri="{FF2B5EF4-FFF2-40B4-BE49-F238E27FC236}">
                <a16:creationId xmlns:a16="http://schemas.microsoft.com/office/drawing/2014/main" id="{CFCAC037-3A1E-9C32-B7BC-49502CFA9441}"/>
              </a:ext>
            </a:extLst>
          </p:cNvPr>
          <p:cNvSpPr>
            <a:spLocks noGrp="1"/>
          </p:cNvSpPr>
          <p:nvPr>
            <p:ph type="dt" sz="half" idx="20"/>
          </p:nvPr>
        </p:nvSpPr>
        <p:spPr/>
        <p:txBody>
          <a:bodyPr/>
          <a:lstStyle/>
          <a:p>
            <a:r>
              <a:rPr lang="fr-FR"/>
              <a:t>2023</a:t>
            </a:r>
            <a:endParaRPr lang="fr-CA"/>
          </a:p>
        </p:txBody>
      </p:sp>
      <p:sp>
        <p:nvSpPr>
          <p:cNvPr id="10" name="Espace réservé du pied de page 9">
            <a:extLst>
              <a:ext uri="{FF2B5EF4-FFF2-40B4-BE49-F238E27FC236}">
                <a16:creationId xmlns:a16="http://schemas.microsoft.com/office/drawing/2014/main" id="{1F3532B6-C6E4-0589-0374-E4CD75651B29}"/>
              </a:ext>
            </a:extLst>
          </p:cNvPr>
          <p:cNvSpPr>
            <a:spLocks noGrp="1"/>
          </p:cNvSpPr>
          <p:nvPr>
            <p:ph type="ftr" sz="quarter" idx="21"/>
          </p:nvPr>
        </p:nvSpPr>
        <p:spPr/>
        <p:txBody>
          <a:bodyPr/>
          <a:lstStyle/>
          <a:p>
            <a:r>
              <a:rPr lang="fr-CA"/>
              <a:t>420-06A-FX</a:t>
            </a:r>
          </a:p>
        </p:txBody>
      </p:sp>
      <p:sp>
        <p:nvSpPr>
          <p:cNvPr id="11" name="Espace réservé du numéro de diapositive 10">
            <a:extLst>
              <a:ext uri="{FF2B5EF4-FFF2-40B4-BE49-F238E27FC236}">
                <a16:creationId xmlns:a16="http://schemas.microsoft.com/office/drawing/2014/main" id="{912CD0B1-8404-784C-E31C-76364C86F728}"/>
              </a:ext>
            </a:extLst>
          </p:cNvPr>
          <p:cNvSpPr>
            <a:spLocks noGrp="1"/>
          </p:cNvSpPr>
          <p:nvPr>
            <p:ph type="sldNum" sz="quarter" idx="22"/>
          </p:nvPr>
        </p:nvSpPr>
        <p:spPr/>
        <p:txBody>
          <a:bodyPr/>
          <a:lstStyle/>
          <a:p>
            <a:fld id="{B5CEABB6-07DC-46E8-9B57-56EC44A396E5}" type="slidenum">
              <a:rPr lang="fr-CA" smtClean="0"/>
              <a:pPr/>
              <a:t>8</a:t>
            </a:fld>
            <a:endParaRPr lang="fr-CA"/>
          </a:p>
        </p:txBody>
      </p:sp>
    </p:spTree>
    <p:extLst>
      <p:ext uri="{BB962C8B-B14F-4D97-AF65-F5344CB8AC3E}">
        <p14:creationId xmlns:p14="http://schemas.microsoft.com/office/powerpoint/2010/main" val="397347552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5DC1AD5E-D9FB-5CA8-FF01-C466407BB44E}"/>
              </a:ext>
            </a:extLst>
          </p:cNvPr>
          <p:cNvSpPr>
            <a:spLocks noGrp="1"/>
          </p:cNvSpPr>
          <p:nvPr>
            <p:ph type="title"/>
          </p:nvPr>
        </p:nvSpPr>
        <p:spPr/>
        <p:txBody>
          <a:bodyPr/>
          <a:lstStyle/>
          <a:p>
            <a:r>
              <a:rPr lang="fr-CA" dirty="0">
                <a:hlinkClick r:id="rId2"/>
              </a:rPr>
              <a:t>Apache Licence 2.0</a:t>
            </a:r>
            <a:endParaRPr lang="fr-CA" dirty="0"/>
          </a:p>
        </p:txBody>
      </p:sp>
      <p:sp>
        <p:nvSpPr>
          <p:cNvPr id="5" name="Espace réservé du texte 4">
            <a:extLst>
              <a:ext uri="{FF2B5EF4-FFF2-40B4-BE49-F238E27FC236}">
                <a16:creationId xmlns:a16="http://schemas.microsoft.com/office/drawing/2014/main" id="{502A709F-7A99-ED21-F6BF-4117679CE401}"/>
              </a:ext>
            </a:extLst>
          </p:cNvPr>
          <p:cNvSpPr>
            <a:spLocks noGrp="1"/>
          </p:cNvSpPr>
          <p:nvPr>
            <p:ph type="body" sz="quarter" idx="4294967295"/>
          </p:nvPr>
        </p:nvSpPr>
        <p:spPr>
          <a:xfrm>
            <a:off x="5917169" y="1860550"/>
            <a:ext cx="5432425" cy="365125"/>
          </a:xfrm>
        </p:spPr>
        <p:txBody>
          <a:bodyPr>
            <a:normAutofit fontScale="85000" lnSpcReduction="20000"/>
          </a:bodyPr>
          <a:lstStyle/>
          <a:p>
            <a:pPr marL="0" indent="0">
              <a:buNone/>
            </a:pPr>
            <a:r>
              <a:rPr lang="fr-CA" dirty="0"/>
              <a:t>Particularité</a:t>
            </a:r>
          </a:p>
        </p:txBody>
      </p:sp>
      <p:sp>
        <p:nvSpPr>
          <p:cNvPr id="6" name="Espace réservé du texte 5">
            <a:extLst>
              <a:ext uri="{FF2B5EF4-FFF2-40B4-BE49-F238E27FC236}">
                <a16:creationId xmlns:a16="http://schemas.microsoft.com/office/drawing/2014/main" id="{8155B6E0-5D77-D616-164B-1C0786ED0C7C}"/>
              </a:ext>
            </a:extLst>
          </p:cNvPr>
          <p:cNvSpPr>
            <a:spLocks noGrp="1"/>
          </p:cNvSpPr>
          <p:nvPr>
            <p:ph type="body" sz="quarter" idx="4294967295"/>
          </p:nvPr>
        </p:nvSpPr>
        <p:spPr>
          <a:xfrm>
            <a:off x="5918200" y="2225675"/>
            <a:ext cx="5430838" cy="557213"/>
          </a:xfrm>
        </p:spPr>
        <p:txBody>
          <a:bodyPr>
            <a:noAutofit/>
          </a:bodyPr>
          <a:lstStyle/>
          <a:p>
            <a:pPr marL="285750" indent="-285750">
              <a:buFont typeface="Arial" panose="020B0604020202020204" pitchFamily="34" charset="0"/>
              <a:buChar char="•"/>
            </a:pPr>
            <a:r>
              <a:rPr lang="fr-CA" sz="1600" dirty="0">
                <a:latin typeface="Linux Libertine Display G" panose="02000503000000000000" pitchFamily="2" charset="0"/>
              </a:rPr>
              <a:t>La licence donne à toute personne recevant le logiciel (et ses fichiers) le droit illimité de l'utiliser, le copier, le modifier, le fusionner, le publier, le distribuer, le vendre et le « sous-licencier » (</a:t>
            </a:r>
            <a:r>
              <a:rPr lang="fr-CA" sz="1600" dirty="0">
                <a:latin typeface="Linux Libertine Display G" panose="02000503000000000000" pitchFamily="2" charset="0"/>
                <a:hlinkClick r:id="rId2">
                  <a:extLst>
                    <a:ext uri="{A12FA001-AC4F-418D-AE19-62706E023703}">
                      <ahyp:hlinkClr xmlns:ahyp="http://schemas.microsoft.com/office/drawing/2018/hyperlinkcolor" val="tx"/>
                    </a:ext>
                  </a:extLst>
                </a:hlinkClick>
              </a:rPr>
              <a:t>source</a:t>
            </a:r>
            <a:r>
              <a:rPr lang="fr-CA" sz="1600" dirty="0">
                <a:latin typeface="Linux Libertine Display G" panose="02000503000000000000" pitchFamily="2" charset="0"/>
              </a:rPr>
              <a:t>).</a:t>
            </a:r>
          </a:p>
          <a:p>
            <a:pPr marL="285750" indent="-285750">
              <a:buFont typeface="Arial" panose="020B0604020202020204" pitchFamily="34" charset="0"/>
              <a:buChar char="•"/>
            </a:pPr>
            <a:r>
              <a:rPr lang="fr-CA" sz="1600" dirty="0">
                <a:latin typeface="Linux Libertine Display G" panose="02000503000000000000" pitchFamily="2" charset="0"/>
              </a:rPr>
              <a:t>Attribution d’auteur requise</a:t>
            </a:r>
          </a:p>
          <a:p>
            <a:pPr marL="285750" indent="-285750">
              <a:buFont typeface="Arial" panose="020B0604020202020204" pitchFamily="34" charset="0"/>
              <a:buChar char="•"/>
            </a:pPr>
            <a:r>
              <a:rPr lang="fr-CA" sz="1600" dirty="0">
                <a:latin typeface="Linux Libertine Display G" panose="02000503000000000000" pitchFamily="2" charset="0"/>
              </a:rPr>
              <a:t>Elle contient une clause explicite de protection des brevets</a:t>
            </a:r>
          </a:p>
        </p:txBody>
      </p:sp>
      <p:sp>
        <p:nvSpPr>
          <p:cNvPr id="7" name="Espace réservé du texte 6">
            <a:extLst>
              <a:ext uri="{FF2B5EF4-FFF2-40B4-BE49-F238E27FC236}">
                <a16:creationId xmlns:a16="http://schemas.microsoft.com/office/drawing/2014/main" id="{C7E8F200-1DE9-84BE-E7E4-6A6A1235F73C}"/>
              </a:ext>
            </a:extLst>
          </p:cNvPr>
          <p:cNvSpPr>
            <a:spLocks noGrp="1"/>
          </p:cNvSpPr>
          <p:nvPr>
            <p:ph type="body" sz="quarter" idx="25"/>
          </p:nvPr>
        </p:nvSpPr>
        <p:spPr>
          <a:xfrm>
            <a:off x="5917595" y="4509193"/>
            <a:ext cx="5433204" cy="365125"/>
          </a:xfrm>
        </p:spPr>
        <p:txBody>
          <a:bodyPr/>
          <a:lstStyle/>
          <a:p>
            <a:r>
              <a:rPr lang="fr-CA" dirty="0"/>
              <a:t>Exemple</a:t>
            </a:r>
          </a:p>
        </p:txBody>
      </p:sp>
      <p:sp>
        <p:nvSpPr>
          <p:cNvPr id="8" name="Espace réservé du texte 7">
            <a:extLst>
              <a:ext uri="{FF2B5EF4-FFF2-40B4-BE49-F238E27FC236}">
                <a16:creationId xmlns:a16="http://schemas.microsoft.com/office/drawing/2014/main" id="{841B10C5-E650-D147-9BF0-A6C753011319}"/>
              </a:ext>
            </a:extLst>
          </p:cNvPr>
          <p:cNvSpPr>
            <a:spLocks noGrp="1"/>
          </p:cNvSpPr>
          <p:nvPr>
            <p:ph type="body" sz="quarter" idx="26"/>
          </p:nvPr>
        </p:nvSpPr>
        <p:spPr>
          <a:xfrm>
            <a:off x="5917169" y="4838618"/>
            <a:ext cx="5431971" cy="557950"/>
          </a:xfrm>
        </p:spPr>
        <p:txBody>
          <a:bodyPr/>
          <a:lstStyle/>
          <a:p>
            <a:pPr marL="285750" indent="-285750">
              <a:buFont typeface="Arial" panose="020B0604020202020204" pitchFamily="34" charset="0"/>
              <a:buChar char="•"/>
            </a:pPr>
            <a:r>
              <a:rPr lang="fr-CA" dirty="0"/>
              <a:t>Serveur web Apache</a:t>
            </a:r>
          </a:p>
        </p:txBody>
      </p:sp>
      <p:sp>
        <p:nvSpPr>
          <p:cNvPr id="9" name="Espace réservé de la date 8">
            <a:extLst>
              <a:ext uri="{FF2B5EF4-FFF2-40B4-BE49-F238E27FC236}">
                <a16:creationId xmlns:a16="http://schemas.microsoft.com/office/drawing/2014/main" id="{CFCAC037-3A1E-9C32-B7BC-49502CFA9441}"/>
              </a:ext>
            </a:extLst>
          </p:cNvPr>
          <p:cNvSpPr>
            <a:spLocks noGrp="1"/>
          </p:cNvSpPr>
          <p:nvPr>
            <p:ph type="dt" sz="half" idx="20"/>
          </p:nvPr>
        </p:nvSpPr>
        <p:spPr/>
        <p:txBody>
          <a:bodyPr/>
          <a:lstStyle/>
          <a:p>
            <a:r>
              <a:rPr lang="fr-FR"/>
              <a:t>2023</a:t>
            </a:r>
            <a:endParaRPr lang="fr-CA"/>
          </a:p>
        </p:txBody>
      </p:sp>
      <p:sp>
        <p:nvSpPr>
          <p:cNvPr id="10" name="Espace réservé du pied de page 9">
            <a:extLst>
              <a:ext uri="{FF2B5EF4-FFF2-40B4-BE49-F238E27FC236}">
                <a16:creationId xmlns:a16="http://schemas.microsoft.com/office/drawing/2014/main" id="{1F3532B6-C6E4-0589-0374-E4CD75651B29}"/>
              </a:ext>
            </a:extLst>
          </p:cNvPr>
          <p:cNvSpPr>
            <a:spLocks noGrp="1"/>
          </p:cNvSpPr>
          <p:nvPr>
            <p:ph type="ftr" sz="quarter" idx="21"/>
          </p:nvPr>
        </p:nvSpPr>
        <p:spPr/>
        <p:txBody>
          <a:bodyPr/>
          <a:lstStyle/>
          <a:p>
            <a:r>
              <a:rPr lang="fr-CA"/>
              <a:t>420-06A-FX</a:t>
            </a:r>
          </a:p>
        </p:txBody>
      </p:sp>
      <p:sp>
        <p:nvSpPr>
          <p:cNvPr id="11" name="Espace réservé du numéro de diapositive 10">
            <a:extLst>
              <a:ext uri="{FF2B5EF4-FFF2-40B4-BE49-F238E27FC236}">
                <a16:creationId xmlns:a16="http://schemas.microsoft.com/office/drawing/2014/main" id="{912CD0B1-8404-784C-E31C-76364C86F728}"/>
              </a:ext>
            </a:extLst>
          </p:cNvPr>
          <p:cNvSpPr>
            <a:spLocks noGrp="1"/>
          </p:cNvSpPr>
          <p:nvPr>
            <p:ph type="sldNum" sz="quarter" idx="22"/>
          </p:nvPr>
        </p:nvSpPr>
        <p:spPr/>
        <p:txBody>
          <a:bodyPr/>
          <a:lstStyle/>
          <a:p>
            <a:fld id="{B5CEABB6-07DC-46E8-9B57-56EC44A396E5}" type="slidenum">
              <a:rPr lang="fr-CA" smtClean="0"/>
              <a:pPr/>
              <a:t>9</a:t>
            </a:fld>
            <a:endParaRPr lang="fr-CA"/>
          </a:p>
        </p:txBody>
      </p:sp>
    </p:spTree>
    <p:extLst>
      <p:ext uri="{BB962C8B-B14F-4D97-AF65-F5344CB8AC3E}">
        <p14:creationId xmlns:p14="http://schemas.microsoft.com/office/powerpoint/2010/main" val="22552141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5DC1AD5E-D9FB-5CA8-FF01-C466407BB44E}"/>
              </a:ext>
            </a:extLst>
          </p:cNvPr>
          <p:cNvSpPr>
            <a:spLocks noGrp="1"/>
          </p:cNvSpPr>
          <p:nvPr>
            <p:ph type="title"/>
          </p:nvPr>
        </p:nvSpPr>
        <p:spPr/>
        <p:txBody>
          <a:bodyPr/>
          <a:lstStyle/>
          <a:p>
            <a:r>
              <a:rPr lang="fr-CA" dirty="0">
                <a:hlinkClick r:id="rId2"/>
              </a:rPr>
              <a:t>BSD Licence (2-clause et 3-clause)</a:t>
            </a:r>
            <a:endParaRPr lang="fr-CA" dirty="0"/>
          </a:p>
        </p:txBody>
      </p:sp>
      <p:sp>
        <p:nvSpPr>
          <p:cNvPr id="5" name="Espace réservé du texte 4">
            <a:extLst>
              <a:ext uri="{FF2B5EF4-FFF2-40B4-BE49-F238E27FC236}">
                <a16:creationId xmlns:a16="http://schemas.microsoft.com/office/drawing/2014/main" id="{502A709F-7A99-ED21-F6BF-4117679CE401}"/>
              </a:ext>
            </a:extLst>
          </p:cNvPr>
          <p:cNvSpPr>
            <a:spLocks noGrp="1"/>
          </p:cNvSpPr>
          <p:nvPr>
            <p:ph type="body" sz="quarter" idx="4294967295"/>
          </p:nvPr>
        </p:nvSpPr>
        <p:spPr>
          <a:xfrm>
            <a:off x="5918200" y="1530350"/>
            <a:ext cx="5432425" cy="365125"/>
          </a:xfrm>
        </p:spPr>
        <p:txBody>
          <a:bodyPr/>
          <a:lstStyle/>
          <a:p>
            <a:pPr marL="0" indent="0">
              <a:buNone/>
            </a:pPr>
            <a:r>
              <a:rPr lang="fr-CA" dirty="0"/>
              <a:t>Particularité</a:t>
            </a:r>
          </a:p>
        </p:txBody>
      </p:sp>
      <p:sp>
        <p:nvSpPr>
          <p:cNvPr id="6" name="Espace réservé du texte 5">
            <a:extLst>
              <a:ext uri="{FF2B5EF4-FFF2-40B4-BE49-F238E27FC236}">
                <a16:creationId xmlns:a16="http://schemas.microsoft.com/office/drawing/2014/main" id="{8155B6E0-5D77-D616-164B-1C0786ED0C7C}"/>
              </a:ext>
            </a:extLst>
          </p:cNvPr>
          <p:cNvSpPr>
            <a:spLocks noGrp="1"/>
          </p:cNvSpPr>
          <p:nvPr>
            <p:ph type="body" sz="quarter" idx="4294967295"/>
          </p:nvPr>
        </p:nvSpPr>
        <p:spPr>
          <a:xfrm>
            <a:off x="5916613" y="1860550"/>
            <a:ext cx="5703887" cy="557213"/>
          </a:xfrm>
        </p:spPr>
        <p:txBody>
          <a:bodyPr>
            <a:noAutofit/>
          </a:bodyPr>
          <a:lstStyle/>
          <a:p>
            <a:pPr marL="285750" indent="-285750">
              <a:buFont typeface="Arial" panose="020B0604020202020204" pitchFamily="34" charset="0"/>
              <a:buChar char="•"/>
            </a:pPr>
            <a:r>
              <a:rPr lang="fr-CA" sz="1600" dirty="0"/>
              <a:t>La licence donne à toute personne recevant le logiciel (et ses fichiers) le droit illimité de l'utiliser, le copier, le modifier, le fusionner, le publier, le distribuer, le vendre et le « sous-licencier » (</a:t>
            </a:r>
            <a:r>
              <a:rPr lang="fr-CA" sz="1600" dirty="0">
                <a:hlinkClick r:id="rId2"/>
              </a:rPr>
              <a:t>source</a:t>
            </a:r>
            <a:r>
              <a:rPr lang="fr-CA" sz="1600" dirty="0"/>
              <a:t>).</a:t>
            </a:r>
          </a:p>
          <a:p>
            <a:pPr marL="285750" indent="-285750">
              <a:buFont typeface="Arial" panose="020B0604020202020204" pitchFamily="34" charset="0"/>
              <a:buChar char="•"/>
            </a:pPr>
            <a:r>
              <a:rPr lang="fr-CA" sz="1600" dirty="0"/>
              <a:t>Attribution d’auteur requise</a:t>
            </a:r>
          </a:p>
          <a:p>
            <a:pPr marL="285750" indent="-285750">
              <a:buFont typeface="Arial" panose="020B0604020202020204" pitchFamily="34" charset="0"/>
              <a:buChar char="•"/>
            </a:pPr>
            <a:r>
              <a:rPr lang="fr-CA" sz="1600" dirty="0"/>
              <a:t>La 3-clause ajoute une clause supplémentaire interdisant l’utilisation du nom des contributeurs pour promouvoir des produits dérivés</a:t>
            </a:r>
          </a:p>
          <a:p>
            <a:pPr marL="285750" indent="-285750">
              <a:buFont typeface="Arial" panose="020B0604020202020204" pitchFamily="34" charset="0"/>
              <a:buChar char="•"/>
            </a:pPr>
            <a:r>
              <a:rPr lang="fr-CA" sz="1600" dirty="0"/>
              <a:t>Elle ne contient pas de clause explicite de protection des brevets</a:t>
            </a:r>
          </a:p>
          <a:p>
            <a:pPr marL="285750" indent="-285750">
              <a:buFont typeface="Arial" panose="020B0604020202020204" pitchFamily="34" charset="0"/>
              <a:buChar char="•"/>
            </a:pPr>
            <a:endParaRPr lang="fr-CA" sz="1600" dirty="0"/>
          </a:p>
        </p:txBody>
      </p:sp>
      <p:sp>
        <p:nvSpPr>
          <p:cNvPr id="7" name="Espace réservé du texte 6">
            <a:extLst>
              <a:ext uri="{FF2B5EF4-FFF2-40B4-BE49-F238E27FC236}">
                <a16:creationId xmlns:a16="http://schemas.microsoft.com/office/drawing/2014/main" id="{C7E8F200-1DE9-84BE-E7E4-6A6A1235F73C}"/>
              </a:ext>
            </a:extLst>
          </p:cNvPr>
          <p:cNvSpPr>
            <a:spLocks noGrp="1"/>
          </p:cNvSpPr>
          <p:nvPr>
            <p:ph type="body" sz="quarter" idx="25"/>
          </p:nvPr>
        </p:nvSpPr>
        <p:spPr>
          <a:xfrm>
            <a:off x="5917595" y="4762411"/>
            <a:ext cx="5433204" cy="365125"/>
          </a:xfrm>
        </p:spPr>
        <p:txBody>
          <a:bodyPr/>
          <a:lstStyle/>
          <a:p>
            <a:r>
              <a:rPr lang="fr-CA" dirty="0"/>
              <a:t>Exemple</a:t>
            </a:r>
          </a:p>
        </p:txBody>
      </p:sp>
      <p:sp>
        <p:nvSpPr>
          <p:cNvPr id="8" name="Espace réservé du texte 7">
            <a:extLst>
              <a:ext uri="{FF2B5EF4-FFF2-40B4-BE49-F238E27FC236}">
                <a16:creationId xmlns:a16="http://schemas.microsoft.com/office/drawing/2014/main" id="{841B10C5-E650-D147-9BF0-A6C753011319}"/>
              </a:ext>
            </a:extLst>
          </p:cNvPr>
          <p:cNvSpPr>
            <a:spLocks noGrp="1"/>
          </p:cNvSpPr>
          <p:nvPr>
            <p:ph type="body" sz="quarter" idx="26"/>
          </p:nvPr>
        </p:nvSpPr>
        <p:spPr>
          <a:xfrm>
            <a:off x="5917169" y="5091836"/>
            <a:ext cx="5431971" cy="557950"/>
          </a:xfrm>
        </p:spPr>
        <p:txBody>
          <a:bodyPr/>
          <a:lstStyle/>
          <a:p>
            <a:pPr marL="285750" indent="-285750">
              <a:buFont typeface="Arial" panose="020B0604020202020204" pitchFamily="34" charset="0"/>
              <a:buChar char="•"/>
            </a:pPr>
            <a:r>
              <a:rPr lang="fr-CA" dirty="0"/>
              <a:t>Système d'exploitation FreeBSD</a:t>
            </a:r>
          </a:p>
        </p:txBody>
      </p:sp>
      <p:sp>
        <p:nvSpPr>
          <p:cNvPr id="9" name="Espace réservé de la date 8">
            <a:extLst>
              <a:ext uri="{FF2B5EF4-FFF2-40B4-BE49-F238E27FC236}">
                <a16:creationId xmlns:a16="http://schemas.microsoft.com/office/drawing/2014/main" id="{CFCAC037-3A1E-9C32-B7BC-49502CFA9441}"/>
              </a:ext>
            </a:extLst>
          </p:cNvPr>
          <p:cNvSpPr>
            <a:spLocks noGrp="1"/>
          </p:cNvSpPr>
          <p:nvPr>
            <p:ph type="dt" sz="half" idx="20"/>
          </p:nvPr>
        </p:nvSpPr>
        <p:spPr/>
        <p:txBody>
          <a:bodyPr/>
          <a:lstStyle/>
          <a:p>
            <a:r>
              <a:rPr lang="fr-FR"/>
              <a:t>2023</a:t>
            </a:r>
            <a:endParaRPr lang="fr-CA"/>
          </a:p>
        </p:txBody>
      </p:sp>
      <p:sp>
        <p:nvSpPr>
          <p:cNvPr id="10" name="Espace réservé du pied de page 9">
            <a:extLst>
              <a:ext uri="{FF2B5EF4-FFF2-40B4-BE49-F238E27FC236}">
                <a16:creationId xmlns:a16="http://schemas.microsoft.com/office/drawing/2014/main" id="{1F3532B6-C6E4-0589-0374-E4CD75651B29}"/>
              </a:ext>
            </a:extLst>
          </p:cNvPr>
          <p:cNvSpPr>
            <a:spLocks noGrp="1"/>
          </p:cNvSpPr>
          <p:nvPr>
            <p:ph type="ftr" sz="quarter" idx="21"/>
          </p:nvPr>
        </p:nvSpPr>
        <p:spPr/>
        <p:txBody>
          <a:bodyPr/>
          <a:lstStyle/>
          <a:p>
            <a:r>
              <a:rPr lang="fr-CA"/>
              <a:t>420-06A-FX</a:t>
            </a:r>
          </a:p>
        </p:txBody>
      </p:sp>
      <p:sp>
        <p:nvSpPr>
          <p:cNvPr id="11" name="Espace réservé du numéro de diapositive 10">
            <a:extLst>
              <a:ext uri="{FF2B5EF4-FFF2-40B4-BE49-F238E27FC236}">
                <a16:creationId xmlns:a16="http://schemas.microsoft.com/office/drawing/2014/main" id="{912CD0B1-8404-784C-E31C-76364C86F728}"/>
              </a:ext>
            </a:extLst>
          </p:cNvPr>
          <p:cNvSpPr>
            <a:spLocks noGrp="1"/>
          </p:cNvSpPr>
          <p:nvPr>
            <p:ph type="sldNum" sz="quarter" idx="22"/>
          </p:nvPr>
        </p:nvSpPr>
        <p:spPr/>
        <p:txBody>
          <a:bodyPr/>
          <a:lstStyle/>
          <a:p>
            <a:fld id="{B5CEABB6-07DC-46E8-9B57-56EC44A396E5}" type="slidenum">
              <a:rPr lang="fr-CA" smtClean="0"/>
              <a:pPr/>
              <a:t>10</a:t>
            </a:fld>
            <a:endParaRPr lang="fr-CA"/>
          </a:p>
        </p:txBody>
      </p:sp>
    </p:spTree>
    <p:extLst>
      <p:ext uri="{BB962C8B-B14F-4D97-AF65-F5344CB8AC3E}">
        <p14:creationId xmlns:p14="http://schemas.microsoft.com/office/powerpoint/2010/main" val="5639217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5DC1AD5E-D9FB-5CA8-FF01-C466407BB44E}"/>
              </a:ext>
            </a:extLst>
          </p:cNvPr>
          <p:cNvSpPr>
            <a:spLocks noGrp="1"/>
          </p:cNvSpPr>
          <p:nvPr>
            <p:ph type="title"/>
          </p:nvPr>
        </p:nvSpPr>
        <p:spPr/>
        <p:txBody>
          <a:bodyPr/>
          <a:lstStyle/>
          <a:p>
            <a:r>
              <a:rPr lang="fr-CA" dirty="0">
                <a:hlinkClick r:id="rId3"/>
              </a:rPr>
              <a:t>Creative Commons (CC)</a:t>
            </a:r>
            <a:endParaRPr lang="fr-CA" dirty="0"/>
          </a:p>
        </p:txBody>
      </p:sp>
      <p:sp>
        <p:nvSpPr>
          <p:cNvPr id="7" name="Espace réservé du texte 6">
            <a:extLst>
              <a:ext uri="{FF2B5EF4-FFF2-40B4-BE49-F238E27FC236}">
                <a16:creationId xmlns:a16="http://schemas.microsoft.com/office/drawing/2014/main" id="{C7E8F200-1DE9-84BE-E7E4-6A6A1235F73C}"/>
              </a:ext>
            </a:extLst>
          </p:cNvPr>
          <p:cNvSpPr>
            <a:spLocks noGrp="1"/>
          </p:cNvSpPr>
          <p:nvPr>
            <p:ph type="body" sz="quarter" idx="13"/>
          </p:nvPr>
        </p:nvSpPr>
        <p:spPr/>
        <p:txBody>
          <a:bodyPr/>
          <a:lstStyle/>
          <a:p>
            <a:pPr marL="0" indent="0">
              <a:buNone/>
            </a:pPr>
            <a:r>
              <a:rPr lang="fr-CA" dirty="0"/>
              <a:t>Exemple</a:t>
            </a:r>
          </a:p>
        </p:txBody>
      </p:sp>
      <p:sp>
        <p:nvSpPr>
          <p:cNvPr id="8" name="Espace réservé du texte 7">
            <a:extLst>
              <a:ext uri="{FF2B5EF4-FFF2-40B4-BE49-F238E27FC236}">
                <a16:creationId xmlns:a16="http://schemas.microsoft.com/office/drawing/2014/main" id="{841B10C5-E650-D147-9BF0-A6C753011319}"/>
              </a:ext>
            </a:extLst>
          </p:cNvPr>
          <p:cNvSpPr>
            <a:spLocks noGrp="1"/>
          </p:cNvSpPr>
          <p:nvPr>
            <p:ph type="body" sz="quarter" idx="15"/>
          </p:nvPr>
        </p:nvSpPr>
        <p:spPr/>
        <p:txBody>
          <a:bodyPr/>
          <a:lstStyle/>
          <a:p>
            <a:pPr marL="285750" indent="-285750">
              <a:buFont typeface="Arial" panose="020B0604020202020204" pitchFamily="34" charset="0"/>
              <a:buChar char="•"/>
            </a:pPr>
            <a:r>
              <a:rPr lang="fr-CA" dirty="0"/>
              <a:t>Contenu encyclopédique </a:t>
            </a:r>
            <a:r>
              <a:rPr lang="fr-CA" dirty="0" err="1"/>
              <a:t>Wikipedia</a:t>
            </a:r>
            <a:endParaRPr lang="fr-CA" dirty="0"/>
          </a:p>
        </p:txBody>
      </p:sp>
      <p:sp>
        <p:nvSpPr>
          <p:cNvPr id="5" name="Espace réservé du texte 4">
            <a:extLst>
              <a:ext uri="{FF2B5EF4-FFF2-40B4-BE49-F238E27FC236}">
                <a16:creationId xmlns:a16="http://schemas.microsoft.com/office/drawing/2014/main" id="{502A709F-7A99-ED21-F6BF-4117679CE401}"/>
              </a:ext>
            </a:extLst>
          </p:cNvPr>
          <p:cNvSpPr>
            <a:spLocks noGrp="1"/>
          </p:cNvSpPr>
          <p:nvPr>
            <p:ph type="body" sz="quarter" idx="25"/>
          </p:nvPr>
        </p:nvSpPr>
        <p:spPr>
          <a:xfrm>
            <a:off x="5920106" y="3056117"/>
            <a:ext cx="5433204" cy="365125"/>
          </a:xfrm>
        </p:spPr>
        <p:txBody>
          <a:bodyPr/>
          <a:lstStyle/>
          <a:p>
            <a:r>
              <a:rPr lang="fr-CA" dirty="0"/>
              <a:t>Particularité</a:t>
            </a:r>
          </a:p>
        </p:txBody>
      </p:sp>
      <p:sp>
        <p:nvSpPr>
          <p:cNvPr id="6" name="Espace réservé du texte 5">
            <a:extLst>
              <a:ext uri="{FF2B5EF4-FFF2-40B4-BE49-F238E27FC236}">
                <a16:creationId xmlns:a16="http://schemas.microsoft.com/office/drawing/2014/main" id="{8155B6E0-5D77-D616-164B-1C0786ED0C7C}"/>
              </a:ext>
            </a:extLst>
          </p:cNvPr>
          <p:cNvSpPr>
            <a:spLocks noGrp="1"/>
          </p:cNvSpPr>
          <p:nvPr>
            <p:ph type="body" sz="quarter" idx="26"/>
          </p:nvPr>
        </p:nvSpPr>
        <p:spPr>
          <a:xfrm>
            <a:off x="5919680" y="3385542"/>
            <a:ext cx="5431971" cy="557950"/>
          </a:xfrm>
        </p:spPr>
        <p:txBody>
          <a:bodyPr/>
          <a:lstStyle/>
          <a:p>
            <a:pPr marL="285750" indent="-285750">
              <a:buFont typeface="Arial" panose="020B0604020202020204" pitchFamily="34" charset="0"/>
              <a:buChar char="•"/>
            </a:pPr>
            <a:r>
              <a:rPr lang="fr-CA" dirty="0"/>
              <a:t>Licences variées et adaptables</a:t>
            </a:r>
          </a:p>
          <a:p>
            <a:pPr marL="285750" indent="-285750">
              <a:buFont typeface="Arial" panose="020B0604020202020204" pitchFamily="34" charset="0"/>
              <a:buChar char="•"/>
            </a:pPr>
            <a:r>
              <a:rPr lang="fr-CA" dirty="0"/>
              <a:t>Convient aux œuvres créatives</a:t>
            </a:r>
          </a:p>
          <a:p>
            <a:pPr marL="285750" indent="-285750">
              <a:buFont typeface="Arial" panose="020B0604020202020204" pitchFamily="34" charset="0"/>
              <a:buChar char="•"/>
            </a:pPr>
            <a:r>
              <a:rPr lang="fr-CA" dirty="0"/>
              <a:t>Elles permettent aux auteurs de définir les conditions d'utilisation et de partage de leurs œuvres.</a:t>
            </a:r>
          </a:p>
        </p:txBody>
      </p:sp>
      <p:sp>
        <p:nvSpPr>
          <p:cNvPr id="9" name="Espace réservé de la date 8">
            <a:extLst>
              <a:ext uri="{FF2B5EF4-FFF2-40B4-BE49-F238E27FC236}">
                <a16:creationId xmlns:a16="http://schemas.microsoft.com/office/drawing/2014/main" id="{CFCAC037-3A1E-9C32-B7BC-49502CFA9441}"/>
              </a:ext>
            </a:extLst>
          </p:cNvPr>
          <p:cNvSpPr>
            <a:spLocks noGrp="1"/>
          </p:cNvSpPr>
          <p:nvPr>
            <p:ph type="dt" sz="half" idx="20"/>
          </p:nvPr>
        </p:nvSpPr>
        <p:spPr/>
        <p:txBody>
          <a:bodyPr/>
          <a:lstStyle/>
          <a:p>
            <a:r>
              <a:rPr lang="fr-FR"/>
              <a:t>2023</a:t>
            </a:r>
            <a:endParaRPr lang="fr-CA"/>
          </a:p>
        </p:txBody>
      </p:sp>
      <p:sp>
        <p:nvSpPr>
          <p:cNvPr id="10" name="Espace réservé du pied de page 9">
            <a:extLst>
              <a:ext uri="{FF2B5EF4-FFF2-40B4-BE49-F238E27FC236}">
                <a16:creationId xmlns:a16="http://schemas.microsoft.com/office/drawing/2014/main" id="{1F3532B6-C6E4-0589-0374-E4CD75651B29}"/>
              </a:ext>
            </a:extLst>
          </p:cNvPr>
          <p:cNvSpPr>
            <a:spLocks noGrp="1"/>
          </p:cNvSpPr>
          <p:nvPr>
            <p:ph type="ftr" sz="quarter" idx="21"/>
          </p:nvPr>
        </p:nvSpPr>
        <p:spPr/>
        <p:txBody>
          <a:bodyPr/>
          <a:lstStyle/>
          <a:p>
            <a:r>
              <a:rPr lang="fr-CA" dirty="0"/>
              <a:t>420-06A-FX</a:t>
            </a:r>
          </a:p>
        </p:txBody>
      </p:sp>
      <p:sp>
        <p:nvSpPr>
          <p:cNvPr id="11" name="Espace réservé du numéro de diapositive 10">
            <a:extLst>
              <a:ext uri="{FF2B5EF4-FFF2-40B4-BE49-F238E27FC236}">
                <a16:creationId xmlns:a16="http://schemas.microsoft.com/office/drawing/2014/main" id="{912CD0B1-8404-784C-E31C-76364C86F728}"/>
              </a:ext>
            </a:extLst>
          </p:cNvPr>
          <p:cNvSpPr>
            <a:spLocks noGrp="1"/>
          </p:cNvSpPr>
          <p:nvPr>
            <p:ph type="sldNum" sz="quarter" idx="22"/>
          </p:nvPr>
        </p:nvSpPr>
        <p:spPr/>
        <p:txBody>
          <a:bodyPr/>
          <a:lstStyle/>
          <a:p>
            <a:fld id="{B5CEABB6-07DC-46E8-9B57-56EC44A396E5}" type="slidenum">
              <a:rPr lang="fr-CA" smtClean="0"/>
              <a:pPr/>
              <a:t>11</a:t>
            </a:fld>
            <a:endParaRPr lang="fr-CA"/>
          </a:p>
        </p:txBody>
      </p:sp>
    </p:spTree>
    <p:extLst>
      <p:ext uri="{BB962C8B-B14F-4D97-AF65-F5344CB8AC3E}">
        <p14:creationId xmlns:p14="http://schemas.microsoft.com/office/powerpoint/2010/main" val="281180095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8E75881C-B08E-FE5C-6A47-F09099153DB2}"/>
              </a:ext>
            </a:extLst>
          </p:cNvPr>
          <p:cNvSpPr>
            <a:spLocks noGrp="1"/>
          </p:cNvSpPr>
          <p:nvPr>
            <p:ph type="ctrTitle"/>
          </p:nvPr>
        </p:nvSpPr>
        <p:spPr/>
        <p:txBody>
          <a:bodyPr/>
          <a:lstStyle/>
          <a:p>
            <a:r>
              <a:rPr lang="fr-CA" dirty="0"/>
              <a:t>Conséquences potentielles</a:t>
            </a:r>
          </a:p>
        </p:txBody>
      </p:sp>
    </p:spTree>
    <p:extLst>
      <p:ext uri="{BB962C8B-B14F-4D97-AF65-F5344CB8AC3E}">
        <p14:creationId xmlns:p14="http://schemas.microsoft.com/office/powerpoint/2010/main" val="66153875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71A41638-160D-FC43-036F-59D3DF17A7AC}"/>
              </a:ext>
            </a:extLst>
          </p:cNvPr>
          <p:cNvSpPr>
            <a:spLocks noGrp="1"/>
          </p:cNvSpPr>
          <p:nvPr>
            <p:ph type="title"/>
          </p:nvPr>
        </p:nvSpPr>
        <p:spPr/>
        <p:txBody>
          <a:bodyPr/>
          <a:lstStyle/>
          <a:p>
            <a:r>
              <a:rPr lang="fr-CA" dirty="0"/>
              <a:t>Conséquences Légales</a:t>
            </a:r>
          </a:p>
        </p:txBody>
      </p:sp>
      <p:sp>
        <p:nvSpPr>
          <p:cNvPr id="3" name="Espace réservé du texte 2">
            <a:extLst>
              <a:ext uri="{FF2B5EF4-FFF2-40B4-BE49-F238E27FC236}">
                <a16:creationId xmlns:a16="http://schemas.microsoft.com/office/drawing/2014/main" id="{3AF45A3A-D4CB-0320-0433-C983B4D549CA}"/>
              </a:ext>
            </a:extLst>
          </p:cNvPr>
          <p:cNvSpPr>
            <a:spLocks noGrp="1"/>
          </p:cNvSpPr>
          <p:nvPr>
            <p:ph type="body" sz="quarter" idx="13"/>
          </p:nvPr>
        </p:nvSpPr>
        <p:spPr/>
        <p:txBody>
          <a:bodyPr/>
          <a:lstStyle/>
          <a:p>
            <a:pPr marL="0" indent="0">
              <a:buNone/>
            </a:pPr>
            <a:r>
              <a:rPr lang="fr-CA" dirty="0"/>
              <a:t>Juridique</a:t>
            </a:r>
          </a:p>
        </p:txBody>
      </p:sp>
      <p:sp>
        <p:nvSpPr>
          <p:cNvPr id="4" name="Espace réservé du texte 3">
            <a:extLst>
              <a:ext uri="{FF2B5EF4-FFF2-40B4-BE49-F238E27FC236}">
                <a16:creationId xmlns:a16="http://schemas.microsoft.com/office/drawing/2014/main" id="{DABAC7DD-9A5A-1F4C-F2AA-34F84CD22F97}"/>
              </a:ext>
            </a:extLst>
          </p:cNvPr>
          <p:cNvSpPr>
            <a:spLocks noGrp="1"/>
          </p:cNvSpPr>
          <p:nvPr>
            <p:ph type="body" sz="quarter" idx="15"/>
          </p:nvPr>
        </p:nvSpPr>
        <p:spPr/>
        <p:txBody>
          <a:bodyPr/>
          <a:lstStyle/>
          <a:p>
            <a:pPr marL="285750" indent="-285750">
              <a:buFont typeface="Arial" panose="020B0604020202020204" pitchFamily="34" charset="0"/>
              <a:buChar char="•"/>
            </a:pPr>
            <a:r>
              <a:rPr lang="fr-CA" dirty="0"/>
              <a:t>Poursuites possibles au civil</a:t>
            </a:r>
          </a:p>
          <a:p>
            <a:pPr marL="285750" indent="-285750">
              <a:buFont typeface="Arial" panose="020B0604020202020204" pitchFamily="34" charset="0"/>
              <a:buChar char="•"/>
            </a:pPr>
            <a:r>
              <a:rPr lang="fr-CA" dirty="0"/>
              <a:t>Injonctions : les titulaires de droits peuvent demander une injonction pour faire cesser la violation de la licence.</a:t>
            </a:r>
          </a:p>
          <a:p>
            <a:pPr marL="285750" indent="-285750">
              <a:buFont typeface="Arial" panose="020B0604020202020204" pitchFamily="34" charset="0"/>
              <a:buChar char="•"/>
            </a:pPr>
            <a:r>
              <a:rPr lang="fr-CA" dirty="0"/>
              <a:t>Dommages-intérêts : la partie lésée peut réclamer des dommages-intérêts pour compenser les pertes économiques ou autres préjudices subis.</a:t>
            </a:r>
          </a:p>
          <a:p>
            <a:pPr marL="285750" indent="-285750">
              <a:buFont typeface="Arial" panose="020B0604020202020204" pitchFamily="34" charset="0"/>
              <a:buChar char="•"/>
            </a:pPr>
            <a:r>
              <a:rPr lang="fr-CA" dirty="0"/>
              <a:t>Dommages-intérêts punitifs : dans certains cas, des dommages-intérêts punitifs peuvent être accordés pour décourager d'autres violations.</a:t>
            </a:r>
          </a:p>
          <a:p>
            <a:endParaRPr lang="fr-CA" dirty="0"/>
          </a:p>
        </p:txBody>
      </p:sp>
      <p:sp>
        <p:nvSpPr>
          <p:cNvPr id="5" name="Espace réservé du texte 4">
            <a:extLst>
              <a:ext uri="{FF2B5EF4-FFF2-40B4-BE49-F238E27FC236}">
                <a16:creationId xmlns:a16="http://schemas.microsoft.com/office/drawing/2014/main" id="{44B03D23-E919-04EB-A603-DCC4D5F9CA20}"/>
              </a:ext>
            </a:extLst>
          </p:cNvPr>
          <p:cNvSpPr>
            <a:spLocks noGrp="1"/>
          </p:cNvSpPr>
          <p:nvPr>
            <p:ph type="body" sz="quarter" idx="25"/>
          </p:nvPr>
        </p:nvSpPr>
        <p:spPr>
          <a:xfrm>
            <a:off x="5919680" y="4956840"/>
            <a:ext cx="5433204" cy="365125"/>
          </a:xfrm>
        </p:spPr>
        <p:txBody>
          <a:bodyPr/>
          <a:lstStyle/>
          <a:p>
            <a:r>
              <a:rPr lang="fr-CA" dirty="0"/>
              <a:t>Example</a:t>
            </a:r>
          </a:p>
        </p:txBody>
      </p:sp>
      <p:sp>
        <p:nvSpPr>
          <p:cNvPr id="6" name="Espace réservé du texte 5">
            <a:extLst>
              <a:ext uri="{FF2B5EF4-FFF2-40B4-BE49-F238E27FC236}">
                <a16:creationId xmlns:a16="http://schemas.microsoft.com/office/drawing/2014/main" id="{89B2BDEE-6C4D-3618-4538-3DF495EA7764}"/>
              </a:ext>
            </a:extLst>
          </p:cNvPr>
          <p:cNvSpPr>
            <a:spLocks noGrp="1"/>
          </p:cNvSpPr>
          <p:nvPr>
            <p:ph type="body" sz="quarter" idx="26"/>
          </p:nvPr>
        </p:nvSpPr>
        <p:spPr>
          <a:xfrm>
            <a:off x="5919680" y="5327365"/>
            <a:ext cx="5431971" cy="557950"/>
          </a:xfrm>
        </p:spPr>
        <p:txBody>
          <a:bodyPr/>
          <a:lstStyle/>
          <a:p>
            <a:pPr marL="285750" indent="-285750">
              <a:buFont typeface="Arial" panose="020B0604020202020204" pitchFamily="34" charset="0"/>
              <a:buChar char="•"/>
            </a:pPr>
            <a:r>
              <a:rPr lang="fr-CA" dirty="0" err="1">
                <a:hlinkClick r:id="rId2"/>
              </a:rPr>
              <a:t>BusyBox</a:t>
            </a:r>
            <a:endParaRPr lang="fr-CA" dirty="0"/>
          </a:p>
          <a:p>
            <a:pPr marL="285750" indent="-285750">
              <a:buFont typeface="Arial" panose="020B0604020202020204" pitchFamily="34" charset="0"/>
              <a:buChar char="•"/>
            </a:pPr>
            <a:r>
              <a:rPr lang="fr-CA" dirty="0">
                <a:hlinkClick r:id="rId3"/>
              </a:rPr>
              <a:t>Patrick </a:t>
            </a:r>
            <a:r>
              <a:rPr lang="fr-CA" dirty="0" err="1">
                <a:hlinkClick r:id="rId3"/>
              </a:rPr>
              <a:t>McHardy</a:t>
            </a:r>
            <a:endParaRPr lang="fr-CA" dirty="0"/>
          </a:p>
        </p:txBody>
      </p:sp>
      <p:sp>
        <p:nvSpPr>
          <p:cNvPr id="7" name="Espace réservé de la date 6">
            <a:extLst>
              <a:ext uri="{FF2B5EF4-FFF2-40B4-BE49-F238E27FC236}">
                <a16:creationId xmlns:a16="http://schemas.microsoft.com/office/drawing/2014/main" id="{99654E18-817F-8ABA-BBCB-20C79DDB3AD3}"/>
              </a:ext>
            </a:extLst>
          </p:cNvPr>
          <p:cNvSpPr>
            <a:spLocks noGrp="1"/>
          </p:cNvSpPr>
          <p:nvPr>
            <p:ph type="dt" sz="half" idx="20"/>
          </p:nvPr>
        </p:nvSpPr>
        <p:spPr/>
        <p:txBody>
          <a:bodyPr/>
          <a:lstStyle/>
          <a:p>
            <a:r>
              <a:rPr lang="fr-FR"/>
              <a:t>2023</a:t>
            </a:r>
            <a:endParaRPr lang="fr-CA"/>
          </a:p>
        </p:txBody>
      </p:sp>
      <p:sp>
        <p:nvSpPr>
          <p:cNvPr id="8" name="Espace réservé du pied de page 7">
            <a:extLst>
              <a:ext uri="{FF2B5EF4-FFF2-40B4-BE49-F238E27FC236}">
                <a16:creationId xmlns:a16="http://schemas.microsoft.com/office/drawing/2014/main" id="{E51E1DC0-ABA7-3A2E-EC8A-EE8243458DFC}"/>
              </a:ext>
            </a:extLst>
          </p:cNvPr>
          <p:cNvSpPr>
            <a:spLocks noGrp="1"/>
          </p:cNvSpPr>
          <p:nvPr>
            <p:ph type="ftr" sz="quarter" idx="21"/>
          </p:nvPr>
        </p:nvSpPr>
        <p:spPr/>
        <p:txBody>
          <a:bodyPr/>
          <a:lstStyle/>
          <a:p>
            <a:r>
              <a:rPr lang="fr-CA"/>
              <a:t>420-06A-FX</a:t>
            </a:r>
          </a:p>
        </p:txBody>
      </p:sp>
      <p:sp>
        <p:nvSpPr>
          <p:cNvPr id="9" name="Espace réservé du numéro de diapositive 8">
            <a:extLst>
              <a:ext uri="{FF2B5EF4-FFF2-40B4-BE49-F238E27FC236}">
                <a16:creationId xmlns:a16="http://schemas.microsoft.com/office/drawing/2014/main" id="{D5227BD1-D359-4C8C-54C8-F635B571C92C}"/>
              </a:ext>
            </a:extLst>
          </p:cNvPr>
          <p:cNvSpPr>
            <a:spLocks noGrp="1"/>
          </p:cNvSpPr>
          <p:nvPr>
            <p:ph type="sldNum" sz="quarter" idx="22"/>
          </p:nvPr>
        </p:nvSpPr>
        <p:spPr/>
        <p:txBody>
          <a:bodyPr/>
          <a:lstStyle/>
          <a:p>
            <a:fld id="{B5CEABB6-07DC-46E8-9B57-56EC44A396E5}" type="slidenum">
              <a:rPr lang="fr-CA" smtClean="0"/>
              <a:pPr/>
              <a:t>13</a:t>
            </a:fld>
            <a:endParaRPr lang="fr-CA"/>
          </a:p>
        </p:txBody>
      </p:sp>
    </p:spTree>
    <p:extLst>
      <p:ext uri="{BB962C8B-B14F-4D97-AF65-F5344CB8AC3E}">
        <p14:creationId xmlns:p14="http://schemas.microsoft.com/office/powerpoint/2010/main" val="221602259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BB86128B-9DFD-7EC4-531B-3E00A60A48EB}"/>
              </a:ext>
            </a:extLst>
          </p:cNvPr>
          <p:cNvSpPr>
            <a:spLocks noGrp="1"/>
          </p:cNvSpPr>
          <p:nvPr>
            <p:ph type="ctrTitle"/>
          </p:nvPr>
        </p:nvSpPr>
        <p:spPr/>
        <p:txBody>
          <a:bodyPr/>
          <a:lstStyle/>
          <a:p>
            <a:r>
              <a:rPr lang="fr-CA" dirty="0"/>
              <a:t>Discussions</a:t>
            </a:r>
          </a:p>
        </p:txBody>
      </p:sp>
    </p:spTree>
    <p:extLst>
      <p:ext uri="{BB962C8B-B14F-4D97-AF65-F5344CB8AC3E}">
        <p14:creationId xmlns:p14="http://schemas.microsoft.com/office/powerpoint/2010/main" val="24462982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Titre 13">
            <a:extLst>
              <a:ext uri="{FF2B5EF4-FFF2-40B4-BE49-F238E27FC236}">
                <a16:creationId xmlns:a16="http://schemas.microsoft.com/office/drawing/2014/main" id="{CA59C80D-61B8-89AF-94C4-EE54CC79421A}"/>
              </a:ext>
            </a:extLst>
          </p:cNvPr>
          <p:cNvSpPr>
            <a:spLocks noGrp="1"/>
          </p:cNvSpPr>
          <p:nvPr>
            <p:ph type="title"/>
          </p:nvPr>
        </p:nvSpPr>
        <p:spPr/>
        <p:txBody>
          <a:bodyPr>
            <a:normAutofit fontScale="90000"/>
          </a:bodyPr>
          <a:lstStyle/>
          <a:p>
            <a:r>
              <a:rPr lang="fr-CA" dirty="0"/>
              <a:t>Différents outils connus</a:t>
            </a:r>
          </a:p>
        </p:txBody>
      </p:sp>
      <p:sp>
        <p:nvSpPr>
          <p:cNvPr id="3" name="Espace réservé du texte 2">
            <a:extLst>
              <a:ext uri="{FF2B5EF4-FFF2-40B4-BE49-F238E27FC236}">
                <a16:creationId xmlns:a16="http://schemas.microsoft.com/office/drawing/2014/main" id="{265791C2-094B-8B43-EB22-3C30C0632FA5}"/>
              </a:ext>
            </a:extLst>
          </p:cNvPr>
          <p:cNvSpPr>
            <a:spLocks noGrp="1"/>
          </p:cNvSpPr>
          <p:nvPr>
            <p:ph type="body" sz="quarter" idx="13"/>
          </p:nvPr>
        </p:nvSpPr>
        <p:spPr/>
        <p:txBody>
          <a:bodyPr/>
          <a:lstStyle/>
          <a:p>
            <a:r>
              <a:rPr lang="fr-CA" dirty="0" err="1">
                <a:hlinkClick r:id="rId2"/>
              </a:rPr>
              <a:t>Stackoverflow</a:t>
            </a:r>
            <a:r>
              <a:rPr lang="fr-CA" dirty="0"/>
              <a:t> (CC)</a:t>
            </a:r>
          </a:p>
        </p:txBody>
      </p:sp>
      <p:sp>
        <p:nvSpPr>
          <p:cNvPr id="4" name="Espace réservé du texte 3">
            <a:extLst>
              <a:ext uri="{FF2B5EF4-FFF2-40B4-BE49-F238E27FC236}">
                <a16:creationId xmlns:a16="http://schemas.microsoft.com/office/drawing/2014/main" id="{55F64499-2504-8DA9-6F1D-908B5E45212D}"/>
              </a:ext>
            </a:extLst>
          </p:cNvPr>
          <p:cNvSpPr>
            <a:spLocks noGrp="1"/>
          </p:cNvSpPr>
          <p:nvPr>
            <p:ph type="body" sz="quarter" idx="14"/>
          </p:nvPr>
        </p:nvSpPr>
        <p:spPr>
          <a:xfrm>
            <a:off x="838200" y="2765174"/>
            <a:ext cx="2141764" cy="514350"/>
          </a:xfrm>
        </p:spPr>
        <p:txBody>
          <a:bodyPr/>
          <a:lstStyle/>
          <a:p>
            <a:r>
              <a:rPr lang="fr-CA" dirty="0" err="1">
                <a:hlinkClick r:id="rId3"/>
              </a:rPr>
              <a:t>Youtube</a:t>
            </a:r>
            <a:r>
              <a:rPr lang="fr-CA" dirty="0"/>
              <a:t> (CC)</a:t>
            </a:r>
          </a:p>
        </p:txBody>
      </p:sp>
      <p:sp>
        <p:nvSpPr>
          <p:cNvPr id="15" name="Espace réservé du texte 14">
            <a:extLst>
              <a:ext uri="{FF2B5EF4-FFF2-40B4-BE49-F238E27FC236}">
                <a16:creationId xmlns:a16="http://schemas.microsoft.com/office/drawing/2014/main" id="{7621EA4D-66A5-BF82-23D8-7B839FDD11CB}"/>
              </a:ext>
            </a:extLst>
          </p:cNvPr>
          <p:cNvSpPr>
            <a:spLocks noGrp="1"/>
          </p:cNvSpPr>
          <p:nvPr>
            <p:ph type="body" sz="quarter" idx="16"/>
          </p:nvPr>
        </p:nvSpPr>
        <p:spPr/>
        <p:txBody>
          <a:bodyPr/>
          <a:lstStyle/>
          <a:p>
            <a:r>
              <a:rPr lang="fr-CA" dirty="0">
                <a:hlinkClick r:id="rId4"/>
              </a:rPr>
              <a:t>Visual Studio Code </a:t>
            </a:r>
            <a:r>
              <a:rPr lang="fr-CA" dirty="0"/>
              <a:t>(MIT)</a:t>
            </a:r>
          </a:p>
        </p:txBody>
      </p:sp>
      <p:sp>
        <p:nvSpPr>
          <p:cNvPr id="7" name="Espace réservé du texte 6">
            <a:extLst>
              <a:ext uri="{FF2B5EF4-FFF2-40B4-BE49-F238E27FC236}">
                <a16:creationId xmlns:a16="http://schemas.microsoft.com/office/drawing/2014/main" id="{2CBE3F71-FFFF-0ADC-5FAD-24A8BA207585}"/>
              </a:ext>
            </a:extLst>
          </p:cNvPr>
          <p:cNvSpPr>
            <a:spLocks noGrp="1"/>
          </p:cNvSpPr>
          <p:nvPr>
            <p:ph type="body" sz="quarter" idx="17"/>
          </p:nvPr>
        </p:nvSpPr>
        <p:spPr/>
        <p:txBody>
          <a:bodyPr/>
          <a:lstStyle/>
          <a:p>
            <a:r>
              <a:rPr lang="en-US" dirty="0"/>
              <a:t>“Any downloading, copying, or storing of any public Network Content […] for other than personal, noncommercial use is expressly prohibited without prior written permission […]. “</a:t>
            </a:r>
            <a:endParaRPr lang="fr-CA" dirty="0"/>
          </a:p>
        </p:txBody>
      </p:sp>
      <p:sp>
        <p:nvSpPr>
          <p:cNvPr id="8" name="Espace réservé du texte 7">
            <a:extLst>
              <a:ext uri="{FF2B5EF4-FFF2-40B4-BE49-F238E27FC236}">
                <a16:creationId xmlns:a16="http://schemas.microsoft.com/office/drawing/2014/main" id="{029C644E-4747-1081-B34F-6359E1FC13C2}"/>
              </a:ext>
            </a:extLst>
          </p:cNvPr>
          <p:cNvSpPr>
            <a:spLocks noGrp="1"/>
          </p:cNvSpPr>
          <p:nvPr>
            <p:ph type="body" sz="quarter" idx="18"/>
          </p:nvPr>
        </p:nvSpPr>
        <p:spPr>
          <a:xfrm>
            <a:off x="5109853" y="2890275"/>
            <a:ext cx="5539095" cy="1010842"/>
          </a:xfrm>
        </p:spPr>
        <p:txBody>
          <a:bodyPr/>
          <a:lstStyle/>
          <a:p>
            <a:r>
              <a:rPr lang="fr-CA" dirty="0"/>
              <a:t>« Vous accordez également à chaque utilisateur du service une licence mondiale, non exclusive et sans redevance, lui permettant d'accéder à votre contenu par l'entremise du service et de l'utiliser, y compris pour le reproduire, le distribuer, en préparer des œuvres dérivées, le diffuser et l'exécuter, uniquement s'il est activé par une fonctionnalité du service (telle que la lecture vidéo ou l'intégration). »</a:t>
            </a:r>
          </a:p>
        </p:txBody>
      </p:sp>
      <p:sp>
        <p:nvSpPr>
          <p:cNvPr id="16" name="Espace réservé du texte 15">
            <a:extLst>
              <a:ext uri="{FF2B5EF4-FFF2-40B4-BE49-F238E27FC236}">
                <a16:creationId xmlns:a16="http://schemas.microsoft.com/office/drawing/2014/main" id="{0F5C93F8-79F1-4AEC-7800-2EDD5BF9B8D7}"/>
              </a:ext>
            </a:extLst>
          </p:cNvPr>
          <p:cNvSpPr>
            <a:spLocks noGrp="1"/>
          </p:cNvSpPr>
          <p:nvPr>
            <p:ph type="body" sz="quarter" idx="20"/>
          </p:nvPr>
        </p:nvSpPr>
        <p:spPr/>
        <p:txBody>
          <a:bodyPr/>
          <a:lstStyle/>
          <a:p>
            <a:r>
              <a:rPr lang="fr-CA" dirty="0"/>
              <a:t>« Le Code source pour Visual Studio Code est disponible à l’adresse </a:t>
            </a:r>
            <a:r>
              <a:rPr lang="fr-CA" dirty="0">
                <a:hlinkClick r:id="rId5"/>
              </a:rPr>
              <a:t>https://github.com/Microsoft/vscode</a:t>
            </a:r>
            <a:r>
              <a:rPr lang="fr-CA" dirty="0"/>
              <a:t> en vertu du contrat de licence MIT à l’adresse </a:t>
            </a:r>
            <a:r>
              <a:rPr lang="fr-CA" dirty="0">
                <a:hlinkClick r:id="rId6"/>
              </a:rPr>
              <a:t>https://github.com/microsoft/vscode/blob/main/LICENSE.txt</a:t>
            </a:r>
            <a:r>
              <a:rPr lang="fr-CA" dirty="0"/>
              <a:t>. »</a:t>
            </a:r>
          </a:p>
        </p:txBody>
      </p:sp>
      <p:sp>
        <p:nvSpPr>
          <p:cNvPr id="11" name="Espace réservé de la date 10">
            <a:extLst>
              <a:ext uri="{FF2B5EF4-FFF2-40B4-BE49-F238E27FC236}">
                <a16:creationId xmlns:a16="http://schemas.microsoft.com/office/drawing/2014/main" id="{24E295E2-D70C-CBB0-5864-0D96D0D27B5F}"/>
              </a:ext>
            </a:extLst>
          </p:cNvPr>
          <p:cNvSpPr>
            <a:spLocks noGrp="1"/>
          </p:cNvSpPr>
          <p:nvPr>
            <p:ph type="dt" sz="half" idx="10"/>
          </p:nvPr>
        </p:nvSpPr>
        <p:spPr/>
        <p:txBody>
          <a:bodyPr/>
          <a:lstStyle/>
          <a:p>
            <a:pPr rtl="0"/>
            <a:r>
              <a:rPr lang="fr-FR" noProof="0"/>
              <a:t>2023</a:t>
            </a:r>
            <a:endParaRPr lang="fr-CA" noProof="0"/>
          </a:p>
        </p:txBody>
      </p:sp>
      <p:sp>
        <p:nvSpPr>
          <p:cNvPr id="12" name="Espace réservé du pied de page 11">
            <a:extLst>
              <a:ext uri="{FF2B5EF4-FFF2-40B4-BE49-F238E27FC236}">
                <a16:creationId xmlns:a16="http://schemas.microsoft.com/office/drawing/2014/main" id="{B601BE9B-0CE3-FAD1-112B-806538DA576B}"/>
              </a:ext>
            </a:extLst>
          </p:cNvPr>
          <p:cNvSpPr>
            <a:spLocks noGrp="1"/>
          </p:cNvSpPr>
          <p:nvPr>
            <p:ph type="ftr" sz="quarter" idx="11"/>
          </p:nvPr>
        </p:nvSpPr>
        <p:spPr/>
        <p:txBody>
          <a:bodyPr/>
          <a:lstStyle/>
          <a:p>
            <a:pPr rtl="0"/>
            <a:r>
              <a:rPr lang="fr-CA" noProof="0"/>
              <a:t>420-06A-FX</a:t>
            </a:r>
          </a:p>
        </p:txBody>
      </p:sp>
      <p:sp>
        <p:nvSpPr>
          <p:cNvPr id="13" name="Espace réservé du numéro de diapositive 12">
            <a:extLst>
              <a:ext uri="{FF2B5EF4-FFF2-40B4-BE49-F238E27FC236}">
                <a16:creationId xmlns:a16="http://schemas.microsoft.com/office/drawing/2014/main" id="{0C627A3B-5689-4714-C2F8-59E36B3673B7}"/>
              </a:ext>
            </a:extLst>
          </p:cNvPr>
          <p:cNvSpPr>
            <a:spLocks noGrp="1"/>
          </p:cNvSpPr>
          <p:nvPr>
            <p:ph type="sldNum" sz="quarter" idx="12"/>
          </p:nvPr>
        </p:nvSpPr>
        <p:spPr/>
        <p:txBody>
          <a:bodyPr/>
          <a:lstStyle/>
          <a:p>
            <a:pPr rtl="0"/>
            <a:fld id="{B5CEABB6-07DC-46E8-9B57-56EC44A396E5}" type="slidenum">
              <a:rPr lang="fr-CA" noProof="0" smtClean="0"/>
              <a:t>15</a:t>
            </a:fld>
            <a:endParaRPr lang="fr-CA" noProof="0"/>
          </a:p>
        </p:txBody>
      </p:sp>
    </p:spTree>
    <p:extLst>
      <p:ext uri="{BB962C8B-B14F-4D97-AF65-F5344CB8AC3E}">
        <p14:creationId xmlns:p14="http://schemas.microsoft.com/office/powerpoint/2010/main" val="225720343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C22A8D1B-E3B7-26CA-D647-829638AF725E}"/>
              </a:ext>
            </a:extLst>
          </p:cNvPr>
          <p:cNvSpPr>
            <a:spLocks noGrp="1"/>
          </p:cNvSpPr>
          <p:nvPr>
            <p:ph type="ctrTitle"/>
          </p:nvPr>
        </p:nvSpPr>
        <p:spPr/>
        <p:txBody>
          <a:bodyPr/>
          <a:lstStyle/>
          <a:p>
            <a:r>
              <a:rPr lang="fr-CA" dirty="0"/>
              <a:t>Outils</a:t>
            </a:r>
          </a:p>
        </p:txBody>
      </p:sp>
    </p:spTree>
    <p:extLst>
      <p:ext uri="{BB962C8B-B14F-4D97-AF65-F5344CB8AC3E}">
        <p14:creationId xmlns:p14="http://schemas.microsoft.com/office/powerpoint/2010/main" val="234465770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8D071699-AFBE-AC9C-8CC1-0658F0CF8E8F}"/>
              </a:ext>
            </a:extLst>
          </p:cNvPr>
          <p:cNvSpPr>
            <a:spLocks noGrp="1"/>
          </p:cNvSpPr>
          <p:nvPr>
            <p:ph type="title"/>
          </p:nvPr>
        </p:nvSpPr>
        <p:spPr/>
        <p:txBody>
          <a:bodyPr/>
          <a:lstStyle/>
          <a:p>
            <a:r>
              <a:rPr lang="fr-CA" dirty="0">
                <a:hlinkClick r:id="rId2"/>
              </a:rPr>
              <a:t>Sélecteur de licence</a:t>
            </a:r>
            <a:endParaRPr lang="fr-CA" dirty="0"/>
          </a:p>
        </p:txBody>
      </p:sp>
      <p:sp>
        <p:nvSpPr>
          <p:cNvPr id="9" name="Espace réservé de la date 8">
            <a:extLst>
              <a:ext uri="{FF2B5EF4-FFF2-40B4-BE49-F238E27FC236}">
                <a16:creationId xmlns:a16="http://schemas.microsoft.com/office/drawing/2014/main" id="{1D287CDB-F3FC-2E06-90C7-9E0AAA948890}"/>
              </a:ext>
            </a:extLst>
          </p:cNvPr>
          <p:cNvSpPr>
            <a:spLocks noGrp="1"/>
          </p:cNvSpPr>
          <p:nvPr>
            <p:ph type="dt" sz="half" idx="20"/>
          </p:nvPr>
        </p:nvSpPr>
        <p:spPr/>
        <p:txBody>
          <a:bodyPr/>
          <a:lstStyle/>
          <a:p>
            <a:r>
              <a:rPr lang="fr-FR"/>
              <a:t>2023</a:t>
            </a:r>
            <a:endParaRPr lang="fr-CA"/>
          </a:p>
        </p:txBody>
      </p:sp>
      <p:sp>
        <p:nvSpPr>
          <p:cNvPr id="10" name="Espace réservé du pied de page 9">
            <a:extLst>
              <a:ext uri="{FF2B5EF4-FFF2-40B4-BE49-F238E27FC236}">
                <a16:creationId xmlns:a16="http://schemas.microsoft.com/office/drawing/2014/main" id="{BEF74E9F-A2C3-8FBD-42A0-D674620263FB}"/>
              </a:ext>
            </a:extLst>
          </p:cNvPr>
          <p:cNvSpPr>
            <a:spLocks noGrp="1"/>
          </p:cNvSpPr>
          <p:nvPr>
            <p:ph type="ftr" sz="quarter" idx="21"/>
          </p:nvPr>
        </p:nvSpPr>
        <p:spPr/>
        <p:txBody>
          <a:bodyPr/>
          <a:lstStyle/>
          <a:p>
            <a:r>
              <a:rPr lang="fr-CA"/>
              <a:t>420-06A-FX</a:t>
            </a:r>
          </a:p>
        </p:txBody>
      </p:sp>
      <p:sp>
        <p:nvSpPr>
          <p:cNvPr id="11" name="Espace réservé du numéro de diapositive 10">
            <a:extLst>
              <a:ext uri="{FF2B5EF4-FFF2-40B4-BE49-F238E27FC236}">
                <a16:creationId xmlns:a16="http://schemas.microsoft.com/office/drawing/2014/main" id="{1287E481-F75F-6887-112F-F4A866ECB8C5}"/>
              </a:ext>
            </a:extLst>
          </p:cNvPr>
          <p:cNvSpPr>
            <a:spLocks noGrp="1"/>
          </p:cNvSpPr>
          <p:nvPr>
            <p:ph type="sldNum" sz="quarter" idx="22"/>
          </p:nvPr>
        </p:nvSpPr>
        <p:spPr/>
        <p:txBody>
          <a:bodyPr/>
          <a:lstStyle/>
          <a:p>
            <a:fld id="{B5CEABB6-07DC-46E8-9B57-56EC44A396E5}" type="slidenum">
              <a:rPr lang="fr-CA" smtClean="0"/>
              <a:pPr/>
              <a:t>17</a:t>
            </a:fld>
            <a:endParaRPr lang="fr-CA"/>
          </a:p>
        </p:txBody>
      </p:sp>
      <p:pic>
        <p:nvPicPr>
          <p:cNvPr id="13" name="Image 12">
            <a:extLst>
              <a:ext uri="{FF2B5EF4-FFF2-40B4-BE49-F238E27FC236}">
                <a16:creationId xmlns:a16="http://schemas.microsoft.com/office/drawing/2014/main" id="{3D4DC27E-B582-2D2C-9CD4-35929B7E2BED}"/>
              </a:ext>
            </a:extLst>
          </p:cNvPr>
          <p:cNvPicPr>
            <a:picLocks noChangeAspect="1"/>
          </p:cNvPicPr>
          <p:nvPr/>
        </p:nvPicPr>
        <p:blipFill>
          <a:blip r:embed="rId3"/>
          <a:stretch>
            <a:fillRect/>
          </a:stretch>
        </p:blipFill>
        <p:spPr>
          <a:xfrm>
            <a:off x="4537407" y="780680"/>
            <a:ext cx="7478169" cy="5296639"/>
          </a:xfrm>
          <a:prstGeom prst="rect">
            <a:avLst/>
          </a:prstGeom>
        </p:spPr>
      </p:pic>
    </p:spTree>
    <p:extLst>
      <p:ext uri="{BB962C8B-B14F-4D97-AF65-F5344CB8AC3E}">
        <p14:creationId xmlns:p14="http://schemas.microsoft.com/office/powerpoint/2010/main" val="318278467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F5F82F18-9A2B-DE9D-C18A-4CB7E4612A03}"/>
              </a:ext>
            </a:extLst>
          </p:cNvPr>
          <p:cNvSpPr>
            <a:spLocks noGrp="1"/>
          </p:cNvSpPr>
          <p:nvPr>
            <p:ph type="ctrTitle"/>
          </p:nvPr>
        </p:nvSpPr>
        <p:spPr/>
        <p:txBody>
          <a:bodyPr/>
          <a:lstStyle/>
          <a:p>
            <a:r>
              <a:rPr lang="fr-CA" dirty="0"/>
              <a:t>Obligations légales</a:t>
            </a:r>
          </a:p>
        </p:txBody>
      </p:sp>
    </p:spTree>
    <p:extLst>
      <p:ext uri="{BB962C8B-B14F-4D97-AF65-F5344CB8AC3E}">
        <p14:creationId xmlns:p14="http://schemas.microsoft.com/office/powerpoint/2010/main" val="2342645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CD5C012F-3E73-3703-EF98-630A8BEE6D5B}"/>
              </a:ext>
            </a:extLst>
          </p:cNvPr>
          <p:cNvSpPr>
            <a:spLocks noGrp="1"/>
          </p:cNvSpPr>
          <p:nvPr>
            <p:ph type="title"/>
          </p:nvPr>
        </p:nvSpPr>
        <p:spPr>
          <a:xfrm>
            <a:off x="1752599" y="1092447"/>
            <a:ext cx="3522786" cy="1325563"/>
          </a:xfrm>
        </p:spPr>
        <p:txBody>
          <a:bodyPr/>
          <a:lstStyle/>
          <a:p>
            <a:r>
              <a:rPr lang="fr-CA" dirty="0"/>
              <a:t>Droit d’auteur</a:t>
            </a:r>
          </a:p>
        </p:txBody>
      </p:sp>
      <p:sp>
        <p:nvSpPr>
          <p:cNvPr id="3" name="Espace réservé du texte 2">
            <a:extLst>
              <a:ext uri="{FF2B5EF4-FFF2-40B4-BE49-F238E27FC236}">
                <a16:creationId xmlns:a16="http://schemas.microsoft.com/office/drawing/2014/main" id="{F578E12F-688A-CA3B-4EAE-EEAB1AC051F9}"/>
              </a:ext>
            </a:extLst>
          </p:cNvPr>
          <p:cNvSpPr>
            <a:spLocks noGrp="1"/>
          </p:cNvSpPr>
          <p:nvPr>
            <p:ph type="body" sz="quarter" idx="13"/>
          </p:nvPr>
        </p:nvSpPr>
        <p:spPr/>
        <p:txBody>
          <a:bodyPr/>
          <a:lstStyle/>
          <a:p>
            <a:pPr marL="0" indent="0">
              <a:buNone/>
            </a:pPr>
            <a:r>
              <a:rPr lang="fr-CA" dirty="0"/>
              <a:t>Droit d’auteur</a:t>
            </a:r>
          </a:p>
        </p:txBody>
      </p:sp>
      <p:sp>
        <p:nvSpPr>
          <p:cNvPr id="4" name="Espace réservé du texte 3">
            <a:extLst>
              <a:ext uri="{FF2B5EF4-FFF2-40B4-BE49-F238E27FC236}">
                <a16:creationId xmlns:a16="http://schemas.microsoft.com/office/drawing/2014/main" id="{FB2C80B8-3779-0B7B-0F40-FFBA96370136}"/>
              </a:ext>
            </a:extLst>
          </p:cNvPr>
          <p:cNvSpPr>
            <a:spLocks noGrp="1"/>
          </p:cNvSpPr>
          <p:nvPr>
            <p:ph type="body" sz="quarter" idx="15"/>
          </p:nvPr>
        </p:nvSpPr>
        <p:spPr/>
        <p:txBody>
          <a:bodyPr/>
          <a:lstStyle/>
          <a:p>
            <a:pPr marL="285750" indent="-285750">
              <a:buFont typeface="Arial" panose="020B0604020202020204" pitchFamily="34" charset="0"/>
              <a:buChar char="•"/>
            </a:pPr>
            <a:r>
              <a:rPr lang="fr-CA" dirty="0">
                <a:hlinkClick r:id="rId2"/>
              </a:rPr>
              <a:t>https://educaloi.qc.ca/capsules/le-droit-dauteur-pour-la-protection-de-la-creation/</a:t>
            </a:r>
            <a:endParaRPr lang="fr-CA" dirty="0"/>
          </a:p>
          <a:p>
            <a:endParaRPr lang="fr-CA" dirty="0"/>
          </a:p>
        </p:txBody>
      </p:sp>
      <p:sp>
        <p:nvSpPr>
          <p:cNvPr id="5" name="Espace réservé du texte 4">
            <a:extLst>
              <a:ext uri="{FF2B5EF4-FFF2-40B4-BE49-F238E27FC236}">
                <a16:creationId xmlns:a16="http://schemas.microsoft.com/office/drawing/2014/main" id="{BE4B0DFB-C444-904C-D4E0-342474B7433D}"/>
              </a:ext>
            </a:extLst>
          </p:cNvPr>
          <p:cNvSpPr>
            <a:spLocks noGrp="1"/>
          </p:cNvSpPr>
          <p:nvPr>
            <p:ph type="body" sz="quarter" idx="23"/>
          </p:nvPr>
        </p:nvSpPr>
        <p:spPr>
          <a:xfrm>
            <a:off x="5919680" y="3056117"/>
            <a:ext cx="5433204" cy="365125"/>
          </a:xfrm>
        </p:spPr>
        <p:txBody>
          <a:bodyPr/>
          <a:lstStyle/>
          <a:p>
            <a:r>
              <a:rPr lang="fr-CA" dirty="0"/>
              <a:t>Droit d’auteur au travail</a:t>
            </a:r>
          </a:p>
        </p:txBody>
      </p:sp>
      <p:sp>
        <p:nvSpPr>
          <p:cNvPr id="6" name="Espace réservé du texte 5">
            <a:extLst>
              <a:ext uri="{FF2B5EF4-FFF2-40B4-BE49-F238E27FC236}">
                <a16:creationId xmlns:a16="http://schemas.microsoft.com/office/drawing/2014/main" id="{A5F0B589-976D-F748-5704-E8FB4EB2A427}"/>
              </a:ext>
            </a:extLst>
          </p:cNvPr>
          <p:cNvSpPr>
            <a:spLocks noGrp="1"/>
          </p:cNvSpPr>
          <p:nvPr>
            <p:ph type="body" sz="quarter" idx="24"/>
          </p:nvPr>
        </p:nvSpPr>
        <p:spPr>
          <a:xfrm>
            <a:off x="5919254" y="3385542"/>
            <a:ext cx="5431971" cy="557950"/>
          </a:xfrm>
        </p:spPr>
        <p:txBody>
          <a:bodyPr/>
          <a:lstStyle/>
          <a:p>
            <a:pPr marL="285750" indent="-285750">
              <a:buFont typeface="Arial" panose="020B0604020202020204" pitchFamily="34" charset="0"/>
              <a:buChar char="•"/>
            </a:pPr>
            <a:r>
              <a:rPr lang="fr-CA" dirty="0">
                <a:hlinkClick r:id="rId3"/>
              </a:rPr>
              <a:t>https://www.copibec.ca/fr/nouvelle/332/le-droit-d-auteur-au-travail</a:t>
            </a:r>
            <a:endParaRPr lang="fr-CA" dirty="0"/>
          </a:p>
          <a:p>
            <a:pPr marL="285750" indent="-285750">
              <a:buFont typeface="Arial" panose="020B0604020202020204" pitchFamily="34" charset="0"/>
              <a:buChar char="•"/>
            </a:pPr>
            <a:r>
              <a:rPr lang="fr-CA" dirty="0"/>
              <a:t>« Au Canada, les droits d’auteur dits « patrimoniaux » appartiennent automatiquement à l’employeur pour les documents créés par un membre du personnel dans le cadre de ses fonctions. »</a:t>
            </a:r>
          </a:p>
          <a:p>
            <a:endParaRPr lang="fr-CA" dirty="0"/>
          </a:p>
        </p:txBody>
      </p:sp>
      <p:sp>
        <p:nvSpPr>
          <p:cNvPr id="9" name="Espace réservé de la date 8">
            <a:extLst>
              <a:ext uri="{FF2B5EF4-FFF2-40B4-BE49-F238E27FC236}">
                <a16:creationId xmlns:a16="http://schemas.microsoft.com/office/drawing/2014/main" id="{38BFD3E3-8B9D-ADDB-B92A-05B346309BA7}"/>
              </a:ext>
            </a:extLst>
          </p:cNvPr>
          <p:cNvSpPr>
            <a:spLocks noGrp="1"/>
          </p:cNvSpPr>
          <p:nvPr>
            <p:ph type="dt" sz="half" idx="20"/>
          </p:nvPr>
        </p:nvSpPr>
        <p:spPr/>
        <p:txBody>
          <a:bodyPr/>
          <a:lstStyle/>
          <a:p>
            <a:r>
              <a:rPr lang="fr-FR"/>
              <a:t>2023</a:t>
            </a:r>
            <a:endParaRPr lang="fr-CA"/>
          </a:p>
        </p:txBody>
      </p:sp>
      <p:sp>
        <p:nvSpPr>
          <p:cNvPr id="10" name="Espace réservé du pied de page 9">
            <a:extLst>
              <a:ext uri="{FF2B5EF4-FFF2-40B4-BE49-F238E27FC236}">
                <a16:creationId xmlns:a16="http://schemas.microsoft.com/office/drawing/2014/main" id="{A34C29A9-89AB-566D-0F86-6B3C3986CF91}"/>
              </a:ext>
            </a:extLst>
          </p:cNvPr>
          <p:cNvSpPr>
            <a:spLocks noGrp="1"/>
          </p:cNvSpPr>
          <p:nvPr>
            <p:ph type="ftr" sz="quarter" idx="21"/>
          </p:nvPr>
        </p:nvSpPr>
        <p:spPr/>
        <p:txBody>
          <a:bodyPr/>
          <a:lstStyle/>
          <a:p>
            <a:r>
              <a:rPr lang="fr-CA"/>
              <a:t>420-06A-FX</a:t>
            </a:r>
          </a:p>
        </p:txBody>
      </p:sp>
      <p:sp>
        <p:nvSpPr>
          <p:cNvPr id="11" name="Espace réservé du numéro de diapositive 10">
            <a:extLst>
              <a:ext uri="{FF2B5EF4-FFF2-40B4-BE49-F238E27FC236}">
                <a16:creationId xmlns:a16="http://schemas.microsoft.com/office/drawing/2014/main" id="{15EEE001-36DE-81DC-F9BD-27E8F64D5ADC}"/>
              </a:ext>
            </a:extLst>
          </p:cNvPr>
          <p:cNvSpPr>
            <a:spLocks noGrp="1"/>
          </p:cNvSpPr>
          <p:nvPr>
            <p:ph type="sldNum" sz="quarter" idx="22"/>
          </p:nvPr>
        </p:nvSpPr>
        <p:spPr/>
        <p:txBody>
          <a:bodyPr/>
          <a:lstStyle/>
          <a:p>
            <a:fld id="{B5CEABB6-07DC-46E8-9B57-56EC44A396E5}" type="slidenum">
              <a:rPr lang="fr-CA" smtClean="0"/>
              <a:pPr/>
              <a:t>19</a:t>
            </a:fld>
            <a:endParaRPr lang="fr-CA"/>
          </a:p>
        </p:txBody>
      </p:sp>
    </p:spTree>
    <p:extLst>
      <p:ext uri="{BB962C8B-B14F-4D97-AF65-F5344CB8AC3E}">
        <p14:creationId xmlns:p14="http://schemas.microsoft.com/office/powerpoint/2010/main" val="3736659492"/>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44913192-1F92-353A-2D4B-FB9E7EFE1135}"/>
              </a:ext>
            </a:extLst>
          </p:cNvPr>
          <p:cNvSpPr>
            <a:spLocks noGrp="1"/>
          </p:cNvSpPr>
          <p:nvPr>
            <p:ph type="title"/>
          </p:nvPr>
        </p:nvSpPr>
        <p:spPr>
          <a:xfrm>
            <a:off x="1752598" y="1092447"/>
            <a:ext cx="3452447" cy="1325563"/>
          </a:xfrm>
        </p:spPr>
        <p:txBody>
          <a:bodyPr/>
          <a:lstStyle/>
          <a:p>
            <a:r>
              <a:rPr lang="fr-CA" dirty="0"/>
              <a:t>Propriété intellectuelle</a:t>
            </a:r>
            <a:br>
              <a:rPr lang="fr-CA" dirty="0"/>
            </a:br>
            <a:r>
              <a:rPr lang="fr-CA" dirty="0"/>
              <a:t>(</a:t>
            </a:r>
            <a:r>
              <a:rPr lang="fr-CA" dirty="0">
                <a:hlinkClick r:id="rId2"/>
              </a:rPr>
              <a:t>source</a:t>
            </a:r>
            <a:r>
              <a:rPr lang="fr-CA" dirty="0"/>
              <a:t>)</a:t>
            </a:r>
          </a:p>
        </p:txBody>
      </p:sp>
      <p:sp>
        <p:nvSpPr>
          <p:cNvPr id="3" name="Espace réservé du texte 2">
            <a:extLst>
              <a:ext uri="{FF2B5EF4-FFF2-40B4-BE49-F238E27FC236}">
                <a16:creationId xmlns:a16="http://schemas.microsoft.com/office/drawing/2014/main" id="{83633BA1-F99C-794E-10A7-40B172CF28FA}"/>
              </a:ext>
            </a:extLst>
          </p:cNvPr>
          <p:cNvSpPr>
            <a:spLocks noGrp="1"/>
          </p:cNvSpPr>
          <p:nvPr>
            <p:ph type="body" sz="quarter" idx="13"/>
          </p:nvPr>
        </p:nvSpPr>
        <p:spPr/>
        <p:txBody>
          <a:bodyPr/>
          <a:lstStyle/>
          <a:p>
            <a:pPr marL="0" indent="0">
              <a:buNone/>
            </a:pPr>
            <a:r>
              <a:rPr lang="fr-CA" dirty="0"/>
              <a:t>Définition</a:t>
            </a:r>
          </a:p>
        </p:txBody>
      </p:sp>
      <p:sp>
        <p:nvSpPr>
          <p:cNvPr id="4" name="Espace réservé du texte 3">
            <a:extLst>
              <a:ext uri="{FF2B5EF4-FFF2-40B4-BE49-F238E27FC236}">
                <a16:creationId xmlns:a16="http://schemas.microsoft.com/office/drawing/2014/main" id="{F4CB5875-C5A3-0722-F74D-CFDBA35450ED}"/>
              </a:ext>
            </a:extLst>
          </p:cNvPr>
          <p:cNvSpPr>
            <a:spLocks noGrp="1"/>
          </p:cNvSpPr>
          <p:nvPr>
            <p:ph type="body" sz="quarter" idx="15"/>
          </p:nvPr>
        </p:nvSpPr>
        <p:spPr/>
        <p:txBody>
          <a:bodyPr/>
          <a:lstStyle/>
          <a:p>
            <a:pPr marL="285750" indent="-285750">
              <a:buFont typeface="Arial" panose="020B0604020202020204" pitchFamily="34" charset="0"/>
              <a:buChar char="•"/>
            </a:pPr>
            <a:r>
              <a:rPr lang="fr-CA" dirty="0"/>
              <a:t>« Une </a:t>
            </a:r>
            <a:r>
              <a:rPr lang="fr-CA" dirty="0">
                <a:hlinkClick r:id="rId3"/>
              </a:rPr>
              <a:t>propriété intellectuelle</a:t>
            </a:r>
            <a:r>
              <a:rPr lang="fr-CA" dirty="0"/>
              <a:t> est un droit sur une idée, une invention ou une création du domaine industriel, scientifique, littéraire ou artistique. Il peut également s’agir d’un droit sur un symbole, un nom, une image, un dessin industriel ou un modèle à usage commercial.  »</a:t>
            </a:r>
          </a:p>
        </p:txBody>
      </p:sp>
      <p:sp>
        <p:nvSpPr>
          <p:cNvPr id="5" name="Espace réservé du texte 4">
            <a:extLst>
              <a:ext uri="{FF2B5EF4-FFF2-40B4-BE49-F238E27FC236}">
                <a16:creationId xmlns:a16="http://schemas.microsoft.com/office/drawing/2014/main" id="{E0D2808C-B5FE-E08B-52F3-EA816B129AF2}"/>
              </a:ext>
            </a:extLst>
          </p:cNvPr>
          <p:cNvSpPr>
            <a:spLocks noGrp="1"/>
          </p:cNvSpPr>
          <p:nvPr>
            <p:ph type="body" sz="quarter" idx="25"/>
          </p:nvPr>
        </p:nvSpPr>
        <p:spPr>
          <a:xfrm>
            <a:off x="5920106" y="3424710"/>
            <a:ext cx="5433204" cy="365125"/>
          </a:xfrm>
        </p:spPr>
        <p:txBody>
          <a:bodyPr/>
          <a:lstStyle/>
          <a:p>
            <a:r>
              <a:rPr lang="fr-CA" dirty="0"/>
              <a:t>Droits:</a:t>
            </a:r>
          </a:p>
        </p:txBody>
      </p:sp>
      <p:sp>
        <p:nvSpPr>
          <p:cNvPr id="6" name="Espace réservé du texte 5">
            <a:extLst>
              <a:ext uri="{FF2B5EF4-FFF2-40B4-BE49-F238E27FC236}">
                <a16:creationId xmlns:a16="http://schemas.microsoft.com/office/drawing/2014/main" id="{385182D0-E771-EE44-126D-5B16EA456698}"/>
              </a:ext>
            </a:extLst>
          </p:cNvPr>
          <p:cNvSpPr>
            <a:spLocks noGrp="1"/>
          </p:cNvSpPr>
          <p:nvPr>
            <p:ph type="body" sz="quarter" idx="26"/>
          </p:nvPr>
        </p:nvSpPr>
        <p:spPr>
          <a:xfrm>
            <a:off x="5919680" y="3754135"/>
            <a:ext cx="5431971" cy="557950"/>
          </a:xfrm>
        </p:spPr>
        <p:txBody>
          <a:bodyPr/>
          <a:lstStyle/>
          <a:p>
            <a:pPr marL="285750" indent="-285750">
              <a:buFont typeface="Arial" panose="020B0604020202020204" pitchFamily="34" charset="0"/>
              <a:buChar char="•"/>
            </a:pPr>
            <a:r>
              <a:rPr lang="fr-CA" dirty="0"/>
              <a:t>Être les seules à pouvoir tirer profit de vos créations;</a:t>
            </a:r>
          </a:p>
          <a:p>
            <a:pPr marL="285750" indent="-285750">
              <a:buFont typeface="Arial" panose="020B0604020202020204" pitchFamily="34" charset="0"/>
              <a:buChar char="•"/>
            </a:pPr>
            <a:r>
              <a:rPr lang="fr-CA" dirty="0"/>
              <a:t>Empêcher la concurrence de copier ou d'imiter vos produits ou services;</a:t>
            </a:r>
          </a:p>
          <a:p>
            <a:pPr marL="285750" indent="-285750">
              <a:buFont typeface="Arial" panose="020B0604020202020204" pitchFamily="34" charset="0"/>
              <a:buChar char="•"/>
            </a:pPr>
            <a:r>
              <a:rPr lang="fr-CA" dirty="0"/>
              <a:t>Protéger l'identité distincte, l'image et la réputation de votre entreprise;</a:t>
            </a:r>
          </a:p>
          <a:p>
            <a:pPr marL="285750" indent="-285750">
              <a:buFont typeface="Arial" panose="020B0604020202020204" pitchFamily="34" charset="0"/>
              <a:buChar char="•"/>
            </a:pPr>
            <a:r>
              <a:rPr lang="fr-CA" dirty="0"/>
              <a:t>Accroître le degré de confiance et de fidélité de vos clients.</a:t>
            </a:r>
          </a:p>
        </p:txBody>
      </p:sp>
      <p:sp>
        <p:nvSpPr>
          <p:cNvPr id="7" name="Espace réservé de la date 6">
            <a:extLst>
              <a:ext uri="{FF2B5EF4-FFF2-40B4-BE49-F238E27FC236}">
                <a16:creationId xmlns:a16="http://schemas.microsoft.com/office/drawing/2014/main" id="{27488355-A000-8954-863C-C379FF8588B3}"/>
              </a:ext>
            </a:extLst>
          </p:cNvPr>
          <p:cNvSpPr>
            <a:spLocks noGrp="1"/>
          </p:cNvSpPr>
          <p:nvPr>
            <p:ph type="dt" sz="half" idx="20"/>
          </p:nvPr>
        </p:nvSpPr>
        <p:spPr/>
        <p:txBody>
          <a:bodyPr/>
          <a:lstStyle/>
          <a:p>
            <a:r>
              <a:rPr lang="fr-FR"/>
              <a:t>2023</a:t>
            </a:r>
            <a:endParaRPr lang="fr-CA"/>
          </a:p>
        </p:txBody>
      </p:sp>
      <p:sp>
        <p:nvSpPr>
          <p:cNvPr id="8" name="Espace réservé du pied de page 7">
            <a:extLst>
              <a:ext uri="{FF2B5EF4-FFF2-40B4-BE49-F238E27FC236}">
                <a16:creationId xmlns:a16="http://schemas.microsoft.com/office/drawing/2014/main" id="{43D01F0B-7AC3-0ADE-E6B7-E36702794ED6}"/>
              </a:ext>
            </a:extLst>
          </p:cNvPr>
          <p:cNvSpPr>
            <a:spLocks noGrp="1"/>
          </p:cNvSpPr>
          <p:nvPr>
            <p:ph type="ftr" sz="quarter" idx="21"/>
          </p:nvPr>
        </p:nvSpPr>
        <p:spPr/>
        <p:txBody>
          <a:bodyPr/>
          <a:lstStyle/>
          <a:p>
            <a:r>
              <a:rPr lang="fr-CA"/>
              <a:t>420-06A-FX</a:t>
            </a:r>
          </a:p>
        </p:txBody>
      </p:sp>
      <p:sp>
        <p:nvSpPr>
          <p:cNvPr id="9" name="Espace réservé du numéro de diapositive 8">
            <a:extLst>
              <a:ext uri="{FF2B5EF4-FFF2-40B4-BE49-F238E27FC236}">
                <a16:creationId xmlns:a16="http://schemas.microsoft.com/office/drawing/2014/main" id="{9CDF9C4A-A48D-2BDC-1C9D-09D19ACE9BE0}"/>
              </a:ext>
            </a:extLst>
          </p:cNvPr>
          <p:cNvSpPr>
            <a:spLocks noGrp="1"/>
          </p:cNvSpPr>
          <p:nvPr>
            <p:ph type="sldNum" sz="quarter" idx="22"/>
          </p:nvPr>
        </p:nvSpPr>
        <p:spPr/>
        <p:txBody>
          <a:bodyPr/>
          <a:lstStyle/>
          <a:p>
            <a:fld id="{B5CEABB6-07DC-46E8-9B57-56EC44A396E5}" type="slidenum">
              <a:rPr lang="fr-CA" smtClean="0"/>
              <a:pPr/>
              <a:t>20</a:t>
            </a:fld>
            <a:endParaRPr lang="fr-CA"/>
          </a:p>
        </p:txBody>
      </p:sp>
    </p:spTree>
    <p:extLst>
      <p:ext uri="{BB962C8B-B14F-4D97-AF65-F5344CB8AC3E}">
        <p14:creationId xmlns:p14="http://schemas.microsoft.com/office/powerpoint/2010/main" val="3670879380"/>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65098ABA-4585-626C-1817-D4813FCCF905}"/>
              </a:ext>
            </a:extLst>
          </p:cNvPr>
          <p:cNvSpPr>
            <a:spLocks noGrp="1"/>
          </p:cNvSpPr>
          <p:nvPr>
            <p:ph type="title"/>
          </p:nvPr>
        </p:nvSpPr>
        <p:spPr/>
        <p:txBody>
          <a:bodyPr/>
          <a:lstStyle/>
          <a:p>
            <a:r>
              <a:rPr lang="fr-CA" dirty="0"/>
              <a:t>Plagiat</a:t>
            </a:r>
          </a:p>
        </p:txBody>
      </p:sp>
      <p:sp>
        <p:nvSpPr>
          <p:cNvPr id="3" name="Espace réservé du texte 2">
            <a:extLst>
              <a:ext uri="{FF2B5EF4-FFF2-40B4-BE49-F238E27FC236}">
                <a16:creationId xmlns:a16="http://schemas.microsoft.com/office/drawing/2014/main" id="{5133904A-52FD-0917-1B76-E6D6636E29C0}"/>
              </a:ext>
            </a:extLst>
          </p:cNvPr>
          <p:cNvSpPr>
            <a:spLocks noGrp="1"/>
          </p:cNvSpPr>
          <p:nvPr>
            <p:ph type="body" sz="quarter" idx="13"/>
          </p:nvPr>
        </p:nvSpPr>
        <p:spPr/>
        <p:txBody>
          <a:bodyPr/>
          <a:lstStyle/>
          <a:p>
            <a:pPr marL="0" indent="0">
              <a:buNone/>
            </a:pPr>
            <a:r>
              <a:rPr lang="fr-CA" dirty="0"/>
              <a:t>Ressource</a:t>
            </a:r>
          </a:p>
        </p:txBody>
      </p:sp>
      <p:sp>
        <p:nvSpPr>
          <p:cNvPr id="4" name="Espace réservé du texte 3">
            <a:extLst>
              <a:ext uri="{FF2B5EF4-FFF2-40B4-BE49-F238E27FC236}">
                <a16:creationId xmlns:a16="http://schemas.microsoft.com/office/drawing/2014/main" id="{5C9A05D9-8C71-2EFF-A066-8E756917CD4D}"/>
              </a:ext>
            </a:extLst>
          </p:cNvPr>
          <p:cNvSpPr>
            <a:spLocks noGrp="1"/>
          </p:cNvSpPr>
          <p:nvPr>
            <p:ph type="body" sz="quarter" idx="15"/>
          </p:nvPr>
        </p:nvSpPr>
        <p:spPr/>
        <p:txBody>
          <a:bodyPr/>
          <a:lstStyle/>
          <a:p>
            <a:pPr marL="285750" indent="-285750">
              <a:buFont typeface="Arial" panose="020B0604020202020204" pitchFamily="34" charset="0"/>
              <a:buChar char="•"/>
            </a:pPr>
            <a:r>
              <a:rPr lang="fr-CA" dirty="0">
                <a:hlinkClick r:id="rId2"/>
              </a:rPr>
              <a:t>https://www.cegepgarneau.ca/cegep/plagiat</a:t>
            </a:r>
            <a:endParaRPr lang="fr-CA" dirty="0"/>
          </a:p>
          <a:p>
            <a:pPr marL="285750" indent="-285750">
              <a:buFont typeface="Arial" panose="020B0604020202020204" pitchFamily="34" charset="0"/>
              <a:buChar char="•"/>
            </a:pPr>
            <a:r>
              <a:rPr lang="fr-CA" dirty="0">
                <a:hlinkClick r:id="rId3"/>
              </a:rPr>
              <a:t>https://www.cegepgarneau.ca/medias/docs/Doc-Institutionnels/PROC-19.pdf</a:t>
            </a:r>
            <a:endParaRPr lang="fr-CA" dirty="0"/>
          </a:p>
          <a:p>
            <a:pPr marL="285750" indent="-285750">
              <a:buFont typeface="Arial" panose="020B0604020202020204" pitchFamily="34" charset="0"/>
              <a:buChar char="•"/>
            </a:pPr>
            <a:endParaRPr lang="fr-CA" dirty="0"/>
          </a:p>
          <a:p>
            <a:endParaRPr lang="fr-CA" dirty="0"/>
          </a:p>
        </p:txBody>
      </p:sp>
      <p:sp>
        <p:nvSpPr>
          <p:cNvPr id="5" name="Espace réservé du texte 4">
            <a:extLst>
              <a:ext uri="{FF2B5EF4-FFF2-40B4-BE49-F238E27FC236}">
                <a16:creationId xmlns:a16="http://schemas.microsoft.com/office/drawing/2014/main" id="{AFEB1FE2-32FB-EDDC-7EA6-B962E674F5AA}"/>
              </a:ext>
            </a:extLst>
          </p:cNvPr>
          <p:cNvSpPr>
            <a:spLocks noGrp="1"/>
          </p:cNvSpPr>
          <p:nvPr>
            <p:ph type="body" sz="quarter" idx="25"/>
          </p:nvPr>
        </p:nvSpPr>
        <p:spPr>
          <a:xfrm>
            <a:off x="5920106" y="2944383"/>
            <a:ext cx="5433204" cy="365125"/>
          </a:xfrm>
        </p:spPr>
        <p:txBody>
          <a:bodyPr/>
          <a:lstStyle/>
          <a:p>
            <a:r>
              <a:rPr lang="fr-CA" dirty="0"/>
              <a:t>Définitions</a:t>
            </a:r>
          </a:p>
        </p:txBody>
      </p:sp>
      <p:sp>
        <p:nvSpPr>
          <p:cNvPr id="6" name="Espace réservé du texte 5">
            <a:extLst>
              <a:ext uri="{FF2B5EF4-FFF2-40B4-BE49-F238E27FC236}">
                <a16:creationId xmlns:a16="http://schemas.microsoft.com/office/drawing/2014/main" id="{DD1D8DAC-DE99-09F2-4F9A-E2CC6AF86092}"/>
              </a:ext>
            </a:extLst>
          </p:cNvPr>
          <p:cNvSpPr>
            <a:spLocks noGrp="1"/>
          </p:cNvSpPr>
          <p:nvPr>
            <p:ph type="body" sz="quarter" idx="26"/>
          </p:nvPr>
        </p:nvSpPr>
        <p:spPr>
          <a:xfrm>
            <a:off x="5919680" y="3273808"/>
            <a:ext cx="5431971" cy="557950"/>
          </a:xfrm>
        </p:spPr>
        <p:txBody>
          <a:bodyPr>
            <a:noAutofit/>
          </a:bodyPr>
          <a:lstStyle/>
          <a:p>
            <a:r>
              <a:rPr lang="fr-CA" dirty="0">
                <a:effectLst/>
                <a:latin typeface="Arial" panose="020B0604020202020204" pitchFamily="34" charset="0"/>
              </a:rPr>
              <a:t>« Le plagiat est l’acte de faire passer pour siens les textes ou les idées d’autrui,</a:t>
            </a:r>
            <a:br>
              <a:rPr lang="fr-CA" dirty="0"/>
            </a:br>
            <a:r>
              <a:rPr lang="fr-CA" dirty="0">
                <a:effectLst/>
                <a:latin typeface="Arial" panose="020B0604020202020204" pitchFamily="34" charset="0"/>
              </a:rPr>
              <a:t>volontairement ou non.</a:t>
            </a:r>
          </a:p>
          <a:p>
            <a:br>
              <a:rPr lang="fr-CA" dirty="0"/>
            </a:br>
            <a:r>
              <a:rPr lang="fr-CA" dirty="0">
                <a:effectLst/>
                <a:latin typeface="Arial" panose="020B0604020202020204" pitchFamily="34" charset="0"/>
              </a:rPr>
              <a:t>L’</a:t>
            </a:r>
            <a:r>
              <a:rPr lang="fr-CA" dirty="0" err="1">
                <a:effectLst/>
                <a:latin typeface="Arial" panose="020B0604020202020204" pitchFamily="34" charset="0"/>
              </a:rPr>
              <a:t>autoplagiat</a:t>
            </a:r>
            <a:r>
              <a:rPr lang="fr-CA" dirty="0">
                <a:effectLst/>
                <a:latin typeface="Arial" panose="020B0604020202020204" pitchFamily="34" charset="0"/>
              </a:rPr>
              <a:t> est l’acte de présenter un même texte ou une même production à</a:t>
            </a:r>
            <a:br>
              <a:rPr lang="fr-CA" dirty="0"/>
            </a:br>
            <a:r>
              <a:rPr lang="fr-CA" dirty="0">
                <a:effectLst/>
                <a:latin typeface="Arial" panose="020B0604020202020204" pitchFamily="34" charset="0"/>
              </a:rPr>
              <a:t>plusieurs reprises, simultanément ou successivement, sans avoir préalablement</a:t>
            </a:r>
            <a:br>
              <a:rPr lang="fr-CA" dirty="0"/>
            </a:br>
            <a:r>
              <a:rPr lang="fr-CA" dirty="0">
                <a:effectLst/>
                <a:latin typeface="Arial" panose="020B0604020202020204" pitchFamily="34" charset="0"/>
              </a:rPr>
              <a:t>reçu l'approbation par écrit de la professeure ou du professeur recevant le texte ou</a:t>
            </a:r>
            <a:br>
              <a:rPr lang="fr-CA" dirty="0"/>
            </a:br>
            <a:r>
              <a:rPr lang="fr-CA" dirty="0">
                <a:effectLst/>
                <a:latin typeface="Arial" panose="020B0604020202020204" pitchFamily="34" charset="0"/>
              </a:rPr>
              <a:t>la production. »</a:t>
            </a:r>
            <a:endParaRPr lang="fr-CA" dirty="0"/>
          </a:p>
        </p:txBody>
      </p:sp>
      <p:sp>
        <p:nvSpPr>
          <p:cNvPr id="7" name="Espace réservé de la date 6">
            <a:extLst>
              <a:ext uri="{FF2B5EF4-FFF2-40B4-BE49-F238E27FC236}">
                <a16:creationId xmlns:a16="http://schemas.microsoft.com/office/drawing/2014/main" id="{1EE8EBF4-E303-66AF-AF1E-3AD764E78F22}"/>
              </a:ext>
            </a:extLst>
          </p:cNvPr>
          <p:cNvSpPr>
            <a:spLocks noGrp="1"/>
          </p:cNvSpPr>
          <p:nvPr>
            <p:ph type="dt" sz="half" idx="20"/>
          </p:nvPr>
        </p:nvSpPr>
        <p:spPr/>
        <p:txBody>
          <a:bodyPr/>
          <a:lstStyle/>
          <a:p>
            <a:r>
              <a:rPr lang="fr-FR"/>
              <a:t>2023</a:t>
            </a:r>
            <a:endParaRPr lang="fr-CA"/>
          </a:p>
        </p:txBody>
      </p:sp>
      <p:sp>
        <p:nvSpPr>
          <p:cNvPr id="8" name="Espace réservé du pied de page 7">
            <a:extLst>
              <a:ext uri="{FF2B5EF4-FFF2-40B4-BE49-F238E27FC236}">
                <a16:creationId xmlns:a16="http://schemas.microsoft.com/office/drawing/2014/main" id="{9E1C3349-EC68-D898-96EF-D0C54EC194D2}"/>
              </a:ext>
            </a:extLst>
          </p:cNvPr>
          <p:cNvSpPr>
            <a:spLocks noGrp="1"/>
          </p:cNvSpPr>
          <p:nvPr>
            <p:ph type="ftr" sz="quarter" idx="21"/>
          </p:nvPr>
        </p:nvSpPr>
        <p:spPr/>
        <p:txBody>
          <a:bodyPr/>
          <a:lstStyle/>
          <a:p>
            <a:r>
              <a:rPr lang="fr-CA"/>
              <a:t>420-06A-FX</a:t>
            </a:r>
          </a:p>
        </p:txBody>
      </p:sp>
      <p:sp>
        <p:nvSpPr>
          <p:cNvPr id="9" name="Espace réservé du numéro de diapositive 8">
            <a:extLst>
              <a:ext uri="{FF2B5EF4-FFF2-40B4-BE49-F238E27FC236}">
                <a16:creationId xmlns:a16="http://schemas.microsoft.com/office/drawing/2014/main" id="{FDBA31FB-5E85-4FE4-828C-41B3604EA5D5}"/>
              </a:ext>
            </a:extLst>
          </p:cNvPr>
          <p:cNvSpPr>
            <a:spLocks noGrp="1"/>
          </p:cNvSpPr>
          <p:nvPr>
            <p:ph type="sldNum" sz="quarter" idx="22"/>
          </p:nvPr>
        </p:nvSpPr>
        <p:spPr/>
        <p:txBody>
          <a:bodyPr/>
          <a:lstStyle/>
          <a:p>
            <a:fld id="{B5CEABB6-07DC-46E8-9B57-56EC44A396E5}" type="slidenum">
              <a:rPr lang="fr-CA" smtClean="0"/>
              <a:pPr/>
              <a:t>21</a:t>
            </a:fld>
            <a:endParaRPr lang="fr-CA"/>
          </a:p>
        </p:txBody>
      </p:sp>
    </p:spTree>
    <p:extLst>
      <p:ext uri="{BB962C8B-B14F-4D97-AF65-F5344CB8AC3E}">
        <p14:creationId xmlns:p14="http://schemas.microsoft.com/office/powerpoint/2010/main" val="3917861349"/>
      </p:ext>
    </p:extLst>
  </p:cSld>
  <p:clrMapOvr>
    <a:masterClrMapping/>
  </p:clrMapOvr>
</p:sld>
</file>

<file path=ppt/theme/theme1.xml><?xml version="1.0" encoding="utf-8"?>
<a:theme xmlns:a="http://schemas.openxmlformats.org/drawingml/2006/main" name="Monoline">
  <a:themeElements>
    <a:clrScheme name="Custom 167">
      <a:dk1>
        <a:sysClr val="windowText" lastClr="000000"/>
      </a:dk1>
      <a:lt1>
        <a:sysClr val="window" lastClr="FFFFFF"/>
      </a:lt1>
      <a:dk2>
        <a:srgbClr val="44546A"/>
      </a:dk2>
      <a:lt2>
        <a:srgbClr val="E7E6E6"/>
      </a:lt2>
      <a:accent1>
        <a:srgbClr val="FBF4EF"/>
      </a:accent1>
      <a:accent2>
        <a:srgbClr val="F7F6F3"/>
      </a:accent2>
      <a:accent3>
        <a:srgbClr val="A5A5A5"/>
      </a:accent3>
      <a:accent4>
        <a:srgbClr val="FFC000"/>
      </a:accent4>
      <a:accent5>
        <a:srgbClr val="5B9BD5"/>
      </a:accent5>
      <a:accent6>
        <a:srgbClr val="70AD47"/>
      </a:accent6>
      <a:hlink>
        <a:srgbClr val="0563C1"/>
      </a:hlink>
      <a:folHlink>
        <a:srgbClr val="954F72"/>
      </a:folHlink>
    </a:clrScheme>
    <a:fontScheme name="Custom 56">
      <a:majorFont>
        <a:latin typeface="Tenorite"/>
        <a:ea typeface=""/>
        <a:cs typeface=""/>
      </a:majorFont>
      <a:minorFont>
        <a:latin typeface="Tenorite"/>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_53329048_TF56180624_Win32" id="{679A4EB3-66E2-494A-BFBB-5DE0CD3E4921}" vid="{468ED2EA-5288-4A80-86ED-2872F3089ADF}"/>
    </a:ext>
  </a:extLst>
</a:theme>
</file>

<file path=ppt/theme/theme2.xml><?xml version="1.0" encoding="utf-8"?>
<a:theme xmlns:a="http://schemas.openxmlformats.org/drawingml/2006/main" name="Thèm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Thèm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20" ma:contentTypeDescription="Create a new document." ma:contentTypeScope="" ma:versionID="1267097ee5f5874adfcc408041ae252e">
  <xsd:schema xmlns:xsd="http://www.w3.org/2001/XMLSchema" xmlns:xs="http://www.w3.org/2001/XMLSchema" xmlns:p="http://schemas.microsoft.com/office/2006/metadata/properties" xmlns:ns1="http://schemas.microsoft.com/sharepoint/v3" xmlns:ns2="71af3243-3dd4-4a8d-8c0d-dd76da1f02a5" xmlns:ns3="16c05727-aa75-4e4a-9b5f-8a80a1165891" xmlns:ns4="230e9df3-be65-4c73-a93b-d1236ebd677e" targetNamespace="http://schemas.microsoft.com/office/2006/metadata/properties" ma:root="true" ma:fieldsID="395891a93df65b14727750f2c06c306c" ns1:_="" ns2:_="" ns3:_="" ns4:_="">
    <xsd:import namespace="http://schemas.microsoft.com/sharepoint/v3"/>
    <xsd:import namespace="71af3243-3dd4-4a8d-8c0d-dd76da1f02a5"/>
    <xsd:import namespace="16c05727-aa75-4e4a-9b5f-8a80a1165891"/>
    <xsd:import namespace="230e9df3-be65-4c73-a93b-d1236ebd677e"/>
    <xsd:element name="properties">
      <xsd:complexType>
        <xsd:sequence>
          <xsd:element name="documentManagement">
            <xsd:complexType>
              <xsd:all>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2:Status" minOccurs="0"/>
                <xsd:element ref="ns1:_ip_UnifiedCompliancePolicyProperties" minOccurs="0"/>
                <xsd:element ref="ns1:_ip_UnifiedCompliancePolicyUIAction" minOccurs="0"/>
                <xsd:element ref="ns2:Image" minOccurs="0"/>
                <xsd:element ref="ns4:TaxCatchAll" minOccurs="0"/>
                <xsd:element ref="ns2:ImageTagsTaxHTField"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20" nillable="true" ma:displayName="Unified Compliance Policy Properties" ma:hidden="true" ma:internalName="_ip_UnifiedCompliancePolicyProperties">
      <xsd:simpleType>
        <xsd:restriction base="dms:Note"/>
      </xsd:simpleType>
    </xsd:element>
    <xsd:element name="_ip_UnifiedCompliancePolicyUIAction" ma:index="21" nillable="true" ma:displayName="Unified Compliance Policy UI Action" ma:hidden="true" ma:internalName="_ip_UnifiedCompliancePolicyUIAction">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internalName="MediaServiceOCR" ma:readOnly="true">
      <xsd:simpleType>
        <xsd:restriction base="dms:Note">
          <xsd:maxLength value="255"/>
        </xsd:restriction>
      </xsd:simpleType>
    </xsd:element>
    <xsd:element name="MediaServiceAutoTags" ma:index="11" nillable="true" ma:displayName="MediaServiceAutoTags"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internalName="MediaServiceKeyPoints" ma:readOnly="false">
      <xsd:simpleType>
        <xsd:restriction base="dms:Note">
          <xsd:maxLength value="255"/>
        </xsd:restriction>
      </xsd:simpleType>
    </xsd:element>
    <xsd:element name="MediaServiceDateTaken" ma:index="18" nillable="true" ma:displayName="MediaServiceDateTaken" ma:hidden="true" ma:internalName="MediaServiceDateTaken" ma:readOnly="true">
      <xsd:simpleType>
        <xsd:restriction base="dms:Text"/>
      </xsd:simpleType>
    </xsd:element>
    <xsd:element name="Status" ma:index="19" nillable="true" ma:displayName="Status" ma:default="Not started" ma:format="Dropdown" ma:internalName="Status">
      <xsd:simpleType>
        <xsd:restriction base="dms:Choice">
          <xsd:enumeration value="Not started"/>
          <xsd:enumeration value="In Progress"/>
          <xsd:enumeration value="Completed"/>
        </xsd:restriction>
      </xsd:simpleType>
    </xsd:element>
    <xsd:element name="Image" ma:index="22" nillable="true" ma:displayName="Image" ma:format="Image" ma:internalName="Image">
      <xsd:complexType>
        <xsd:complexContent>
          <xsd:extension base="dms:URL">
            <xsd:sequence>
              <xsd:element name="Url" type="dms:ValidUrl" minOccurs="0" nillable="true"/>
              <xsd:element name="Description" type="xsd:string" nillable="true"/>
            </xsd:sequence>
          </xsd:extension>
        </xsd:complexContent>
      </xsd:complexType>
    </xsd:element>
    <xsd:element name="ImageTagsTaxHTField" ma:index="25" nillable="true" ma:taxonomy="true" ma:internalName="ImageTagsTaxHTField" ma:taxonomyFieldName="MediaServiceImageTags" ma:displayName="Image Tags" ma:readOnly="false" ma:fieldId="{5cf76f15-5ced-4ddc-b409-7134ff3c332f}" ma:taxonomyMulti="true" ma:sspId="e385fb40-52d4-4fae-9c5b-3e8ff8a5878e" ma:termSetId="09814cd3-568e-fe90-9814-8d621ff8fb84" ma:anchorId="fba54fb3-c3e1-fe81-a776-ca4b69148c4d" ma:open="true" ma:isKeyword="false">
      <xsd:complexType>
        <xsd:sequence>
          <xsd:element ref="pc:Terms" minOccurs="0" maxOccurs="1"/>
        </xsd:sequence>
      </xsd:complex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internalName="SharedWithDetails" ma:readOnly="true">
      <xsd:simpleType>
        <xsd:restriction base="dms:Note">
          <xsd:maxLength value="255"/>
        </xsd:restriction>
      </xsd:simpleType>
    </xsd:element>
  </xsd:schema>
  <xsd:schema xmlns:xsd="http://www.w3.org/2001/XMLSchema" xmlns:xs="http://www.w3.org/2001/XMLSchema" xmlns:dms="http://schemas.microsoft.com/office/2006/documentManagement/types" xmlns:pc="http://schemas.microsoft.com/office/infopath/2007/PartnerControls" targetNamespace="230e9df3-be65-4c73-a93b-d1236ebd677e" elementFormDefault="qualified">
    <xsd:import namespace="http://schemas.microsoft.com/office/2006/documentManagement/types"/>
    <xsd:import namespace="http://schemas.microsoft.com/office/infopath/2007/PartnerControls"/>
    <xsd:element name="TaxCatchAll" ma:index="23" nillable="true" ma:displayName="Taxonomy Catch All Column" ma:hidden="true" ma:list="{3f6bfcbc-3db3-4ae6-bd76-326f0798ad28}" ma:internalName="TaxCatchAll" ma:showField="CatchAllData" ma:web="16c05727-aa75-4e4a-9b5f-8a80a1165891">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p:properties xmlns:p="http://schemas.microsoft.com/office/2006/metadata/properties" xmlns:xsi="http://www.w3.org/2001/XMLSchema-instance" xmlns:pc="http://schemas.microsoft.com/office/infopath/2007/PartnerControls">
  <documentManagement>
    <_ip_UnifiedCompliancePolicyUIAction xmlns="http://schemas.microsoft.com/sharepoint/v3" xsi:nil="true"/>
    <Image xmlns="71af3243-3dd4-4a8d-8c0d-dd76da1f02a5">
      <Url xsi:nil="true"/>
      <Description xsi:nil="true"/>
    </Image>
    <Status xmlns="71af3243-3dd4-4a8d-8c0d-dd76da1f02a5">Not started</Status>
    <_ip_UnifiedCompliancePolicyProperties xmlns="http://schemas.microsoft.com/sharepoint/v3" xsi:nil="true"/>
    <ImageTagsTaxHTField xmlns="71af3243-3dd4-4a8d-8c0d-dd76da1f02a5">
      <Terms xmlns="http://schemas.microsoft.com/office/infopath/2007/PartnerControls"/>
    </ImageTagsTaxHTField>
    <TaxCatchAll xmlns="230e9df3-be65-4c73-a93b-d1236ebd677e"/>
    <MediaServiceKeyPoints xmlns="71af3243-3dd4-4a8d-8c0d-dd76da1f02a5" xsi:nil="true"/>
  </documentManagement>
</p:properties>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64CF2EF3-001F-4BE9-81B3-86ECBBF9425F}">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microsoft.com/sharepoint/v3"/>
    <ds:schemaRef ds:uri="71af3243-3dd4-4a8d-8c0d-dd76da1f02a5"/>
    <ds:schemaRef ds:uri="16c05727-aa75-4e4a-9b5f-8a80a1165891"/>
    <ds:schemaRef ds:uri="230e9df3-be65-4c73-a93b-d1236ebd677e"/>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7F97B18F-50BC-4F30-8373-93489E845F83}">
  <ds:schemaRefs>
    <ds:schemaRef ds:uri="http://schemas.microsoft.com/office/2006/documentManagement/types"/>
    <ds:schemaRef ds:uri="16c05727-aa75-4e4a-9b5f-8a80a1165891"/>
    <ds:schemaRef ds:uri="http://purl.org/dc/elements/1.1/"/>
    <ds:schemaRef ds:uri="http://www.w3.org/XML/1998/namespace"/>
    <ds:schemaRef ds:uri="http://purl.org/dc/dcmitype/"/>
    <ds:schemaRef ds:uri="71af3243-3dd4-4a8d-8c0d-dd76da1f02a5"/>
    <ds:schemaRef ds:uri="http://schemas.microsoft.com/office/2006/metadata/properties"/>
    <ds:schemaRef ds:uri="http://schemas.microsoft.com/office/infopath/2007/PartnerControls"/>
    <ds:schemaRef ds:uri="http://schemas.openxmlformats.org/package/2006/metadata/core-properties"/>
    <ds:schemaRef ds:uri="230e9df3-be65-4c73-a93b-d1236ebd677e"/>
    <ds:schemaRef ds:uri="http://schemas.microsoft.com/sharepoint/v3"/>
    <ds:schemaRef ds:uri="http://purl.org/dc/terms/"/>
  </ds:schemaRefs>
</ds:datastoreItem>
</file>

<file path=customXml/itemProps3.xml><?xml version="1.0" encoding="utf-8"?>
<ds:datastoreItem xmlns:ds="http://schemas.openxmlformats.org/officeDocument/2006/customXml" ds:itemID="{42BC90D6-94CF-42F7-AAC4-9CF6824C54D5}">
  <ds:schemaRefs>
    <ds:schemaRef ds:uri="http://schemas.microsoft.com/sharepoint/v3/contenttype/forms"/>
  </ds:schemaRefs>
</ds:datastoreItem>
</file>

<file path=docMetadata/LabelInfo.xml><?xml version="1.0" encoding="utf-8"?>
<clbl:labelList xmlns:clbl="http://schemas.microsoft.com/office/2020/mipLabelMetadata">
  <clbl:label id="{f42aa342-8706-4288-bd11-ebb85995028c}" enabled="1" method="Standard" siteId="{72f988bf-86f1-41af-91ab-2d7cd011db47}" removed="0"/>
</clbl:labelList>
</file>

<file path=docProps/app.xml><?xml version="1.0" encoding="utf-8"?>
<Properties xmlns="http://schemas.openxmlformats.org/officeDocument/2006/extended-properties" xmlns:vt="http://schemas.openxmlformats.org/officeDocument/2006/docPropsVTypes">
  <Template>Argumentaire de vente clair et minimaliste</Template>
  <TotalTime>192</TotalTime>
  <Words>1109</Words>
  <Application>Microsoft Office PowerPoint</Application>
  <PresentationFormat>Widescreen</PresentationFormat>
  <Paragraphs>151</Paragraphs>
  <Slides>21</Slides>
  <Notes>2</Notes>
  <HiddenSlides>0</HiddenSlides>
  <MMClips>0</MMClips>
  <ScaleCrop>false</ScaleCrop>
  <HeadingPairs>
    <vt:vector size="4" baseType="variant">
      <vt:variant>
        <vt:lpstr>Theme</vt:lpstr>
      </vt:variant>
      <vt:variant>
        <vt:i4>1</vt:i4>
      </vt:variant>
      <vt:variant>
        <vt:lpstr>Slide Titles</vt:lpstr>
      </vt:variant>
      <vt:variant>
        <vt:i4>21</vt:i4>
      </vt:variant>
    </vt:vector>
  </HeadingPairs>
  <TitlesOfParts>
    <vt:vector size="22" baseType="lpstr">
      <vt:lpstr>Monoline</vt:lpstr>
      <vt:lpstr>Licences et obligations légales</vt:lpstr>
      <vt:lpstr>Plan de la présentation</vt:lpstr>
      <vt:lpstr>Types de licences</vt:lpstr>
      <vt:lpstr>Licences Propriétaires</vt:lpstr>
      <vt:lpstr>Licences libres et open-source</vt:lpstr>
      <vt:lpstr>Les principales licences open-source</vt:lpstr>
      <vt:lpstr>GNU General Public License (GPL)</vt:lpstr>
      <vt:lpstr>MIT License</vt:lpstr>
      <vt:lpstr>Apache Licence 2.0</vt:lpstr>
      <vt:lpstr>BSD Licence (2-clause et 3-clause)</vt:lpstr>
      <vt:lpstr>Creative Commons (CC)</vt:lpstr>
      <vt:lpstr>Conséquences potentielles</vt:lpstr>
      <vt:lpstr>Conséquences Légales</vt:lpstr>
      <vt:lpstr>Discussions</vt:lpstr>
      <vt:lpstr>Différents outils connus</vt:lpstr>
      <vt:lpstr>Outils</vt:lpstr>
      <vt:lpstr>Sélecteur de licence</vt:lpstr>
      <vt:lpstr>Obligations légales</vt:lpstr>
      <vt:lpstr>Droit d’auteur</vt:lpstr>
      <vt:lpstr>Propriété intellectuelle (source)</vt:lpstr>
      <vt:lpstr>Plagiat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Licences et obligations légales</dc:title>
  <dc:creator>Christopher Coulombe</dc:creator>
  <cp:lastModifiedBy>Christopher Coulombe</cp:lastModifiedBy>
  <cp:revision>3</cp:revision>
  <dcterms:created xsi:type="dcterms:W3CDTF">2023-05-07T22:03:57Z</dcterms:created>
  <dcterms:modified xsi:type="dcterms:W3CDTF">2025-03-31T18:44:21Z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ies>
</file>